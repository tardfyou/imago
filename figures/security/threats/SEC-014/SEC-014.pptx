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930c0fa0644383" /><Relationship Type="http://schemas.openxmlformats.org/officeDocument/2006/relationships/extended-properties" Target="/docProps/app.xml" Id="Rd784e59b196c431b" /><Relationship Type="http://schemas.openxmlformats.org/officeDocument/2006/relationships/officeDocument" Target="/ppt/presentation.xml" Id="R9994d8a95aae48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968cdab9f044a8"/>
  </p:sldMasterIdLst>
  <p:notesMasterIdLst>
    <p:notesMasterId xmlns:r="http://schemas.openxmlformats.org/officeDocument/2006/relationships" r:id="R56fcca34e74d4520"/>
  </p:notesMasterIdLst>
  <p:sldIdLst>
    <p:sldId xmlns:r="http://schemas.openxmlformats.org/officeDocument/2006/relationships" id="256" r:id="R558302d6640c4119"/>
  </p:sldIdLst>
  <p:sldSz cx="7286625" cy="3371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857882e4a4e68" /><Relationship Type="http://schemas.openxmlformats.org/officeDocument/2006/relationships/slideMaster" Target="/ppt/slideMasters/slideMaster1.xml" Id="R1f968cdab9f044a8" /><Relationship Type="http://schemas.openxmlformats.org/officeDocument/2006/relationships/notesMaster" Target="/ppt/notesMasters/notesMaster1.xml" Id="R56fcca34e74d4520" /><Relationship Type="http://schemas.openxmlformats.org/officeDocument/2006/relationships/presProps" Target="/ppt/presProps.xml" Id="R7eb31d4773954c82" /><Relationship Type="http://schemas.openxmlformats.org/officeDocument/2006/relationships/tableStyles" Target="/ppt/tableStyles.xml" Id="R58067179560e4059" /><Relationship Type="http://schemas.openxmlformats.org/officeDocument/2006/relationships/slide" Target="/ppt/slides/slide1.xml" Id="R558302d6640c41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baf86e35624e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9ac24d74134b15" /><Relationship Type="http://schemas.openxmlformats.org/officeDocument/2006/relationships/notesMaster" Target="/ppt/notesMasters/notesMaster1.xml" Id="R066a204361854e6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素材ID：SEC-014</ns1:t>
            </ns1:r>
          </ns1:p>
          <ns1:p>
            <ns1:r>
              <ns1:t>论文：Peering Inside the Black-Box: Long-Range and Scalable Model Architecture Snooping via GPU Electromagnetic Side-Channel</ns1:t>
            </ns1:r>
          </ns1:p>
          <ns1:p>
            <ns1:r>
              <ns1:t>会议：NDSS 2026</ns1:t>
            </ns1:r>
          </ns1:p>
          <ns1:p>
            <ns1:r>
              <ns1:t>奖项：Best Paper Award</ns1:t>
            </ns1:r>
          </ns1:p>
          <ns1:p>
            <ns1:r>
              <ns1:t>图号：Figure 1，PDF第1页</ns1:t>
            </ns1:r>
          </ns1:p>
          <ns1:p>
            <ns1:r>
              <ns1:t>类型：威胁模型</ns1:t>
            </ns1:r>
          </ns1:p>
          <ns1:p>
            <ns1:r>
              <ns1:t>借鉴点：将实际空间中的攻击者、主机、电磁传播，与抽象重建和后续攻击结果并列，适合说明现实威胁。</ns1:t>
            </ns1:r>
          </ns1:p>
          <ns1:p>
            <ns1:r>
              <ns1:t>论文URL：https://www.ndss-symposium.org/wp-content/uploads/2026-s141-paper.pdf</ns1:t>
            </ns1:r>
          </ns1:p>
          <ns1:p>
            <ns1:r>
              <ns1:t>官方获奖URL：https://www.ndss-symposium.org/ndss2026/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709aa6ba247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152ee2f43042bd" /><Relationship Type="http://schemas.openxmlformats.org/officeDocument/2006/relationships/slideLayout" Target="/ppt/slideLayouts/slideLayout1.xml" Id="Rafa6e239e8ec46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a6e239e8ec46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3fb924e604c8a" /><Relationship Type="http://schemas.openxmlformats.org/officeDocument/2006/relationships/image" Target="/ppt/media/image.png" Id="Rbcf8500f37fd4712" /><Relationship Type="http://schemas.openxmlformats.org/officeDocument/2006/relationships/image" Target="/ppt/media/image2.png" Id="R360f35ea02de437e" /><Relationship Type="http://schemas.openxmlformats.org/officeDocument/2006/relationships/image" Target="/ppt/media/image3.png" Id="R7ac13b46f2a44f0f" /><Relationship Type="http://schemas.openxmlformats.org/officeDocument/2006/relationships/image" Target="/ppt/media/image4.png" Id="R5e889f107adb4033" /><Relationship Type="http://schemas.openxmlformats.org/officeDocument/2006/relationships/image" Target="/ppt/media/image5.png" Id="Rd743224d3dd143d5" /><Relationship Type="http://schemas.openxmlformats.org/officeDocument/2006/relationships/notesSlide" Target="/ppt/notesSlides/notesSlide1.xml" Id="R97d152403ee94b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3CA6B-13EE-4CCF-8FA7-17FBA6D6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290"/>
            <a:ext cx="7173454" cy="3257300"/>
          </a:xfrm>
          <a:custGeom xmlns:a="http://schemas.openxmlformats.org/drawingml/2006/main">
            <a:pathLst>
              <a:path w="7173454" h="3257300">
                <a:moveTo>
                  <a:pt x="7173454" y="3257300"/>
                </a:moveTo>
                <a:lnTo>
                  <a:pt x="7173454" y="0"/>
                </a:lnTo>
                <a:lnTo>
                  <a:pt x="0" y="0"/>
                </a:lnTo>
                <a:lnTo>
                  <a:pt x="0" y="3257300"/>
                </a:lnTo>
                <a:lnTo>
                  <a:pt x="7173454" y="32573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f8500f37fd4712"/>
          <a:stretch xmlns:a="http://schemas.openxmlformats.org/drawingml/2006/main"/>
        </p:blipFill>
        <p:spPr>
          <a:xfrm xmlns:a="http://schemas.openxmlformats.org/drawingml/2006/main">
            <a:off x="5993531" y="2746071"/>
            <a:ext cx="558323" cy="562490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B1FE7-0A4E-4688-A464-71C4B71C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50" y="1163647"/>
            <a:ext cx="1106488" cy="1207143"/>
          </a:xfrm>
          <a:custGeom xmlns:a="http://schemas.openxmlformats.org/drawingml/2006/main">
            <a:pathLst>
              <a:path w="1106488" h="1207143">
                <a:moveTo>
                  <a:pt x="1774" y="1079981"/>
                </a:moveTo>
                <a:lnTo>
                  <a:pt x="0" y="95217"/>
                </a:lnTo>
                <a:lnTo>
                  <a:pt x="762300" y="0"/>
                </a:lnTo>
                <a:lnTo>
                  <a:pt x="1106488" y="43176"/>
                </a:lnTo>
                <a:lnTo>
                  <a:pt x="1105305" y="1134992"/>
                </a:lnTo>
                <a:lnTo>
                  <a:pt x="769397" y="1207143"/>
                </a:lnTo>
                <a:lnTo>
                  <a:pt x="1774" y="1079981"/>
                </a:lnTo>
                <a:close/>
              </a:path>
            </a:pathLst>
          </a:custGeom>
          <a:solidFill xmlns:a="http://schemas.openxmlformats.org/drawingml/2006/main">
            <a:srgbClr val="DBDBD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91BC4B-9DCA-40DA-A266-5C761EFC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50" y="1163646"/>
            <a:ext cx="1106488" cy="1207149"/>
          </a:xfrm>
          <a:custGeom xmlns:a="http://schemas.openxmlformats.org/drawingml/2006/main">
            <a:pathLst>
              <a:path w="1106488" h="1207149" fill="none">
                <a:moveTo>
                  <a:pt x="762300" y="0"/>
                </a:moveTo>
                <a:lnTo>
                  <a:pt x="0" y="95223"/>
                </a:lnTo>
                <a:lnTo>
                  <a:pt x="1774" y="1079987"/>
                </a:lnTo>
                <a:lnTo>
                  <a:pt x="769397" y="1207149"/>
                </a:lnTo>
                <a:lnTo>
                  <a:pt x="1105305" y="1134992"/>
                </a:lnTo>
                <a:lnTo>
                  <a:pt x="1106488" y="43176"/>
                </a:lnTo>
                <a:lnTo>
                  <a:pt x="7623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C76E7-A5FE-4F8C-8BFA-57E4A5AB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820" y="2230031"/>
            <a:ext cx="244243" cy="38444"/>
          </a:xfrm>
          <a:custGeom xmlns:a="http://schemas.openxmlformats.org/drawingml/2006/main">
            <a:pathLst>
              <a:path w="244243" h="38444" fill="none">
                <a:moveTo>
                  <a:pt x="244243" y="384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3C528B-3D80-44B2-A828-6930C557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810" y="1320384"/>
            <a:ext cx="219997" cy="313468"/>
          </a:xfrm>
          <a:custGeom xmlns:a="http://schemas.openxmlformats.org/drawingml/2006/main">
            <a:pathLst>
              <a:path w="219997" h="313468">
                <a:moveTo>
                  <a:pt x="219997" y="156734"/>
                </a:moveTo>
                <a:cubicBezTo>
                  <a:pt x="219997" y="243299"/>
                  <a:pt x="170746" y="313468"/>
                  <a:pt x="109998" y="313468"/>
                </a:cubicBezTo>
                <a:cubicBezTo>
                  <a:pt x="49245" y="313468"/>
                  <a:pt x="0" y="243299"/>
                  <a:pt x="0" y="156734"/>
                </a:cubicBezTo>
                <a:cubicBezTo>
                  <a:pt x="0" y="70175"/>
                  <a:pt x="49245" y="0"/>
                  <a:pt x="109998" y="0"/>
                </a:cubicBezTo>
                <a:cubicBezTo>
                  <a:pt x="170746" y="0"/>
                  <a:pt x="219997" y="70175"/>
                  <a:pt x="219997" y="15673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2E351-5F0C-4B9E-A52C-9167256D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455" y="1335172"/>
            <a:ext cx="198707" cy="283896"/>
          </a:xfrm>
          <a:custGeom xmlns:a="http://schemas.openxmlformats.org/drawingml/2006/main">
            <a:pathLst>
              <a:path w="198707" h="283896">
                <a:moveTo>
                  <a:pt x="198707" y="141948"/>
                </a:moveTo>
                <a:cubicBezTo>
                  <a:pt x="198707" y="220345"/>
                  <a:pt x="154222" y="283896"/>
                  <a:pt x="99353" y="283896"/>
                </a:cubicBezTo>
                <a:cubicBezTo>
                  <a:pt x="44484" y="283896"/>
                  <a:pt x="0" y="220345"/>
                  <a:pt x="0" y="141948"/>
                </a:cubicBezTo>
                <a:cubicBezTo>
                  <a:pt x="0" y="63551"/>
                  <a:pt x="44484" y="0"/>
                  <a:pt x="99353" y="0"/>
                </a:cubicBezTo>
                <a:cubicBezTo>
                  <a:pt x="154222" y="0"/>
                  <a:pt x="198707" y="63551"/>
                  <a:pt x="198707" y="141948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5393B-3B12-48B5-8606-37569BA9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42" y="1425074"/>
            <a:ext cx="73332" cy="104095"/>
          </a:xfrm>
          <a:custGeom xmlns:a="http://schemas.openxmlformats.org/drawingml/2006/main">
            <a:pathLst>
              <a:path w="73332" h="104095">
                <a:moveTo>
                  <a:pt x="73332" y="52048"/>
                </a:moveTo>
                <a:cubicBezTo>
                  <a:pt x="73332" y="80792"/>
                  <a:pt x="56915" y="104095"/>
                  <a:pt x="36666" y="104095"/>
                </a:cubicBezTo>
                <a:cubicBezTo>
                  <a:pt x="16417" y="104095"/>
                  <a:pt x="0" y="80792"/>
                  <a:pt x="0" y="52048"/>
                </a:cubicBezTo>
                <a:cubicBezTo>
                  <a:pt x="0" y="23303"/>
                  <a:pt x="16417" y="0"/>
                  <a:pt x="36666" y="0"/>
                </a:cubicBezTo>
                <a:cubicBezTo>
                  <a:pt x="56915" y="0"/>
                  <a:pt x="73332" y="23303"/>
                  <a:pt x="73332" y="52048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9FD63-E338-4EDD-B3B9-A407659A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42" y="1425074"/>
            <a:ext cx="73332" cy="104095"/>
          </a:xfrm>
          <a:custGeom xmlns:a="http://schemas.openxmlformats.org/drawingml/2006/main">
            <a:pathLst>
              <a:path w="73332" h="104095" fill="none">
                <a:moveTo>
                  <a:pt x="73332" y="52048"/>
                </a:moveTo>
                <a:cubicBezTo>
                  <a:pt x="73332" y="80792"/>
                  <a:pt x="56915" y="104095"/>
                  <a:pt x="36666" y="104095"/>
                </a:cubicBezTo>
                <a:cubicBezTo>
                  <a:pt x="16417" y="104095"/>
                  <a:pt x="0" y="80792"/>
                  <a:pt x="0" y="52048"/>
                </a:cubicBezTo>
                <a:cubicBezTo>
                  <a:pt x="0" y="23303"/>
                  <a:pt x="16417" y="0"/>
                  <a:pt x="36666" y="0"/>
                </a:cubicBezTo>
                <a:cubicBezTo>
                  <a:pt x="56915" y="0"/>
                  <a:pt x="73332" y="23303"/>
                  <a:pt x="73332" y="520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85004-F219-4C47-BB3D-98261068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87" y="1461746"/>
            <a:ext cx="476068" cy="497409"/>
          </a:xfrm>
          <a:custGeom xmlns:a="http://schemas.openxmlformats.org/drawingml/2006/main">
            <a:pathLst>
              <a:path w="476068" h="497409">
                <a:moveTo>
                  <a:pt x="465423" y="0"/>
                </a:moveTo>
                <a:lnTo>
                  <a:pt x="0" y="13012"/>
                </a:lnTo>
                <a:lnTo>
                  <a:pt x="0" y="443587"/>
                </a:lnTo>
                <a:lnTo>
                  <a:pt x="476068" y="497409"/>
                </a:lnTo>
                <a:lnTo>
                  <a:pt x="476068" y="10055"/>
                </a:lnTo>
                <a:lnTo>
                  <a:pt x="465423" y="0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B89B0-65CC-4769-ABDF-FAC8E95E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87" y="1461748"/>
            <a:ext cx="476068" cy="497409"/>
          </a:xfrm>
          <a:custGeom xmlns:a="http://schemas.openxmlformats.org/drawingml/2006/main">
            <a:pathLst>
              <a:path w="476068" h="497409" fill="none">
                <a:moveTo>
                  <a:pt x="465423" y="0"/>
                </a:moveTo>
                <a:lnTo>
                  <a:pt x="0" y="13012"/>
                </a:lnTo>
                <a:lnTo>
                  <a:pt x="0" y="443587"/>
                </a:lnTo>
                <a:lnTo>
                  <a:pt x="476068" y="497409"/>
                </a:lnTo>
                <a:lnTo>
                  <a:pt x="476068" y="10055"/>
                </a:lnTo>
                <a:lnTo>
                  <a:pt x="46542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F3FFE5-9433-422D-B4DD-EC128CB4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22" y="1497828"/>
            <a:ext cx="219997" cy="313468"/>
          </a:xfrm>
          <a:custGeom xmlns:a="http://schemas.openxmlformats.org/drawingml/2006/main">
            <a:pathLst>
              <a:path w="219997" h="313468">
                <a:moveTo>
                  <a:pt x="219997" y="156734"/>
                </a:moveTo>
                <a:cubicBezTo>
                  <a:pt x="219997" y="243299"/>
                  <a:pt x="170746" y="313468"/>
                  <a:pt x="109998" y="313468"/>
                </a:cubicBezTo>
                <a:cubicBezTo>
                  <a:pt x="49251" y="313468"/>
                  <a:pt x="0" y="243299"/>
                  <a:pt x="0" y="156734"/>
                </a:cubicBezTo>
                <a:cubicBezTo>
                  <a:pt x="0" y="70175"/>
                  <a:pt x="49251" y="0"/>
                  <a:pt x="109998" y="0"/>
                </a:cubicBezTo>
                <a:cubicBezTo>
                  <a:pt x="170746" y="0"/>
                  <a:pt x="219997" y="70175"/>
                  <a:pt x="219997" y="15673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C7021-1B02-416E-BB34-DF6AA2D4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767" y="1512616"/>
            <a:ext cx="198707" cy="283896"/>
          </a:xfrm>
          <a:custGeom xmlns:a="http://schemas.openxmlformats.org/drawingml/2006/main">
            <a:pathLst>
              <a:path w="198707" h="283896">
                <a:moveTo>
                  <a:pt x="198707" y="141948"/>
                </a:moveTo>
                <a:cubicBezTo>
                  <a:pt x="198707" y="220345"/>
                  <a:pt x="154222" y="283896"/>
                  <a:pt x="99353" y="283896"/>
                </a:cubicBezTo>
                <a:cubicBezTo>
                  <a:pt x="44484" y="283896"/>
                  <a:pt x="0" y="220345"/>
                  <a:pt x="0" y="141948"/>
                </a:cubicBezTo>
                <a:cubicBezTo>
                  <a:pt x="0" y="63551"/>
                  <a:pt x="44484" y="0"/>
                  <a:pt x="99353" y="0"/>
                </a:cubicBezTo>
                <a:cubicBezTo>
                  <a:pt x="154222" y="0"/>
                  <a:pt x="198707" y="63551"/>
                  <a:pt x="198707" y="141948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C50C8A-ED87-42CB-9E08-2A60AC35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55" y="1602518"/>
            <a:ext cx="73332" cy="104095"/>
          </a:xfrm>
          <a:custGeom xmlns:a="http://schemas.openxmlformats.org/drawingml/2006/main">
            <a:pathLst>
              <a:path w="73332" h="104095">
                <a:moveTo>
                  <a:pt x="73332" y="52048"/>
                </a:moveTo>
                <a:cubicBezTo>
                  <a:pt x="73332" y="80792"/>
                  <a:pt x="56915" y="104095"/>
                  <a:pt x="36666" y="104095"/>
                </a:cubicBezTo>
                <a:cubicBezTo>
                  <a:pt x="16417" y="104095"/>
                  <a:pt x="0" y="80792"/>
                  <a:pt x="0" y="52048"/>
                </a:cubicBezTo>
                <a:cubicBezTo>
                  <a:pt x="0" y="23303"/>
                  <a:pt x="16417" y="0"/>
                  <a:pt x="36666" y="0"/>
                </a:cubicBezTo>
                <a:cubicBezTo>
                  <a:pt x="56915" y="0"/>
                  <a:pt x="73332" y="23303"/>
                  <a:pt x="73332" y="52048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17D9B-C754-4462-A384-1184DC68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455" y="1602519"/>
            <a:ext cx="73332" cy="104095"/>
          </a:xfrm>
          <a:custGeom xmlns:a="http://schemas.openxmlformats.org/drawingml/2006/main">
            <a:pathLst>
              <a:path w="73332" h="104095" fill="none">
                <a:moveTo>
                  <a:pt x="73332" y="52048"/>
                </a:moveTo>
                <a:cubicBezTo>
                  <a:pt x="73332" y="80792"/>
                  <a:pt x="56915" y="104095"/>
                  <a:pt x="36666" y="104095"/>
                </a:cubicBezTo>
                <a:cubicBezTo>
                  <a:pt x="16417" y="104095"/>
                  <a:pt x="0" y="80792"/>
                  <a:pt x="0" y="52048"/>
                </a:cubicBezTo>
                <a:cubicBezTo>
                  <a:pt x="0" y="23303"/>
                  <a:pt x="16417" y="0"/>
                  <a:pt x="36666" y="0"/>
                </a:cubicBezTo>
                <a:cubicBezTo>
                  <a:pt x="56915" y="0"/>
                  <a:pt x="73332" y="23303"/>
                  <a:pt x="73332" y="520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603A7-04CE-4644-9F21-D5EF6D2E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810" y="1638600"/>
            <a:ext cx="219997" cy="313468"/>
          </a:xfrm>
          <a:custGeom xmlns:a="http://schemas.openxmlformats.org/drawingml/2006/main">
            <a:pathLst>
              <a:path w="219997" h="313468">
                <a:moveTo>
                  <a:pt x="219997" y="156734"/>
                </a:moveTo>
                <a:cubicBezTo>
                  <a:pt x="219997" y="243293"/>
                  <a:pt x="170746" y="313468"/>
                  <a:pt x="109998" y="313468"/>
                </a:cubicBezTo>
                <a:cubicBezTo>
                  <a:pt x="49245" y="313468"/>
                  <a:pt x="0" y="243293"/>
                  <a:pt x="0" y="156734"/>
                </a:cubicBezTo>
                <a:cubicBezTo>
                  <a:pt x="0" y="70170"/>
                  <a:pt x="49245" y="0"/>
                  <a:pt x="109998" y="0"/>
                </a:cubicBezTo>
                <a:cubicBezTo>
                  <a:pt x="170746" y="0"/>
                  <a:pt x="219997" y="70170"/>
                  <a:pt x="219997" y="15673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F806B4-910D-4A3C-933B-2821514D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455" y="1653388"/>
            <a:ext cx="198707" cy="283896"/>
          </a:xfrm>
          <a:custGeom xmlns:a="http://schemas.openxmlformats.org/drawingml/2006/main">
            <a:pathLst>
              <a:path w="198707" h="283896">
                <a:moveTo>
                  <a:pt x="198707" y="141948"/>
                </a:moveTo>
                <a:cubicBezTo>
                  <a:pt x="198707" y="220345"/>
                  <a:pt x="154222" y="283896"/>
                  <a:pt x="99353" y="283896"/>
                </a:cubicBezTo>
                <a:cubicBezTo>
                  <a:pt x="44484" y="283896"/>
                  <a:pt x="0" y="220345"/>
                  <a:pt x="0" y="141948"/>
                </a:cubicBezTo>
                <a:cubicBezTo>
                  <a:pt x="0" y="63551"/>
                  <a:pt x="44484" y="0"/>
                  <a:pt x="99353" y="0"/>
                </a:cubicBezTo>
                <a:cubicBezTo>
                  <a:pt x="154222" y="0"/>
                  <a:pt x="198707" y="63551"/>
                  <a:pt x="198707" y="141948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EF8653-DC57-4F75-8771-FD96267E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42" y="1743290"/>
            <a:ext cx="73332" cy="104095"/>
          </a:xfrm>
          <a:custGeom xmlns:a="http://schemas.openxmlformats.org/drawingml/2006/main">
            <a:pathLst>
              <a:path w="73332" h="104095">
                <a:moveTo>
                  <a:pt x="73332" y="52048"/>
                </a:moveTo>
                <a:cubicBezTo>
                  <a:pt x="73332" y="80792"/>
                  <a:pt x="56915" y="104095"/>
                  <a:pt x="36666" y="104095"/>
                </a:cubicBezTo>
                <a:cubicBezTo>
                  <a:pt x="16417" y="104095"/>
                  <a:pt x="0" y="80792"/>
                  <a:pt x="0" y="52048"/>
                </a:cubicBezTo>
                <a:cubicBezTo>
                  <a:pt x="0" y="23303"/>
                  <a:pt x="16417" y="0"/>
                  <a:pt x="36666" y="0"/>
                </a:cubicBezTo>
                <a:cubicBezTo>
                  <a:pt x="56915" y="0"/>
                  <a:pt x="73332" y="23303"/>
                  <a:pt x="73332" y="52048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72325-5A9B-4E23-AC2E-CE319898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42" y="1743291"/>
            <a:ext cx="73332" cy="104095"/>
          </a:xfrm>
          <a:custGeom xmlns:a="http://schemas.openxmlformats.org/drawingml/2006/main">
            <a:pathLst>
              <a:path w="73332" h="104095" fill="none">
                <a:moveTo>
                  <a:pt x="73332" y="52048"/>
                </a:moveTo>
                <a:cubicBezTo>
                  <a:pt x="73332" y="80792"/>
                  <a:pt x="56915" y="104095"/>
                  <a:pt x="36666" y="104095"/>
                </a:cubicBezTo>
                <a:cubicBezTo>
                  <a:pt x="16417" y="104095"/>
                  <a:pt x="0" y="80792"/>
                  <a:pt x="0" y="52048"/>
                </a:cubicBezTo>
                <a:cubicBezTo>
                  <a:pt x="0" y="23303"/>
                  <a:pt x="16417" y="0"/>
                  <a:pt x="36666" y="0"/>
                </a:cubicBezTo>
                <a:cubicBezTo>
                  <a:pt x="56915" y="0"/>
                  <a:pt x="73332" y="23303"/>
                  <a:pt x="73332" y="520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08814-F50B-437B-805B-FC1BB7D4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810" y="1956805"/>
            <a:ext cx="219997" cy="313468"/>
          </a:xfrm>
          <a:custGeom xmlns:a="http://schemas.openxmlformats.org/drawingml/2006/main">
            <a:pathLst>
              <a:path w="219997" h="313468">
                <a:moveTo>
                  <a:pt x="219997" y="156734"/>
                </a:moveTo>
                <a:cubicBezTo>
                  <a:pt x="219997" y="243299"/>
                  <a:pt x="170746" y="313468"/>
                  <a:pt x="109998" y="313468"/>
                </a:cubicBezTo>
                <a:cubicBezTo>
                  <a:pt x="49245" y="313468"/>
                  <a:pt x="0" y="243299"/>
                  <a:pt x="0" y="156734"/>
                </a:cubicBezTo>
                <a:cubicBezTo>
                  <a:pt x="0" y="70175"/>
                  <a:pt x="49245" y="0"/>
                  <a:pt x="109998" y="0"/>
                </a:cubicBezTo>
                <a:cubicBezTo>
                  <a:pt x="170746" y="0"/>
                  <a:pt x="219997" y="70175"/>
                  <a:pt x="219997" y="156734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4A197-2544-43A1-934F-ADB73630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455" y="1971593"/>
            <a:ext cx="198707" cy="283896"/>
          </a:xfrm>
          <a:custGeom xmlns:a="http://schemas.openxmlformats.org/drawingml/2006/main">
            <a:pathLst>
              <a:path w="198707" h="283896">
                <a:moveTo>
                  <a:pt x="198707" y="141948"/>
                </a:moveTo>
                <a:cubicBezTo>
                  <a:pt x="198707" y="220345"/>
                  <a:pt x="154222" y="283896"/>
                  <a:pt x="99353" y="283896"/>
                </a:cubicBezTo>
                <a:cubicBezTo>
                  <a:pt x="44484" y="283896"/>
                  <a:pt x="0" y="220345"/>
                  <a:pt x="0" y="141948"/>
                </a:cubicBezTo>
                <a:cubicBezTo>
                  <a:pt x="0" y="63551"/>
                  <a:pt x="44484" y="0"/>
                  <a:pt x="99353" y="0"/>
                </a:cubicBezTo>
                <a:cubicBezTo>
                  <a:pt x="154222" y="0"/>
                  <a:pt x="198707" y="63551"/>
                  <a:pt x="198707" y="141948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8B4281-ECA4-45B2-8663-D2C30A5C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42" y="2061495"/>
            <a:ext cx="73332" cy="104095"/>
          </a:xfrm>
          <a:custGeom xmlns:a="http://schemas.openxmlformats.org/drawingml/2006/main">
            <a:pathLst>
              <a:path w="73332" h="104095">
                <a:moveTo>
                  <a:pt x="73332" y="52048"/>
                </a:moveTo>
                <a:cubicBezTo>
                  <a:pt x="73332" y="80792"/>
                  <a:pt x="56915" y="104095"/>
                  <a:pt x="36666" y="104095"/>
                </a:cubicBezTo>
                <a:cubicBezTo>
                  <a:pt x="16417" y="104095"/>
                  <a:pt x="0" y="80792"/>
                  <a:pt x="0" y="52048"/>
                </a:cubicBezTo>
                <a:cubicBezTo>
                  <a:pt x="0" y="23303"/>
                  <a:pt x="16417" y="0"/>
                  <a:pt x="36666" y="0"/>
                </a:cubicBezTo>
                <a:cubicBezTo>
                  <a:pt x="56915" y="0"/>
                  <a:pt x="73332" y="23303"/>
                  <a:pt x="73332" y="52048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420426-DD1A-4D96-9369-908AC7DA2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142" y="2061497"/>
            <a:ext cx="73332" cy="104095"/>
          </a:xfrm>
          <a:custGeom xmlns:a="http://schemas.openxmlformats.org/drawingml/2006/main">
            <a:pathLst>
              <a:path w="73332" h="104095" fill="none">
                <a:moveTo>
                  <a:pt x="73332" y="52048"/>
                </a:moveTo>
                <a:cubicBezTo>
                  <a:pt x="73332" y="80792"/>
                  <a:pt x="56915" y="104095"/>
                  <a:pt x="36666" y="104095"/>
                </a:cubicBezTo>
                <a:cubicBezTo>
                  <a:pt x="16417" y="104095"/>
                  <a:pt x="0" y="80792"/>
                  <a:pt x="0" y="52048"/>
                </a:cubicBezTo>
                <a:cubicBezTo>
                  <a:pt x="0" y="23303"/>
                  <a:pt x="16417" y="0"/>
                  <a:pt x="36666" y="0"/>
                </a:cubicBezTo>
                <a:cubicBezTo>
                  <a:pt x="56915" y="0"/>
                  <a:pt x="73332" y="23303"/>
                  <a:pt x="73332" y="520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34D91-EAD8-46E1-B1AB-9E188069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36" y="1292614"/>
            <a:ext cx="382037" cy="338309"/>
          </a:xfrm>
          <a:custGeom xmlns:a="http://schemas.openxmlformats.org/drawingml/2006/main">
            <a:pathLst>
              <a:path w="382037" h="338309">
                <a:moveTo>
                  <a:pt x="105859" y="338309"/>
                </a:moveTo>
                <a:cubicBezTo>
                  <a:pt x="104084" y="338309"/>
                  <a:pt x="101719" y="337718"/>
                  <a:pt x="99945" y="337126"/>
                </a:cubicBezTo>
                <a:cubicBezTo>
                  <a:pt x="82203" y="327663"/>
                  <a:pt x="54999" y="299273"/>
                  <a:pt x="36666" y="269110"/>
                </a:cubicBezTo>
                <a:cubicBezTo>
                  <a:pt x="18333" y="240129"/>
                  <a:pt x="0" y="198136"/>
                  <a:pt x="13602" y="160874"/>
                </a:cubicBezTo>
                <a:cubicBezTo>
                  <a:pt x="20107" y="142539"/>
                  <a:pt x="46720" y="112375"/>
                  <a:pt x="199889" y="55596"/>
                </a:cubicBezTo>
                <a:cubicBezTo>
                  <a:pt x="282092" y="25432"/>
                  <a:pt x="362521" y="1774"/>
                  <a:pt x="363704" y="1774"/>
                </a:cubicBezTo>
                <a:cubicBezTo>
                  <a:pt x="370801" y="0"/>
                  <a:pt x="377897" y="4140"/>
                  <a:pt x="380263" y="11238"/>
                </a:cubicBezTo>
                <a:cubicBezTo>
                  <a:pt x="382037" y="18335"/>
                  <a:pt x="377897" y="26024"/>
                  <a:pt x="371392" y="28390"/>
                </a:cubicBezTo>
                <a:cubicBezTo>
                  <a:pt x="241287" y="66242"/>
                  <a:pt x="51451" y="135442"/>
                  <a:pt x="39032" y="170929"/>
                </a:cubicBezTo>
                <a:cubicBezTo>
                  <a:pt x="28978" y="198727"/>
                  <a:pt x="47311" y="235397"/>
                  <a:pt x="59730" y="254323"/>
                </a:cubicBezTo>
                <a:cubicBezTo>
                  <a:pt x="79246" y="285079"/>
                  <a:pt x="102902" y="307554"/>
                  <a:pt x="112955" y="312285"/>
                </a:cubicBezTo>
                <a:cubicBezTo>
                  <a:pt x="119460" y="315834"/>
                  <a:pt x="121826" y="324114"/>
                  <a:pt x="118869" y="330620"/>
                </a:cubicBezTo>
                <a:cubicBezTo>
                  <a:pt x="115321" y="335352"/>
                  <a:pt x="110590" y="338309"/>
                  <a:pt x="105859" y="338309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C4210-99E2-4C30-A608-AC31EBEC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36" y="1292615"/>
            <a:ext cx="382037" cy="338309"/>
          </a:xfrm>
          <a:custGeom xmlns:a="http://schemas.openxmlformats.org/drawingml/2006/main">
            <a:pathLst>
              <a:path w="382037" h="338309" fill="none">
                <a:moveTo>
                  <a:pt x="105859" y="338309"/>
                </a:moveTo>
                <a:cubicBezTo>
                  <a:pt x="104084" y="338309"/>
                  <a:pt x="101719" y="337718"/>
                  <a:pt x="99945" y="337126"/>
                </a:cubicBezTo>
                <a:cubicBezTo>
                  <a:pt x="82203" y="327663"/>
                  <a:pt x="54999" y="299273"/>
                  <a:pt x="36666" y="269110"/>
                </a:cubicBezTo>
                <a:cubicBezTo>
                  <a:pt x="18333" y="240129"/>
                  <a:pt x="0" y="198136"/>
                  <a:pt x="13602" y="160874"/>
                </a:cubicBezTo>
                <a:cubicBezTo>
                  <a:pt x="20107" y="142539"/>
                  <a:pt x="46720" y="112375"/>
                  <a:pt x="199889" y="55596"/>
                </a:cubicBezTo>
                <a:cubicBezTo>
                  <a:pt x="282092" y="25432"/>
                  <a:pt x="362521" y="1774"/>
                  <a:pt x="363704" y="1774"/>
                </a:cubicBezTo>
                <a:cubicBezTo>
                  <a:pt x="370801" y="0"/>
                  <a:pt x="377897" y="4140"/>
                  <a:pt x="380263" y="11238"/>
                </a:cubicBezTo>
                <a:cubicBezTo>
                  <a:pt x="382037" y="18335"/>
                  <a:pt x="377897" y="26024"/>
                  <a:pt x="371392" y="28390"/>
                </a:cubicBezTo>
                <a:cubicBezTo>
                  <a:pt x="241287" y="66242"/>
                  <a:pt x="51451" y="135442"/>
                  <a:pt x="39032" y="170929"/>
                </a:cubicBezTo>
                <a:cubicBezTo>
                  <a:pt x="28978" y="198727"/>
                  <a:pt x="47311" y="235397"/>
                  <a:pt x="59730" y="254323"/>
                </a:cubicBezTo>
                <a:cubicBezTo>
                  <a:pt x="79246" y="285079"/>
                  <a:pt x="102902" y="307554"/>
                  <a:pt x="112955" y="312285"/>
                </a:cubicBezTo>
                <a:cubicBezTo>
                  <a:pt x="119460" y="315834"/>
                  <a:pt x="121826" y="324114"/>
                  <a:pt x="118869" y="330620"/>
                </a:cubicBezTo>
                <a:cubicBezTo>
                  <a:pt x="115321" y="335352"/>
                  <a:pt x="110590" y="338309"/>
                  <a:pt x="105859" y="33830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C3BC3-F7C6-4A6D-A78F-FA7BD9F9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85" y="1237612"/>
            <a:ext cx="571873" cy="474343"/>
          </a:xfrm>
          <a:custGeom xmlns:a="http://schemas.openxmlformats.org/drawingml/2006/main">
            <a:pathLst>
              <a:path w="571873" h="474343">
                <a:moveTo>
                  <a:pt x="58547" y="474343"/>
                </a:moveTo>
                <a:cubicBezTo>
                  <a:pt x="56182" y="474343"/>
                  <a:pt x="53225" y="473751"/>
                  <a:pt x="51451" y="471977"/>
                </a:cubicBezTo>
                <a:cubicBezTo>
                  <a:pt x="14193" y="445953"/>
                  <a:pt x="0" y="390948"/>
                  <a:pt x="10054" y="308737"/>
                </a:cubicBezTo>
                <a:cubicBezTo>
                  <a:pt x="14785" y="270884"/>
                  <a:pt x="31935" y="237171"/>
                  <a:pt x="62096" y="204642"/>
                </a:cubicBezTo>
                <a:cubicBezTo>
                  <a:pt x="102902" y="160874"/>
                  <a:pt x="169729" y="120064"/>
                  <a:pt x="260211" y="82803"/>
                </a:cubicBezTo>
                <a:cubicBezTo>
                  <a:pt x="461874" y="0"/>
                  <a:pt x="556497" y="27798"/>
                  <a:pt x="560636" y="28981"/>
                </a:cubicBezTo>
                <a:cubicBezTo>
                  <a:pt x="567733" y="31347"/>
                  <a:pt x="571873" y="39036"/>
                  <a:pt x="569507" y="46133"/>
                </a:cubicBezTo>
                <a:cubicBezTo>
                  <a:pt x="567142" y="53230"/>
                  <a:pt x="560045" y="57371"/>
                  <a:pt x="552948" y="55596"/>
                </a:cubicBezTo>
                <a:cubicBezTo>
                  <a:pt x="551766" y="55005"/>
                  <a:pt x="461283" y="30164"/>
                  <a:pt x="269673" y="108827"/>
                </a:cubicBezTo>
                <a:cubicBezTo>
                  <a:pt x="121235" y="169746"/>
                  <a:pt x="44946" y="236580"/>
                  <a:pt x="36075" y="312285"/>
                </a:cubicBezTo>
                <a:cubicBezTo>
                  <a:pt x="27795" y="383259"/>
                  <a:pt x="37849" y="429392"/>
                  <a:pt x="66236" y="449502"/>
                </a:cubicBezTo>
                <a:cubicBezTo>
                  <a:pt x="72149" y="453642"/>
                  <a:pt x="73924" y="462514"/>
                  <a:pt x="69784" y="468428"/>
                </a:cubicBezTo>
                <a:cubicBezTo>
                  <a:pt x="66827" y="472568"/>
                  <a:pt x="62687" y="474343"/>
                  <a:pt x="58547" y="474343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5B040-23B1-4CCD-82E6-B4A1C688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385" y="1237614"/>
            <a:ext cx="571873" cy="474343"/>
          </a:xfrm>
          <a:custGeom xmlns:a="http://schemas.openxmlformats.org/drawingml/2006/main">
            <a:pathLst>
              <a:path w="571873" h="474343" fill="none">
                <a:moveTo>
                  <a:pt x="58547" y="474343"/>
                </a:moveTo>
                <a:cubicBezTo>
                  <a:pt x="56182" y="474343"/>
                  <a:pt x="53225" y="473751"/>
                  <a:pt x="51451" y="471977"/>
                </a:cubicBezTo>
                <a:cubicBezTo>
                  <a:pt x="14193" y="445953"/>
                  <a:pt x="0" y="390948"/>
                  <a:pt x="10054" y="308737"/>
                </a:cubicBezTo>
                <a:cubicBezTo>
                  <a:pt x="14785" y="270884"/>
                  <a:pt x="31935" y="237171"/>
                  <a:pt x="62096" y="204642"/>
                </a:cubicBezTo>
                <a:cubicBezTo>
                  <a:pt x="102902" y="160874"/>
                  <a:pt x="169729" y="120064"/>
                  <a:pt x="260211" y="82803"/>
                </a:cubicBezTo>
                <a:cubicBezTo>
                  <a:pt x="461874" y="0"/>
                  <a:pt x="556497" y="27798"/>
                  <a:pt x="560636" y="28981"/>
                </a:cubicBezTo>
                <a:cubicBezTo>
                  <a:pt x="567733" y="31347"/>
                  <a:pt x="571873" y="39036"/>
                  <a:pt x="569507" y="46133"/>
                </a:cubicBezTo>
                <a:cubicBezTo>
                  <a:pt x="567142" y="53230"/>
                  <a:pt x="560045" y="57371"/>
                  <a:pt x="552948" y="55596"/>
                </a:cubicBezTo>
                <a:cubicBezTo>
                  <a:pt x="551766" y="55005"/>
                  <a:pt x="461283" y="30164"/>
                  <a:pt x="269673" y="108827"/>
                </a:cubicBezTo>
                <a:cubicBezTo>
                  <a:pt x="121235" y="169746"/>
                  <a:pt x="44946" y="236580"/>
                  <a:pt x="36075" y="312285"/>
                </a:cubicBezTo>
                <a:cubicBezTo>
                  <a:pt x="27795" y="383259"/>
                  <a:pt x="37849" y="429392"/>
                  <a:pt x="66236" y="449502"/>
                </a:cubicBezTo>
                <a:cubicBezTo>
                  <a:pt x="72149" y="453642"/>
                  <a:pt x="73924" y="462514"/>
                  <a:pt x="69784" y="468428"/>
                </a:cubicBezTo>
                <a:cubicBezTo>
                  <a:pt x="66827" y="472568"/>
                  <a:pt x="62687" y="474343"/>
                  <a:pt x="58547" y="4743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EE760-34DD-4628-A403-0C8363EE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48" y="1503177"/>
            <a:ext cx="130105" cy="348364"/>
          </a:xfrm>
          <a:custGeom xmlns:a="http://schemas.openxmlformats.org/drawingml/2006/main">
            <a:pathLst>
              <a:path w="130105" h="348364">
                <a:moveTo>
                  <a:pt x="0" y="324706"/>
                </a:moveTo>
                <a:lnTo>
                  <a:pt x="0" y="348364"/>
                </a:lnTo>
                <a:lnTo>
                  <a:pt x="82794" y="348364"/>
                </a:lnTo>
                <a:lnTo>
                  <a:pt x="94031" y="333578"/>
                </a:lnTo>
                <a:lnTo>
                  <a:pt x="130105" y="333578"/>
                </a:lnTo>
                <a:lnTo>
                  <a:pt x="130105" y="23658"/>
                </a:lnTo>
                <a:lnTo>
                  <a:pt x="94031" y="15969"/>
                </a:lnTo>
                <a:lnTo>
                  <a:pt x="76881" y="0"/>
                </a:lnTo>
                <a:lnTo>
                  <a:pt x="11236" y="0"/>
                </a:lnTo>
                <a:lnTo>
                  <a:pt x="0" y="35487"/>
                </a:lnTo>
                <a:lnTo>
                  <a:pt x="0" y="3247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8B42F-03CF-4CA5-B444-D5DACF70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48" y="1503179"/>
            <a:ext cx="130105" cy="348364"/>
          </a:xfrm>
          <a:custGeom xmlns:a="http://schemas.openxmlformats.org/drawingml/2006/main">
            <a:pathLst>
              <a:path w="130105" h="348364" fill="none">
                <a:moveTo>
                  <a:pt x="0" y="324706"/>
                </a:moveTo>
                <a:lnTo>
                  <a:pt x="0" y="348364"/>
                </a:lnTo>
                <a:lnTo>
                  <a:pt x="82794" y="348364"/>
                </a:lnTo>
                <a:lnTo>
                  <a:pt x="94031" y="333578"/>
                </a:lnTo>
                <a:lnTo>
                  <a:pt x="130105" y="333578"/>
                </a:lnTo>
                <a:lnTo>
                  <a:pt x="130105" y="23658"/>
                </a:lnTo>
                <a:lnTo>
                  <a:pt x="94031" y="15969"/>
                </a:lnTo>
                <a:lnTo>
                  <a:pt x="76881" y="0"/>
                </a:lnTo>
                <a:lnTo>
                  <a:pt x="11236" y="0"/>
                </a:lnTo>
                <a:lnTo>
                  <a:pt x="0" y="35487"/>
                </a:lnTo>
                <a:lnTo>
                  <a:pt x="0" y="3247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F6230A-11CC-4A21-BD90-AECD83F8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48" y="1538667"/>
            <a:ext cx="58547" cy="289219"/>
          </a:xfrm>
          <a:custGeom xmlns:a="http://schemas.openxmlformats.org/drawingml/2006/main">
            <a:pathLst>
              <a:path w="58547" h="289219">
                <a:moveTo>
                  <a:pt x="0" y="0"/>
                </a:moveTo>
                <a:lnTo>
                  <a:pt x="58547" y="0"/>
                </a:lnTo>
                <a:lnTo>
                  <a:pt x="58547" y="289219"/>
                </a:lnTo>
                <a:lnTo>
                  <a:pt x="0" y="2892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4AD66-9F7D-4DE0-9C42-E35206D36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148" y="1538669"/>
            <a:ext cx="58547" cy="289219"/>
          </a:xfrm>
          <a:custGeom xmlns:a="http://schemas.openxmlformats.org/drawingml/2006/main">
            <a:pathLst>
              <a:path w="58547" h="289219" fill="none">
                <a:moveTo>
                  <a:pt x="0" y="0"/>
                </a:moveTo>
                <a:lnTo>
                  <a:pt x="58547" y="0"/>
                </a:lnTo>
                <a:lnTo>
                  <a:pt x="58547" y="289219"/>
                </a:lnTo>
                <a:lnTo>
                  <a:pt x="0" y="2892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FFFFFF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6E44FB-BEFC-4D72-A62E-F154FF951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53" y="1672338"/>
            <a:ext cx="136019" cy="151411"/>
          </a:xfrm>
          <a:custGeom xmlns:a="http://schemas.openxmlformats.org/drawingml/2006/main">
            <a:pathLst>
              <a:path w="136019" h="151411">
                <a:moveTo>
                  <a:pt x="136019" y="10055"/>
                </a:moveTo>
                <a:lnTo>
                  <a:pt x="0" y="0"/>
                </a:lnTo>
                <a:lnTo>
                  <a:pt x="0" y="131893"/>
                </a:lnTo>
                <a:lnTo>
                  <a:pt x="130105" y="151411"/>
                </a:lnTo>
                <a:lnTo>
                  <a:pt x="136019" y="100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854439-C332-4B60-93B6-45DA34BC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53" y="1672340"/>
            <a:ext cx="136019" cy="151411"/>
          </a:xfrm>
          <a:custGeom xmlns:a="http://schemas.openxmlformats.org/drawingml/2006/main">
            <a:pathLst>
              <a:path w="136019" h="151411" fill="none">
                <a:moveTo>
                  <a:pt x="136019" y="10055"/>
                </a:moveTo>
                <a:lnTo>
                  <a:pt x="0" y="0"/>
                </a:lnTo>
                <a:lnTo>
                  <a:pt x="0" y="131893"/>
                </a:lnTo>
                <a:lnTo>
                  <a:pt x="130105" y="151411"/>
                </a:lnTo>
                <a:lnTo>
                  <a:pt x="136019" y="1005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FE515-6663-4132-8F7E-3D9657CC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36" y="1688310"/>
            <a:ext cx="133062" cy="11829"/>
          </a:xfrm>
          <a:custGeom xmlns:a="http://schemas.openxmlformats.org/drawingml/2006/main">
            <a:pathLst>
              <a:path w="133062" h="11829" fill="none">
                <a:moveTo>
                  <a:pt x="0" y="0"/>
                </a:moveTo>
                <a:lnTo>
                  <a:pt x="133062" y="11829"/>
                </a:ln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7E62DF-6BB4-4F8B-8D2A-3D948655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53" y="1710786"/>
            <a:ext cx="133654" cy="15378"/>
          </a:xfrm>
          <a:custGeom xmlns:a="http://schemas.openxmlformats.org/drawingml/2006/main">
            <a:pathLst>
              <a:path w="133654" h="15378" fill="none">
                <a:moveTo>
                  <a:pt x="0" y="0"/>
                </a:moveTo>
                <a:lnTo>
                  <a:pt x="133654" y="15378"/>
                </a:ln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C719D3-7908-4095-90AD-68B67C15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544" y="1732672"/>
            <a:ext cx="131880" cy="16561"/>
          </a:xfrm>
          <a:custGeom xmlns:a="http://schemas.openxmlformats.org/drawingml/2006/main">
            <a:pathLst>
              <a:path w="131880" h="16561" fill="none">
                <a:moveTo>
                  <a:pt x="0" y="0"/>
                </a:moveTo>
                <a:lnTo>
                  <a:pt x="131880" y="16561"/>
                </a:ln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DC0747-B652-4CA6-ADAC-BD73CD38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53" y="1755148"/>
            <a:ext cx="132471" cy="17152"/>
          </a:xfrm>
          <a:custGeom xmlns:a="http://schemas.openxmlformats.org/drawingml/2006/main">
            <a:pathLst>
              <a:path w="132471" h="17152" fill="none">
                <a:moveTo>
                  <a:pt x="0" y="0"/>
                </a:moveTo>
                <a:lnTo>
                  <a:pt x="132471" y="17152"/>
                </a:ln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204BD-309D-4AE3-A1F5-C72FAD5D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770" y="1774076"/>
            <a:ext cx="131288" cy="18926"/>
          </a:xfrm>
          <a:custGeom xmlns:a="http://schemas.openxmlformats.org/drawingml/2006/main">
            <a:pathLst>
              <a:path w="131288" h="18926" fill="none">
                <a:moveTo>
                  <a:pt x="0" y="0"/>
                </a:moveTo>
                <a:lnTo>
                  <a:pt x="131288" y="18926"/>
                </a:ln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E5CB9-908C-4834-8171-C28CB133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62" y="1791229"/>
            <a:ext cx="130105" cy="21292"/>
          </a:xfrm>
          <a:custGeom xmlns:a="http://schemas.openxmlformats.org/drawingml/2006/main">
            <a:pathLst>
              <a:path w="130105" h="21292" fill="none">
                <a:moveTo>
                  <a:pt x="0" y="0"/>
                </a:moveTo>
                <a:lnTo>
                  <a:pt x="130105" y="21292"/>
                </a:ln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14CD2-C230-42A8-9DC7-F8429318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53" y="1592504"/>
            <a:ext cx="8279" cy="79846"/>
          </a:xfrm>
          <a:custGeom xmlns:a="http://schemas.openxmlformats.org/drawingml/2006/main">
            <a:pathLst>
              <a:path w="8279" h="79846">
                <a:moveTo>
                  <a:pt x="0" y="79846"/>
                </a:moveTo>
                <a:lnTo>
                  <a:pt x="0" y="0"/>
                </a:lnTo>
                <a:lnTo>
                  <a:pt x="8279" y="4732"/>
                </a:lnTo>
                <a:lnTo>
                  <a:pt x="8279" y="79846"/>
                </a:lnTo>
                <a:lnTo>
                  <a:pt x="0" y="79846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3EF142-5607-4845-9D80-D8D66BD5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953" y="1592506"/>
            <a:ext cx="8279" cy="79846"/>
          </a:xfrm>
          <a:custGeom xmlns:a="http://schemas.openxmlformats.org/drawingml/2006/main">
            <a:pathLst>
              <a:path w="8279" h="79846" fill="none">
                <a:moveTo>
                  <a:pt x="0" y="79846"/>
                </a:moveTo>
                <a:lnTo>
                  <a:pt x="0" y="0"/>
                </a:lnTo>
                <a:lnTo>
                  <a:pt x="8279" y="4732"/>
                </a:lnTo>
                <a:lnTo>
                  <a:pt x="8279" y="79846"/>
                </a:lnTo>
                <a:lnTo>
                  <a:pt x="0" y="798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6EA97-55FA-44B1-88F1-024DFA7D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74" y="1863983"/>
            <a:ext cx="21881" cy="327663"/>
          </a:xfrm>
          <a:custGeom xmlns:a="http://schemas.openxmlformats.org/drawingml/2006/main">
            <a:pathLst>
              <a:path w="21881" h="327663">
                <a:moveTo>
                  <a:pt x="0" y="0"/>
                </a:moveTo>
                <a:lnTo>
                  <a:pt x="0" y="325297"/>
                </a:lnTo>
                <a:lnTo>
                  <a:pt x="21881" y="327663"/>
                </a:lnTo>
                <a:lnTo>
                  <a:pt x="21881" y="35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0679BA-8027-4BE6-839A-29174895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74" y="1863985"/>
            <a:ext cx="21881" cy="327663"/>
          </a:xfrm>
          <a:custGeom xmlns:a="http://schemas.openxmlformats.org/drawingml/2006/main">
            <a:pathLst>
              <a:path w="21881" h="327663" fill="none">
                <a:moveTo>
                  <a:pt x="0" y="0"/>
                </a:moveTo>
                <a:lnTo>
                  <a:pt x="0" y="325297"/>
                </a:lnTo>
                <a:lnTo>
                  <a:pt x="21881" y="327663"/>
                </a:lnTo>
                <a:lnTo>
                  <a:pt x="21881" y="35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2A4A17-DC71-4FE3-A609-08C3538A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55" y="1853931"/>
            <a:ext cx="639291" cy="446544"/>
          </a:xfrm>
          <a:custGeom xmlns:a="http://schemas.openxmlformats.org/drawingml/2006/main">
            <a:pathLst>
              <a:path w="639291" h="446544">
                <a:moveTo>
                  <a:pt x="0" y="13603"/>
                </a:moveTo>
                <a:lnTo>
                  <a:pt x="256071" y="0"/>
                </a:lnTo>
                <a:lnTo>
                  <a:pt x="256071" y="37853"/>
                </a:lnTo>
                <a:lnTo>
                  <a:pt x="639291" y="81620"/>
                </a:lnTo>
                <a:lnTo>
                  <a:pt x="639291" y="221202"/>
                </a:lnTo>
                <a:lnTo>
                  <a:pt x="570690" y="241311"/>
                </a:lnTo>
                <a:lnTo>
                  <a:pt x="253114" y="198727"/>
                </a:lnTo>
                <a:lnTo>
                  <a:pt x="253114" y="282121"/>
                </a:lnTo>
                <a:lnTo>
                  <a:pt x="625689" y="338901"/>
                </a:lnTo>
                <a:lnTo>
                  <a:pt x="625689" y="446544"/>
                </a:lnTo>
                <a:lnTo>
                  <a:pt x="0" y="337718"/>
                </a:lnTo>
                <a:lnTo>
                  <a:pt x="0" y="13603"/>
                </a:lnTo>
                <a:close/>
              </a:path>
            </a:pathLst>
          </a:custGeom>
          <a:solidFill xmlns:a="http://schemas.openxmlformats.org/drawingml/2006/main">
            <a:srgbClr val="AB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DE57EF-A603-43D4-AC09-C0FB94A7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55" y="1853933"/>
            <a:ext cx="639291" cy="446544"/>
          </a:xfrm>
          <a:custGeom xmlns:a="http://schemas.openxmlformats.org/drawingml/2006/main">
            <a:pathLst>
              <a:path w="639291" h="446544" fill="none">
                <a:moveTo>
                  <a:pt x="0" y="13603"/>
                </a:moveTo>
                <a:lnTo>
                  <a:pt x="256071" y="0"/>
                </a:lnTo>
                <a:lnTo>
                  <a:pt x="256071" y="37853"/>
                </a:lnTo>
                <a:lnTo>
                  <a:pt x="639291" y="81620"/>
                </a:lnTo>
                <a:lnTo>
                  <a:pt x="639291" y="221202"/>
                </a:lnTo>
                <a:lnTo>
                  <a:pt x="570690" y="241311"/>
                </a:lnTo>
                <a:lnTo>
                  <a:pt x="253114" y="198727"/>
                </a:lnTo>
                <a:lnTo>
                  <a:pt x="253114" y="282121"/>
                </a:lnTo>
                <a:lnTo>
                  <a:pt x="625689" y="338901"/>
                </a:lnTo>
                <a:lnTo>
                  <a:pt x="625689" y="446544"/>
                </a:lnTo>
                <a:lnTo>
                  <a:pt x="0" y="337718"/>
                </a:lnTo>
                <a:lnTo>
                  <a:pt x="0" y="136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C076BC-2F46-4D33-BEAF-D12394AE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73" y="1891788"/>
            <a:ext cx="640474" cy="56779"/>
          </a:xfrm>
          <a:custGeom xmlns:a="http://schemas.openxmlformats.org/drawingml/2006/main">
            <a:pathLst>
              <a:path w="640474" h="56779">
                <a:moveTo>
                  <a:pt x="257254" y="0"/>
                </a:moveTo>
                <a:lnTo>
                  <a:pt x="0" y="18335"/>
                </a:lnTo>
                <a:lnTo>
                  <a:pt x="504454" y="56779"/>
                </a:lnTo>
                <a:lnTo>
                  <a:pt x="640474" y="43767"/>
                </a:lnTo>
                <a:lnTo>
                  <a:pt x="257254" y="0"/>
                </a:lnTo>
                <a:close/>
              </a:path>
            </a:pathLst>
          </a:custGeom>
          <a:solidFill xmlns:a="http://schemas.openxmlformats.org/drawingml/2006/main">
            <a:srgbClr val="AB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3A777-3758-4470-A46B-54CB889C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73" y="1891789"/>
            <a:ext cx="640474" cy="56779"/>
          </a:xfrm>
          <a:custGeom xmlns:a="http://schemas.openxmlformats.org/drawingml/2006/main">
            <a:pathLst>
              <a:path w="640474" h="56779" fill="none">
                <a:moveTo>
                  <a:pt x="257254" y="0"/>
                </a:moveTo>
                <a:lnTo>
                  <a:pt x="0" y="18335"/>
                </a:lnTo>
                <a:lnTo>
                  <a:pt x="504454" y="56779"/>
                </a:lnTo>
                <a:lnTo>
                  <a:pt x="640474" y="43767"/>
                </a:lnTo>
                <a:lnTo>
                  <a:pt x="25725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8DA2E-990A-4B27-B38F-D1175327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27" y="1935559"/>
            <a:ext cx="136019" cy="159691"/>
          </a:xfrm>
          <a:custGeom xmlns:a="http://schemas.openxmlformats.org/drawingml/2006/main">
            <a:pathLst>
              <a:path w="136019" h="159691">
                <a:moveTo>
                  <a:pt x="0" y="13012"/>
                </a:moveTo>
                <a:lnTo>
                  <a:pt x="0" y="149045"/>
                </a:lnTo>
                <a:lnTo>
                  <a:pt x="67418" y="159691"/>
                </a:lnTo>
                <a:lnTo>
                  <a:pt x="136019" y="139582"/>
                </a:lnTo>
                <a:lnTo>
                  <a:pt x="136019" y="0"/>
                </a:lnTo>
                <a:lnTo>
                  <a:pt x="0" y="13012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06D2D-AA27-4918-BDDE-0D40012B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27" y="1935560"/>
            <a:ext cx="136019" cy="159691"/>
          </a:xfrm>
          <a:custGeom xmlns:a="http://schemas.openxmlformats.org/drawingml/2006/main">
            <a:pathLst>
              <a:path w="136019" h="159691" fill="none">
                <a:moveTo>
                  <a:pt x="0" y="13012"/>
                </a:moveTo>
                <a:lnTo>
                  <a:pt x="0" y="149045"/>
                </a:lnTo>
                <a:lnTo>
                  <a:pt x="67418" y="159691"/>
                </a:lnTo>
                <a:lnTo>
                  <a:pt x="136019" y="139582"/>
                </a:lnTo>
                <a:lnTo>
                  <a:pt x="136019" y="0"/>
                </a:lnTo>
                <a:lnTo>
                  <a:pt x="0" y="130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B3885-5848-4AEF-A91E-B1959993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73" y="1910129"/>
            <a:ext cx="504454" cy="174478"/>
          </a:xfrm>
          <a:custGeom xmlns:a="http://schemas.openxmlformats.org/drawingml/2006/main">
            <a:pathLst>
              <a:path w="504454" h="174478">
                <a:moveTo>
                  <a:pt x="0" y="0"/>
                </a:moveTo>
                <a:lnTo>
                  <a:pt x="0" y="118290"/>
                </a:lnTo>
                <a:lnTo>
                  <a:pt x="254297" y="142539"/>
                </a:lnTo>
                <a:lnTo>
                  <a:pt x="504454" y="174478"/>
                </a:lnTo>
                <a:lnTo>
                  <a:pt x="504454" y="38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1A2755-8B8B-4011-9182-DC6F7A5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273" y="1910131"/>
            <a:ext cx="504454" cy="174478"/>
          </a:xfrm>
          <a:custGeom xmlns:a="http://schemas.openxmlformats.org/drawingml/2006/main">
            <a:pathLst>
              <a:path w="504454" h="174478" fill="none">
                <a:moveTo>
                  <a:pt x="0" y="0"/>
                </a:moveTo>
                <a:lnTo>
                  <a:pt x="0" y="118290"/>
                </a:lnTo>
                <a:lnTo>
                  <a:pt x="254297" y="142539"/>
                </a:lnTo>
                <a:lnTo>
                  <a:pt x="504454" y="174478"/>
                </a:lnTo>
                <a:lnTo>
                  <a:pt x="504454" y="384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9E1C4-FFAD-4D1A-B6A2-368D1FB5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314" y="1978741"/>
            <a:ext cx="247792" cy="55596"/>
          </a:xfrm>
          <a:custGeom xmlns:a="http://schemas.openxmlformats.org/drawingml/2006/main">
            <a:pathLst>
              <a:path w="247792" h="55596" fill="none">
                <a:moveTo>
                  <a:pt x="0" y="55596"/>
                </a:moveTo>
                <a:lnTo>
                  <a:pt x="28387" y="0"/>
                </a:lnTo>
                <a:lnTo>
                  <a:pt x="233598" y="21292"/>
                </a:lnTo>
                <a:lnTo>
                  <a:pt x="247792" y="37261"/>
                </a:ln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FFFFFF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84F4E2-E03F-4948-AB55-8C152BE7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06" y="1962772"/>
            <a:ext cx="267308" cy="257281"/>
          </a:xfrm>
          <a:custGeom xmlns:a="http://schemas.openxmlformats.org/drawingml/2006/main">
            <a:pathLst>
              <a:path w="267308" h="257281">
                <a:moveTo>
                  <a:pt x="26021" y="0"/>
                </a:moveTo>
                <a:cubicBezTo>
                  <a:pt x="26021" y="0"/>
                  <a:pt x="0" y="14195"/>
                  <a:pt x="5322" y="68608"/>
                </a:cubicBezTo>
                <a:cubicBezTo>
                  <a:pt x="10645" y="123022"/>
                  <a:pt x="62687" y="192813"/>
                  <a:pt x="101127" y="218245"/>
                </a:cubicBezTo>
                <a:cubicBezTo>
                  <a:pt x="140159" y="243086"/>
                  <a:pt x="231233" y="257281"/>
                  <a:pt x="245426" y="256098"/>
                </a:cubicBezTo>
                <a:cubicBezTo>
                  <a:pt x="259028" y="254915"/>
                  <a:pt x="267308" y="253732"/>
                  <a:pt x="267308" y="253732"/>
                </a:cubicBezTo>
                <a:lnTo>
                  <a:pt x="267308" y="199319"/>
                </a:lnTo>
                <a:cubicBezTo>
                  <a:pt x="267308" y="199319"/>
                  <a:pt x="234190" y="208782"/>
                  <a:pt x="198707" y="199319"/>
                </a:cubicBezTo>
                <a:cubicBezTo>
                  <a:pt x="163223" y="189855"/>
                  <a:pt x="94622" y="89309"/>
                  <a:pt x="86343" y="68017"/>
                </a:cubicBezTo>
                <a:cubicBezTo>
                  <a:pt x="78063" y="46725"/>
                  <a:pt x="96396" y="24249"/>
                  <a:pt x="96396" y="24249"/>
                </a:cubicBezTo>
                <a:lnTo>
                  <a:pt x="96396" y="6506"/>
                </a:lnTo>
                <a:lnTo>
                  <a:pt x="26021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8DDF8C-A764-4422-8A50-D45306AC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06" y="1962774"/>
            <a:ext cx="267308" cy="257281"/>
          </a:xfrm>
          <a:custGeom xmlns:a="http://schemas.openxmlformats.org/drawingml/2006/main">
            <a:pathLst>
              <a:path w="267308" h="257281" fill="none">
                <a:moveTo>
                  <a:pt x="26021" y="0"/>
                </a:moveTo>
                <a:cubicBezTo>
                  <a:pt x="26021" y="0"/>
                  <a:pt x="0" y="14195"/>
                  <a:pt x="5322" y="68608"/>
                </a:cubicBezTo>
                <a:cubicBezTo>
                  <a:pt x="10645" y="123022"/>
                  <a:pt x="62687" y="192813"/>
                  <a:pt x="101127" y="218245"/>
                </a:cubicBezTo>
                <a:cubicBezTo>
                  <a:pt x="140159" y="243086"/>
                  <a:pt x="231233" y="257281"/>
                  <a:pt x="245426" y="256098"/>
                </a:cubicBezTo>
                <a:cubicBezTo>
                  <a:pt x="259028" y="254915"/>
                  <a:pt x="267308" y="253732"/>
                  <a:pt x="267308" y="253732"/>
                </a:cubicBezTo>
                <a:lnTo>
                  <a:pt x="267308" y="199319"/>
                </a:lnTo>
                <a:cubicBezTo>
                  <a:pt x="267308" y="199319"/>
                  <a:pt x="234190" y="208782"/>
                  <a:pt x="198707" y="199319"/>
                </a:cubicBezTo>
                <a:cubicBezTo>
                  <a:pt x="163223" y="189855"/>
                  <a:pt x="94622" y="89309"/>
                  <a:pt x="86343" y="68017"/>
                </a:cubicBezTo>
                <a:cubicBezTo>
                  <a:pt x="78063" y="46725"/>
                  <a:pt x="96396" y="24249"/>
                  <a:pt x="96396" y="24249"/>
                </a:cubicBezTo>
                <a:lnTo>
                  <a:pt x="96396" y="6506"/>
                </a:lnTo>
                <a:lnTo>
                  <a:pt x="2602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63BDFE-707A-4326-8C48-4FA9A645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63" y="1967508"/>
            <a:ext cx="207577" cy="245452"/>
          </a:xfrm>
          <a:custGeom xmlns:a="http://schemas.openxmlformats.org/drawingml/2006/main">
            <a:pathLst>
              <a:path w="207577" h="245452" fill="none">
                <a:moveTo>
                  <a:pt x="23064" y="0"/>
                </a:moveTo>
                <a:cubicBezTo>
                  <a:pt x="23064" y="0"/>
                  <a:pt x="0" y="11829"/>
                  <a:pt x="10645" y="63877"/>
                </a:cubicBezTo>
                <a:cubicBezTo>
                  <a:pt x="21290" y="115924"/>
                  <a:pt x="64461" y="178618"/>
                  <a:pt x="113547" y="212330"/>
                </a:cubicBezTo>
                <a:cubicBezTo>
                  <a:pt x="162632" y="245452"/>
                  <a:pt x="207577" y="238354"/>
                  <a:pt x="207577" y="238354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AA707-2E92-4BD5-BBC5-2259E01D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438" y="1968692"/>
            <a:ext cx="78063" cy="170929"/>
          </a:xfrm>
          <a:custGeom xmlns:a="http://schemas.openxmlformats.org/drawingml/2006/main">
            <a:pathLst>
              <a:path w="78063" h="170929" fill="none">
                <a:moveTo>
                  <a:pt x="23656" y="0"/>
                </a:moveTo>
                <a:cubicBezTo>
                  <a:pt x="23656" y="0"/>
                  <a:pt x="0" y="20109"/>
                  <a:pt x="1774" y="54413"/>
                </a:cubicBezTo>
                <a:cubicBezTo>
                  <a:pt x="3548" y="88717"/>
                  <a:pt x="55591" y="145497"/>
                  <a:pt x="78063" y="1709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78802-3825-4944-A6FE-12D47D0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470" y="1977565"/>
            <a:ext cx="110590" cy="193404"/>
          </a:xfrm>
          <a:custGeom xmlns:a="http://schemas.openxmlformats.org/drawingml/2006/main">
            <a:pathLst>
              <a:path w="110590" h="193404" fill="none">
                <a:moveTo>
                  <a:pt x="11236" y="0"/>
                </a:moveTo>
                <a:cubicBezTo>
                  <a:pt x="11236" y="0"/>
                  <a:pt x="0" y="21292"/>
                  <a:pt x="6505" y="57962"/>
                </a:cubicBezTo>
                <a:cubicBezTo>
                  <a:pt x="13011" y="95223"/>
                  <a:pt x="72149" y="167380"/>
                  <a:pt x="110590" y="193404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98D7D-D446-4060-A8B6-1D509B04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310" y="1963372"/>
            <a:ext cx="75106" cy="195770"/>
          </a:xfrm>
          <a:custGeom xmlns:a="http://schemas.openxmlformats.org/drawingml/2006/main">
            <a:pathLst>
              <a:path w="75106" h="195770" fill="none">
                <a:moveTo>
                  <a:pt x="13602" y="0"/>
                </a:moveTo>
                <a:cubicBezTo>
                  <a:pt x="13602" y="0"/>
                  <a:pt x="0" y="7097"/>
                  <a:pt x="1774" y="47316"/>
                </a:cubicBezTo>
                <a:cubicBezTo>
                  <a:pt x="2957" y="87535"/>
                  <a:pt x="34301" y="153777"/>
                  <a:pt x="75106" y="195770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A2A977-482E-4BC9-9A87-FEBBBA76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51" y="2018970"/>
            <a:ext cx="44354" cy="104095"/>
          </a:xfrm>
          <a:custGeom xmlns:a="http://schemas.openxmlformats.org/drawingml/2006/main">
            <a:pathLst>
              <a:path w="44354" h="104095" fill="none">
                <a:moveTo>
                  <a:pt x="4731" y="0"/>
                </a:moveTo>
                <a:cubicBezTo>
                  <a:pt x="4731" y="0"/>
                  <a:pt x="0" y="40810"/>
                  <a:pt x="44354" y="104095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9907D-704B-44C3-8AF4-4A27903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85" y="2175114"/>
            <a:ext cx="76881" cy="11238"/>
          </a:xfrm>
          <a:custGeom xmlns:a="http://schemas.openxmlformats.org/drawingml/2006/main">
            <a:pathLst>
              <a:path w="76881" h="11238" fill="none">
                <a:moveTo>
                  <a:pt x="0" y="0"/>
                </a:moveTo>
                <a:cubicBezTo>
                  <a:pt x="0" y="0"/>
                  <a:pt x="39623" y="8872"/>
                  <a:pt x="76881" y="11238"/>
                </a:cubicBez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2F903-2F07-4529-AB71-90197D4F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74" y="1851001"/>
            <a:ext cx="277953" cy="16561"/>
          </a:xfrm>
          <a:custGeom xmlns:a="http://schemas.openxmlformats.org/drawingml/2006/main">
            <a:pathLst>
              <a:path w="277953" h="16561">
                <a:moveTo>
                  <a:pt x="0" y="13012"/>
                </a:moveTo>
                <a:lnTo>
                  <a:pt x="177417" y="0"/>
                </a:lnTo>
                <a:lnTo>
                  <a:pt x="277953" y="2957"/>
                </a:lnTo>
                <a:lnTo>
                  <a:pt x="21881" y="16561"/>
                </a:lnTo>
                <a:lnTo>
                  <a:pt x="0" y="1301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4672D0-1688-42B3-9F20-568F1422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74" y="1851003"/>
            <a:ext cx="277953" cy="16561"/>
          </a:xfrm>
          <a:custGeom xmlns:a="http://schemas.openxmlformats.org/drawingml/2006/main">
            <a:pathLst>
              <a:path w="277953" h="16561" fill="none">
                <a:moveTo>
                  <a:pt x="0" y="13012"/>
                </a:moveTo>
                <a:lnTo>
                  <a:pt x="177417" y="0"/>
                </a:lnTo>
                <a:lnTo>
                  <a:pt x="277953" y="2957"/>
                </a:lnTo>
                <a:lnTo>
                  <a:pt x="21881" y="16561"/>
                </a:lnTo>
                <a:lnTo>
                  <a:pt x="0" y="130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D2C17-911F-4FC4-A5A3-56BECFA5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55" y="2046183"/>
            <a:ext cx="253114" cy="145497"/>
          </a:xfrm>
          <a:custGeom xmlns:a="http://schemas.openxmlformats.org/drawingml/2006/main">
            <a:pathLst>
              <a:path w="253114" h="145497">
                <a:moveTo>
                  <a:pt x="1774" y="56188"/>
                </a:moveTo>
                <a:lnTo>
                  <a:pt x="196341" y="29572"/>
                </a:lnTo>
                <a:lnTo>
                  <a:pt x="196341" y="81029"/>
                </a:lnTo>
                <a:lnTo>
                  <a:pt x="1183" y="122430"/>
                </a:lnTo>
                <a:lnTo>
                  <a:pt x="0" y="145497"/>
                </a:lnTo>
                <a:lnTo>
                  <a:pt x="253114" y="89900"/>
                </a:lnTo>
                <a:lnTo>
                  <a:pt x="253114" y="6506"/>
                </a:lnTo>
                <a:lnTo>
                  <a:pt x="179782" y="0"/>
                </a:lnTo>
                <a:lnTo>
                  <a:pt x="0" y="12420"/>
                </a:lnTo>
                <a:lnTo>
                  <a:pt x="1774" y="56188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4E2D25-C1B8-4C32-828C-928044A2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55" y="2046185"/>
            <a:ext cx="253114" cy="145497"/>
          </a:xfrm>
          <a:custGeom xmlns:a="http://schemas.openxmlformats.org/drawingml/2006/main">
            <a:pathLst>
              <a:path w="253114" h="145497" fill="none">
                <a:moveTo>
                  <a:pt x="1774" y="56188"/>
                </a:moveTo>
                <a:lnTo>
                  <a:pt x="196341" y="29572"/>
                </a:lnTo>
                <a:lnTo>
                  <a:pt x="196341" y="81029"/>
                </a:lnTo>
                <a:lnTo>
                  <a:pt x="1183" y="122430"/>
                </a:lnTo>
                <a:lnTo>
                  <a:pt x="0" y="145497"/>
                </a:lnTo>
                <a:lnTo>
                  <a:pt x="253114" y="89900"/>
                </a:lnTo>
                <a:lnTo>
                  <a:pt x="253114" y="6506"/>
                </a:lnTo>
                <a:lnTo>
                  <a:pt x="179782" y="0"/>
                </a:lnTo>
                <a:lnTo>
                  <a:pt x="0" y="12420"/>
                </a:lnTo>
                <a:lnTo>
                  <a:pt x="1774" y="561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C7D03-388C-4406-A47E-EA9D5F2A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40" y="2210018"/>
            <a:ext cx="331178" cy="70382"/>
          </a:xfrm>
          <a:custGeom xmlns:a="http://schemas.openxmlformats.org/drawingml/2006/main">
            <a:pathLst>
              <a:path w="331178" h="70382">
                <a:moveTo>
                  <a:pt x="0" y="0"/>
                </a:moveTo>
                <a:lnTo>
                  <a:pt x="0" y="47907"/>
                </a:lnTo>
                <a:cubicBezTo>
                  <a:pt x="0" y="60328"/>
                  <a:pt x="73924" y="70382"/>
                  <a:pt x="165589" y="70382"/>
                </a:cubicBezTo>
                <a:cubicBezTo>
                  <a:pt x="257254" y="70382"/>
                  <a:pt x="331178" y="60328"/>
                  <a:pt x="331178" y="47907"/>
                </a:cubicBezTo>
                <a:lnTo>
                  <a:pt x="331178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99873-CED7-4E52-A437-FB371AF44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240" y="2187545"/>
            <a:ext cx="331178" cy="44950"/>
          </a:xfrm>
          <a:custGeom xmlns:a="http://schemas.openxmlformats.org/drawingml/2006/main">
            <a:pathLst>
              <a:path w="331178" h="44950">
                <a:moveTo>
                  <a:pt x="331178" y="22475"/>
                </a:moveTo>
                <a:cubicBezTo>
                  <a:pt x="331178" y="34890"/>
                  <a:pt x="257041" y="44950"/>
                  <a:pt x="165589" y="44950"/>
                </a:cubicBezTo>
                <a:cubicBezTo>
                  <a:pt x="74136" y="44950"/>
                  <a:pt x="0" y="34890"/>
                  <a:pt x="0" y="22475"/>
                </a:cubicBezTo>
                <a:cubicBezTo>
                  <a:pt x="0" y="10061"/>
                  <a:pt x="74136" y="0"/>
                  <a:pt x="165589" y="0"/>
                </a:cubicBezTo>
                <a:cubicBezTo>
                  <a:pt x="257041" y="0"/>
                  <a:pt x="331178" y="10061"/>
                  <a:pt x="331178" y="22475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2D8D2-3F3C-4538-AED6-78366366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73" y="2198783"/>
            <a:ext cx="87526" cy="14195"/>
          </a:xfrm>
          <a:custGeom xmlns:a="http://schemas.openxmlformats.org/drawingml/2006/main">
            <a:pathLst>
              <a:path w="87526" h="14195">
                <a:moveTo>
                  <a:pt x="87526" y="7097"/>
                </a:moveTo>
                <a:cubicBezTo>
                  <a:pt x="87526" y="10646"/>
                  <a:pt x="68010" y="14195"/>
                  <a:pt x="43763" y="14195"/>
                </a:cubicBezTo>
                <a:cubicBezTo>
                  <a:pt x="19516" y="14195"/>
                  <a:pt x="0" y="11238"/>
                  <a:pt x="0" y="7097"/>
                </a:cubicBezTo>
                <a:cubicBezTo>
                  <a:pt x="0" y="3549"/>
                  <a:pt x="19516" y="0"/>
                  <a:pt x="43763" y="0"/>
                </a:cubicBezTo>
                <a:cubicBezTo>
                  <a:pt x="68010" y="591"/>
                  <a:pt x="87526" y="3549"/>
                  <a:pt x="87526" y="7097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30042-F23A-4DE6-B3B1-C2165D0B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73" y="2198785"/>
            <a:ext cx="87526" cy="14195"/>
          </a:xfrm>
          <a:custGeom xmlns:a="http://schemas.openxmlformats.org/drawingml/2006/main">
            <a:pathLst>
              <a:path w="87526" h="14195" fill="none">
                <a:moveTo>
                  <a:pt x="87526" y="7097"/>
                </a:moveTo>
                <a:cubicBezTo>
                  <a:pt x="87526" y="10646"/>
                  <a:pt x="68010" y="14195"/>
                  <a:pt x="43763" y="14195"/>
                </a:cubicBezTo>
                <a:cubicBezTo>
                  <a:pt x="19516" y="14195"/>
                  <a:pt x="0" y="11238"/>
                  <a:pt x="0" y="7097"/>
                </a:cubicBezTo>
                <a:cubicBezTo>
                  <a:pt x="0" y="3549"/>
                  <a:pt x="19516" y="0"/>
                  <a:pt x="43763" y="0"/>
                </a:cubicBezTo>
                <a:cubicBezTo>
                  <a:pt x="68010" y="591"/>
                  <a:pt x="87526" y="3549"/>
                  <a:pt x="87526" y="709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2A20E2-088D-4E55-BED1-78824283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08" y="2238414"/>
            <a:ext cx="332952" cy="92858"/>
          </a:xfrm>
          <a:custGeom xmlns:a="http://schemas.openxmlformats.org/drawingml/2006/main">
            <a:pathLst>
              <a:path w="332952" h="92858">
                <a:moveTo>
                  <a:pt x="1774" y="0"/>
                </a:moveTo>
                <a:lnTo>
                  <a:pt x="591" y="47907"/>
                </a:lnTo>
                <a:cubicBezTo>
                  <a:pt x="0" y="60328"/>
                  <a:pt x="73924" y="86943"/>
                  <a:pt x="165589" y="89900"/>
                </a:cubicBezTo>
                <a:cubicBezTo>
                  <a:pt x="257254" y="92858"/>
                  <a:pt x="331178" y="85169"/>
                  <a:pt x="331769" y="72748"/>
                </a:cubicBezTo>
                <a:lnTo>
                  <a:pt x="332952" y="10055"/>
                </a:lnTo>
                <a:lnTo>
                  <a:pt x="177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1CD4B4-70A3-42E7-9F91-444169B2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90" y="2218306"/>
            <a:ext cx="331769" cy="50273"/>
          </a:xfrm>
          <a:custGeom xmlns:a="http://schemas.openxmlformats.org/drawingml/2006/main">
            <a:pathLst>
              <a:path w="331769" h="50273">
                <a:moveTo>
                  <a:pt x="331178" y="30164"/>
                </a:moveTo>
                <a:cubicBezTo>
                  <a:pt x="330586" y="42584"/>
                  <a:pt x="256663" y="50273"/>
                  <a:pt x="164997" y="47316"/>
                </a:cubicBezTo>
                <a:cubicBezTo>
                  <a:pt x="73332" y="44359"/>
                  <a:pt x="0" y="32530"/>
                  <a:pt x="0" y="20109"/>
                </a:cubicBezTo>
                <a:cubicBezTo>
                  <a:pt x="591" y="7689"/>
                  <a:pt x="74515" y="0"/>
                  <a:pt x="166180" y="2957"/>
                </a:cubicBezTo>
                <a:cubicBezTo>
                  <a:pt x="257845" y="5914"/>
                  <a:pt x="331769" y="17743"/>
                  <a:pt x="331178" y="30164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42B9A-D269-4511-8238-DF3F1980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15" y="2231320"/>
            <a:ext cx="87526" cy="15378"/>
          </a:xfrm>
          <a:custGeom xmlns:a="http://schemas.openxmlformats.org/drawingml/2006/main">
            <a:pathLst>
              <a:path w="87526" h="15378">
                <a:moveTo>
                  <a:pt x="87526" y="8872"/>
                </a:moveTo>
                <a:cubicBezTo>
                  <a:pt x="87526" y="12420"/>
                  <a:pt x="68010" y="15378"/>
                  <a:pt x="43763" y="14786"/>
                </a:cubicBezTo>
                <a:cubicBezTo>
                  <a:pt x="19516" y="14195"/>
                  <a:pt x="0" y="10646"/>
                  <a:pt x="0" y="6506"/>
                </a:cubicBezTo>
                <a:cubicBezTo>
                  <a:pt x="0" y="2957"/>
                  <a:pt x="19516" y="0"/>
                  <a:pt x="43763" y="591"/>
                </a:cubicBezTo>
                <a:cubicBezTo>
                  <a:pt x="68010" y="1774"/>
                  <a:pt x="87526" y="5323"/>
                  <a:pt x="87526" y="8872"/>
                </a:cubicBezTo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657B8-380B-41EC-9AD1-B6737FBA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115" y="2231321"/>
            <a:ext cx="87526" cy="15378"/>
          </a:xfrm>
          <a:custGeom xmlns:a="http://schemas.openxmlformats.org/drawingml/2006/main">
            <a:pathLst>
              <a:path w="87526" h="15378" fill="none">
                <a:moveTo>
                  <a:pt x="87526" y="8872"/>
                </a:moveTo>
                <a:cubicBezTo>
                  <a:pt x="87526" y="12420"/>
                  <a:pt x="68010" y="15378"/>
                  <a:pt x="43763" y="14786"/>
                </a:cubicBezTo>
                <a:cubicBezTo>
                  <a:pt x="19516" y="14195"/>
                  <a:pt x="0" y="10646"/>
                  <a:pt x="0" y="6506"/>
                </a:cubicBezTo>
                <a:cubicBezTo>
                  <a:pt x="0" y="2957"/>
                  <a:pt x="19516" y="0"/>
                  <a:pt x="43763" y="591"/>
                </a:cubicBezTo>
                <a:cubicBezTo>
                  <a:pt x="68010" y="1774"/>
                  <a:pt x="87526" y="5323"/>
                  <a:pt x="87526" y="887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5380D-C0F2-496F-A206-BAD9CF5B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90" y="1163756"/>
            <a:ext cx="811385" cy="166789"/>
          </a:xfrm>
          <a:custGeom xmlns:a="http://schemas.openxmlformats.org/drawingml/2006/main">
            <a:pathLst>
              <a:path w="811385" h="166789">
                <a:moveTo>
                  <a:pt x="0" y="88126"/>
                </a:moveTo>
                <a:lnTo>
                  <a:pt x="0" y="141948"/>
                </a:lnTo>
                <a:lnTo>
                  <a:pt x="196932" y="166789"/>
                </a:lnTo>
                <a:lnTo>
                  <a:pt x="811385" y="111784"/>
                </a:lnTo>
                <a:lnTo>
                  <a:pt x="811385" y="29572"/>
                </a:lnTo>
                <a:lnTo>
                  <a:pt x="668861" y="0"/>
                </a:lnTo>
                <a:lnTo>
                  <a:pt x="0" y="88126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8772D1-913B-4D2C-93D7-D5B19273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90" y="1238280"/>
            <a:ext cx="811385" cy="92266"/>
          </a:xfrm>
          <a:custGeom xmlns:a="http://schemas.openxmlformats.org/drawingml/2006/main">
            <a:pathLst>
              <a:path w="811385" h="92266">
                <a:moveTo>
                  <a:pt x="0" y="67425"/>
                </a:moveTo>
                <a:lnTo>
                  <a:pt x="601442" y="0"/>
                </a:lnTo>
                <a:lnTo>
                  <a:pt x="811385" y="37261"/>
                </a:lnTo>
                <a:lnTo>
                  <a:pt x="196932" y="92266"/>
                </a:lnTo>
                <a:lnTo>
                  <a:pt x="0" y="67425"/>
                </a:lnTo>
                <a:close/>
              </a:path>
            </a:pathLst>
          </a:custGeom>
          <a:solidFill xmlns:a="http://schemas.openxmlformats.org/drawingml/2006/main">
            <a:srgbClr val="6B6B6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8DBDAA-0454-47E2-8074-51F5D8EA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44" y="1616810"/>
            <a:ext cx="103493" cy="137808"/>
          </a:xfrm>
          <a:custGeom xmlns:a="http://schemas.openxmlformats.org/drawingml/2006/main">
            <a:pathLst>
              <a:path w="103493" h="137808">
                <a:moveTo>
                  <a:pt x="61504" y="137808"/>
                </a:moveTo>
                <a:lnTo>
                  <a:pt x="41989" y="137808"/>
                </a:lnTo>
                <a:cubicBezTo>
                  <a:pt x="18924" y="137808"/>
                  <a:pt x="0" y="118881"/>
                  <a:pt x="0" y="95815"/>
                </a:cubicBezTo>
                <a:lnTo>
                  <a:pt x="0" y="41993"/>
                </a:lnTo>
                <a:cubicBezTo>
                  <a:pt x="0" y="18926"/>
                  <a:pt x="18924" y="0"/>
                  <a:pt x="41989" y="0"/>
                </a:cubicBezTo>
                <a:lnTo>
                  <a:pt x="61504" y="0"/>
                </a:lnTo>
                <a:cubicBezTo>
                  <a:pt x="84569" y="0"/>
                  <a:pt x="103493" y="18926"/>
                  <a:pt x="103493" y="41993"/>
                </a:cubicBezTo>
                <a:lnTo>
                  <a:pt x="103493" y="95815"/>
                </a:lnTo>
                <a:cubicBezTo>
                  <a:pt x="103493" y="118881"/>
                  <a:pt x="84569" y="137808"/>
                  <a:pt x="61504" y="137808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8553A-E232-482D-955E-A0690FD0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644" y="1616811"/>
            <a:ext cx="103493" cy="137808"/>
          </a:xfrm>
          <a:custGeom xmlns:a="http://schemas.openxmlformats.org/drawingml/2006/main">
            <a:pathLst>
              <a:path w="103493" h="137808" fill="none">
                <a:moveTo>
                  <a:pt x="61504" y="137808"/>
                </a:moveTo>
                <a:lnTo>
                  <a:pt x="41989" y="137808"/>
                </a:lnTo>
                <a:cubicBezTo>
                  <a:pt x="18924" y="137808"/>
                  <a:pt x="0" y="118881"/>
                  <a:pt x="0" y="95815"/>
                </a:cubicBezTo>
                <a:lnTo>
                  <a:pt x="0" y="41993"/>
                </a:lnTo>
                <a:cubicBezTo>
                  <a:pt x="0" y="18926"/>
                  <a:pt x="18924" y="0"/>
                  <a:pt x="41989" y="0"/>
                </a:cubicBezTo>
                <a:lnTo>
                  <a:pt x="61504" y="0"/>
                </a:lnTo>
                <a:cubicBezTo>
                  <a:pt x="84569" y="0"/>
                  <a:pt x="103493" y="18926"/>
                  <a:pt x="103493" y="41993"/>
                </a:cubicBezTo>
                <a:lnTo>
                  <a:pt x="103493" y="95815"/>
                </a:lnTo>
                <a:cubicBezTo>
                  <a:pt x="103493" y="118881"/>
                  <a:pt x="84569" y="137808"/>
                  <a:pt x="61504" y="13780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8B8166-08DF-404F-9DE0-121B4748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795" y="1639880"/>
            <a:ext cx="69192" cy="91083"/>
          </a:xfrm>
          <a:custGeom xmlns:a="http://schemas.openxmlformats.org/drawingml/2006/main">
            <a:pathLst>
              <a:path w="69192" h="91083">
                <a:moveTo>
                  <a:pt x="39032" y="91083"/>
                </a:moveTo>
                <a:lnTo>
                  <a:pt x="29569" y="91083"/>
                </a:lnTo>
                <a:cubicBezTo>
                  <a:pt x="13011" y="91083"/>
                  <a:pt x="0" y="77480"/>
                  <a:pt x="0" y="61511"/>
                </a:cubicBezTo>
                <a:lnTo>
                  <a:pt x="0" y="29572"/>
                </a:lnTo>
                <a:cubicBezTo>
                  <a:pt x="0" y="13012"/>
                  <a:pt x="13602" y="0"/>
                  <a:pt x="29569" y="0"/>
                </a:cubicBezTo>
                <a:lnTo>
                  <a:pt x="39032" y="0"/>
                </a:lnTo>
                <a:cubicBezTo>
                  <a:pt x="55591" y="0"/>
                  <a:pt x="68601" y="13603"/>
                  <a:pt x="68601" y="29572"/>
                </a:cubicBezTo>
                <a:lnTo>
                  <a:pt x="68601" y="61511"/>
                </a:lnTo>
                <a:cubicBezTo>
                  <a:pt x="69192" y="78071"/>
                  <a:pt x="55591" y="91083"/>
                  <a:pt x="39032" y="91083"/>
                </a:cubicBezTo>
              </a:path>
            </a:pathLst>
          </a:custGeom>
          <a:solidFill xmlns:a="http://schemas.openxmlformats.org/drawingml/2006/main">
            <a:srgbClr val="93939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09E90A-1DCF-4740-8586-99551D7F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133" y="1136558"/>
            <a:ext cx="355425" cy="1256239"/>
          </a:xfrm>
          <a:custGeom xmlns:a="http://schemas.openxmlformats.org/drawingml/2006/main">
            <a:pathLst>
              <a:path w="355425" h="1256239">
                <a:moveTo>
                  <a:pt x="0" y="0"/>
                </a:moveTo>
                <a:lnTo>
                  <a:pt x="4731" y="1256239"/>
                </a:lnTo>
                <a:lnTo>
                  <a:pt x="352468" y="1178168"/>
                </a:lnTo>
                <a:lnTo>
                  <a:pt x="355425" y="56188"/>
                </a:lnTo>
                <a:lnTo>
                  <a:pt x="0" y="0"/>
                </a:lnTo>
                <a:close/>
                <a:moveTo>
                  <a:pt x="331178" y="1146821"/>
                </a:moveTo>
                <a:lnTo>
                  <a:pt x="45537" y="1204783"/>
                </a:lnTo>
                <a:lnTo>
                  <a:pt x="48494" y="52048"/>
                </a:lnTo>
                <a:lnTo>
                  <a:pt x="331178" y="100546"/>
                </a:lnTo>
                <a:lnTo>
                  <a:pt x="331178" y="1146821"/>
                </a:lnTo>
                <a:close/>
              </a:path>
            </a:pathLst>
          </a:custGeom>
          <a:solidFill xmlns:a="http://schemas.openxmlformats.org/drawingml/2006/main">
            <a:srgbClr val="1A2E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CF4896-110A-4111-9B60-68383386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133" y="1136559"/>
            <a:ext cx="355425" cy="1256239"/>
          </a:xfrm>
          <a:custGeom xmlns:a="http://schemas.openxmlformats.org/drawingml/2006/main">
            <a:pathLst>
              <a:path w="355425" h="1256239" fill="none">
                <a:moveTo>
                  <a:pt x="0" y="0"/>
                </a:moveTo>
                <a:lnTo>
                  <a:pt x="4731" y="1256239"/>
                </a:lnTo>
                <a:lnTo>
                  <a:pt x="352468" y="1178168"/>
                </a:lnTo>
                <a:lnTo>
                  <a:pt x="355425" y="56188"/>
                </a:lnTo>
                <a:lnTo>
                  <a:pt x="0" y="0"/>
                </a:lnTo>
                <a:close/>
                <a:moveTo>
                  <a:pt x="331178" y="1146821"/>
                </a:moveTo>
                <a:lnTo>
                  <a:pt x="45537" y="1204783"/>
                </a:lnTo>
                <a:lnTo>
                  <a:pt x="48494" y="52048"/>
                </a:lnTo>
                <a:lnTo>
                  <a:pt x="331178" y="100546"/>
                </a:lnTo>
                <a:lnTo>
                  <a:pt x="331178" y="11468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28060-0747-4A06-80F8-0A36E0BC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35" y="1136561"/>
            <a:ext cx="787730" cy="1256239"/>
          </a:xfrm>
          <a:custGeom xmlns:a="http://schemas.openxmlformats.org/drawingml/2006/main">
            <a:pathLst>
              <a:path w="787730" h="1256239">
                <a:moveTo>
                  <a:pt x="782999" y="0"/>
                </a:moveTo>
                <a:lnTo>
                  <a:pt x="0" y="106461"/>
                </a:lnTo>
                <a:lnTo>
                  <a:pt x="0" y="1121388"/>
                </a:lnTo>
                <a:lnTo>
                  <a:pt x="787730" y="1256239"/>
                </a:lnTo>
                <a:lnTo>
                  <a:pt x="782999" y="0"/>
                </a:lnTo>
                <a:close/>
                <a:moveTo>
                  <a:pt x="39032" y="1093590"/>
                </a:moveTo>
                <a:lnTo>
                  <a:pt x="33118" y="134851"/>
                </a:lnTo>
                <a:lnTo>
                  <a:pt x="729774" y="56188"/>
                </a:lnTo>
                <a:lnTo>
                  <a:pt x="734505" y="1213655"/>
                </a:lnTo>
                <a:lnTo>
                  <a:pt x="39032" y="1093590"/>
                </a:lnTo>
                <a:close/>
              </a:path>
            </a:pathLst>
          </a:custGeom>
          <a:solidFill xmlns:a="http://schemas.openxmlformats.org/drawingml/2006/main">
            <a:srgbClr val="70707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85E11-104E-4305-A152-622B5885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35" y="1136563"/>
            <a:ext cx="787730" cy="1256239"/>
          </a:xfrm>
          <a:custGeom xmlns:a="http://schemas.openxmlformats.org/drawingml/2006/main">
            <a:pathLst>
              <a:path w="787730" h="1256239" fill="none">
                <a:moveTo>
                  <a:pt x="782999" y="0"/>
                </a:moveTo>
                <a:lnTo>
                  <a:pt x="0" y="106461"/>
                </a:lnTo>
                <a:lnTo>
                  <a:pt x="0" y="1121388"/>
                </a:lnTo>
                <a:lnTo>
                  <a:pt x="787730" y="1256239"/>
                </a:lnTo>
                <a:lnTo>
                  <a:pt x="782999" y="0"/>
                </a:lnTo>
                <a:close/>
                <a:moveTo>
                  <a:pt x="39032" y="1093590"/>
                </a:moveTo>
                <a:lnTo>
                  <a:pt x="33118" y="134851"/>
                </a:lnTo>
                <a:lnTo>
                  <a:pt x="729774" y="56188"/>
                </a:lnTo>
                <a:lnTo>
                  <a:pt x="734505" y="1213655"/>
                </a:lnTo>
                <a:lnTo>
                  <a:pt x="39032" y="10935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5F3E4-1573-4FED-8D04-07D81742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45" y="1347120"/>
            <a:ext cx="10" cy="104095"/>
          </a:xfrm>
          <a:custGeom xmlns:a="http://schemas.openxmlformats.org/drawingml/2006/main">
            <a:pathLst>
              <a:path w="1" h="104095" fill="none">
                <a:moveTo>
                  <a:pt x="0" y="0"/>
                </a:moveTo>
                <a:lnTo>
                  <a:pt x="0" y="104095"/>
                </a:lnTo>
              </a:path>
            </a:pathLst>
          </a:custGeom>
          <a:noFill xmlns:a="http://schemas.openxmlformats.org/drawingml/2006/main"/>
          <a:ln xmlns:a="http://schemas.openxmlformats.org/drawingml/2006/main" w="5914" cap="rnd">
            <a:solidFill>
              <a:srgbClr val="1A2E35"/>
            </a:solidFill>
            <a:round/>
          </a:ln>
        </p:spPr>
      </p:sp>
      <p:sp>
        <p:nvSpPr>
          <p:cNvPr id="83" name="Text Victim’s">
            <a:extLst xmlns:a="http://schemas.openxmlformats.org/drawingml/2006/main">
              <a:ext uri="{FF2B5EF4-FFF2-40B4-BE49-F238E27FC236}">
                <a16:creationId xmlns:a16="http://schemas.microsoft.com/office/drawing/2014/main" id="{8FF27B2D-4016-4DE3-A5A3-E5A2915F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342" y="651214"/>
            <a:ext cx="729454" cy="139965"/>
          </a:xfrm>
          <a:custGeom xmlns:a="http://schemas.openxmlformats.org/drawingml/2006/main">
            <a:pathLst>
              <a:path w="729454" h="139965">
                <a:moveTo>
                  <a:pt x="49223" y="137711"/>
                </a:moveTo>
                <a:lnTo>
                  <a:pt x="0" y="0"/>
                </a:lnTo>
                <a:lnTo>
                  <a:pt x="30154" y="0"/>
                </a:lnTo>
                <a:lnTo>
                  <a:pt x="65004" y="101827"/>
                </a:lnTo>
                <a:lnTo>
                  <a:pt x="98727" y="0"/>
                </a:lnTo>
                <a:lnTo>
                  <a:pt x="128223" y="0"/>
                </a:lnTo>
                <a:lnTo>
                  <a:pt x="78907" y="137711"/>
                </a:lnTo>
                <a:lnTo>
                  <a:pt x="49223" y="137711"/>
                </a:lnTo>
                <a:close/>
                <a:moveTo>
                  <a:pt x="141452" y="24423"/>
                </a:moveTo>
                <a:lnTo>
                  <a:pt x="141452" y="0"/>
                </a:lnTo>
                <a:lnTo>
                  <a:pt x="167848" y="0"/>
                </a:lnTo>
                <a:lnTo>
                  <a:pt x="167848" y="24423"/>
                </a:lnTo>
                <a:lnTo>
                  <a:pt x="141452" y="24423"/>
                </a:lnTo>
                <a:moveTo>
                  <a:pt x="141452" y="137711"/>
                </a:moveTo>
                <a:lnTo>
                  <a:pt x="141452" y="37950"/>
                </a:lnTo>
                <a:lnTo>
                  <a:pt x="167848" y="37950"/>
                </a:lnTo>
                <a:lnTo>
                  <a:pt x="167848" y="137711"/>
                </a:lnTo>
                <a:lnTo>
                  <a:pt x="141452" y="137711"/>
                </a:lnTo>
                <a:close/>
                <a:moveTo>
                  <a:pt x="282881" y="67446"/>
                </a:moveTo>
                <a:lnTo>
                  <a:pt x="256861" y="72143"/>
                </a:lnTo>
                <a:cubicBezTo>
                  <a:pt x="255984" y="66977"/>
                  <a:pt x="253996" y="63086"/>
                  <a:pt x="250896" y="60472"/>
                </a:cubicBezTo>
                <a:cubicBezTo>
                  <a:pt x="247796" y="57857"/>
                  <a:pt x="243772" y="56550"/>
                  <a:pt x="238825" y="56550"/>
                </a:cubicBezTo>
                <a:cubicBezTo>
                  <a:pt x="232249" y="56550"/>
                  <a:pt x="227004" y="58813"/>
                  <a:pt x="223090" y="63340"/>
                </a:cubicBezTo>
                <a:cubicBezTo>
                  <a:pt x="219176" y="67866"/>
                  <a:pt x="217219" y="75436"/>
                  <a:pt x="217219" y="86049"/>
                </a:cubicBezTo>
                <a:cubicBezTo>
                  <a:pt x="217219" y="97849"/>
                  <a:pt x="219208" y="106185"/>
                  <a:pt x="223184" y="111056"/>
                </a:cubicBezTo>
                <a:cubicBezTo>
                  <a:pt x="227161" y="115925"/>
                  <a:pt x="232500" y="118360"/>
                  <a:pt x="239201" y="118360"/>
                </a:cubicBezTo>
                <a:cubicBezTo>
                  <a:pt x="244210" y="118360"/>
                  <a:pt x="248312" y="116935"/>
                  <a:pt x="251506" y="114086"/>
                </a:cubicBezTo>
                <a:cubicBezTo>
                  <a:pt x="254700" y="111236"/>
                  <a:pt x="256955" y="106336"/>
                  <a:pt x="258270" y="99385"/>
                </a:cubicBezTo>
                <a:lnTo>
                  <a:pt x="284196" y="103894"/>
                </a:lnTo>
                <a:cubicBezTo>
                  <a:pt x="281503" y="115792"/>
                  <a:pt x="276337" y="124779"/>
                  <a:pt x="268697" y="130853"/>
                </a:cubicBezTo>
                <a:cubicBezTo>
                  <a:pt x="261056" y="136928"/>
                  <a:pt x="250817" y="139965"/>
                  <a:pt x="237979" y="139965"/>
                </a:cubicBezTo>
                <a:cubicBezTo>
                  <a:pt x="223388" y="139965"/>
                  <a:pt x="211755" y="135362"/>
                  <a:pt x="203082" y="126157"/>
                </a:cubicBezTo>
                <a:cubicBezTo>
                  <a:pt x="194409" y="116951"/>
                  <a:pt x="190072" y="104207"/>
                  <a:pt x="190072" y="87925"/>
                </a:cubicBezTo>
                <a:cubicBezTo>
                  <a:pt x="190072" y="71454"/>
                  <a:pt x="194424" y="58632"/>
                  <a:pt x="203129" y="49458"/>
                </a:cubicBezTo>
                <a:cubicBezTo>
                  <a:pt x="211834" y="40283"/>
                  <a:pt x="223607" y="35696"/>
                  <a:pt x="238449" y="35696"/>
                </a:cubicBezTo>
                <a:cubicBezTo>
                  <a:pt x="250598" y="35696"/>
                  <a:pt x="260258" y="38310"/>
                  <a:pt x="267428" y="43540"/>
                </a:cubicBezTo>
                <a:cubicBezTo>
                  <a:pt x="274599" y="48769"/>
                  <a:pt x="279750" y="56738"/>
                  <a:pt x="282881" y="67446"/>
                </a:cubicBezTo>
                <a:close/>
                <a:moveTo>
                  <a:pt x="348299" y="37950"/>
                </a:moveTo>
                <a:lnTo>
                  <a:pt x="348299" y="58992"/>
                </a:lnTo>
                <a:lnTo>
                  <a:pt x="330264" y="58992"/>
                </a:lnTo>
                <a:lnTo>
                  <a:pt x="330264" y="99132"/>
                </a:lnTo>
                <a:cubicBezTo>
                  <a:pt x="330264" y="107262"/>
                  <a:pt x="330436" y="111999"/>
                  <a:pt x="330780" y="113343"/>
                </a:cubicBezTo>
                <a:cubicBezTo>
                  <a:pt x="331125" y="114686"/>
                  <a:pt x="331907" y="115795"/>
                  <a:pt x="333129" y="116672"/>
                </a:cubicBezTo>
                <a:cubicBezTo>
                  <a:pt x="334350" y="117547"/>
                  <a:pt x="335837" y="117984"/>
                  <a:pt x="337591" y="117984"/>
                </a:cubicBezTo>
                <a:cubicBezTo>
                  <a:pt x="340033" y="117984"/>
                  <a:pt x="343571" y="117139"/>
                  <a:pt x="348205" y="115448"/>
                </a:cubicBezTo>
                <a:lnTo>
                  <a:pt x="350460" y="136002"/>
                </a:lnTo>
                <a:cubicBezTo>
                  <a:pt x="344323" y="138644"/>
                  <a:pt x="337371" y="139965"/>
                  <a:pt x="329606" y="139965"/>
                </a:cubicBezTo>
                <a:cubicBezTo>
                  <a:pt x="324847" y="139965"/>
                  <a:pt x="320557" y="139167"/>
                  <a:pt x="316737" y="137570"/>
                </a:cubicBezTo>
                <a:cubicBezTo>
                  <a:pt x="312917" y="135973"/>
                  <a:pt x="310114" y="133906"/>
                  <a:pt x="308329" y="131370"/>
                </a:cubicBezTo>
                <a:cubicBezTo>
                  <a:pt x="306545" y="128834"/>
                  <a:pt x="305308" y="125405"/>
                  <a:pt x="304619" y="121084"/>
                </a:cubicBezTo>
                <a:cubicBezTo>
                  <a:pt x="304055" y="118015"/>
                  <a:pt x="303773" y="111816"/>
                  <a:pt x="303773" y="102485"/>
                </a:cubicBezTo>
                <a:lnTo>
                  <a:pt x="303773" y="58992"/>
                </a:lnTo>
                <a:lnTo>
                  <a:pt x="291656" y="58992"/>
                </a:lnTo>
                <a:lnTo>
                  <a:pt x="291656" y="37950"/>
                </a:lnTo>
                <a:lnTo>
                  <a:pt x="303773" y="37950"/>
                </a:lnTo>
                <a:lnTo>
                  <a:pt x="303773" y="18036"/>
                </a:lnTo>
                <a:lnTo>
                  <a:pt x="330264" y="2442"/>
                </a:lnTo>
                <a:lnTo>
                  <a:pt x="330264" y="37950"/>
                </a:lnTo>
                <a:lnTo>
                  <a:pt x="348299" y="37950"/>
                </a:lnTo>
                <a:close/>
                <a:moveTo>
                  <a:pt x="367366" y="24423"/>
                </a:moveTo>
                <a:lnTo>
                  <a:pt x="367366" y="0"/>
                </a:lnTo>
                <a:lnTo>
                  <a:pt x="393762" y="0"/>
                </a:lnTo>
                <a:lnTo>
                  <a:pt x="393762" y="24423"/>
                </a:lnTo>
                <a:lnTo>
                  <a:pt x="367366" y="24423"/>
                </a:lnTo>
                <a:moveTo>
                  <a:pt x="367366" y="137711"/>
                </a:moveTo>
                <a:lnTo>
                  <a:pt x="367366" y="37950"/>
                </a:lnTo>
                <a:lnTo>
                  <a:pt x="393762" y="37950"/>
                </a:lnTo>
                <a:lnTo>
                  <a:pt x="393762" y="137711"/>
                </a:lnTo>
                <a:lnTo>
                  <a:pt x="367366" y="137711"/>
                </a:lnTo>
                <a:close/>
                <a:moveTo>
                  <a:pt x="419837" y="37950"/>
                </a:moveTo>
                <a:lnTo>
                  <a:pt x="444167" y="37950"/>
                </a:lnTo>
                <a:lnTo>
                  <a:pt x="444167" y="51571"/>
                </a:lnTo>
                <a:cubicBezTo>
                  <a:pt x="452872" y="40988"/>
                  <a:pt x="463236" y="35696"/>
                  <a:pt x="475260" y="35696"/>
                </a:cubicBezTo>
                <a:cubicBezTo>
                  <a:pt x="481647" y="35696"/>
                  <a:pt x="487190" y="37017"/>
                  <a:pt x="491887" y="39659"/>
                </a:cubicBezTo>
                <a:cubicBezTo>
                  <a:pt x="496583" y="42301"/>
                  <a:pt x="500435" y="46296"/>
                  <a:pt x="503441" y="51644"/>
                </a:cubicBezTo>
                <a:cubicBezTo>
                  <a:pt x="507824" y="46296"/>
                  <a:pt x="512553" y="42301"/>
                  <a:pt x="517625" y="39659"/>
                </a:cubicBezTo>
                <a:cubicBezTo>
                  <a:pt x="522698" y="37017"/>
                  <a:pt x="528115" y="35696"/>
                  <a:pt x="533876" y="35696"/>
                </a:cubicBezTo>
                <a:cubicBezTo>
                  <a:pt x="541203" y="35696"/>
                  <a:pt x="547403" y="37183"/>
                  <a:pt x="552476" y="40158"/>
                </a:cubicBezTo>
                <a:cubicBezTo>
                  <a:pt x="557548" y="43132"/>
                  <a:pt x="561337" y="47501"/>
                  <a:pt x="563842" y="53262"/>
                </a:cubicBezTo>
                <a:cubicBezTo>
                  <a:pt x="565658" y="57520"/>
                  <a:pt x="566566" y="64409"/>
                  <a:pt x="566566" y="73928"/>
                </a:cubicBezTo>
                <a:lnTo>
                  <a:pt x="566566" y="137711"/>
                </a:lnTo>
                <a:lnTo>
                  <a:pt x="540170" y="137711"/>
                </a:lnTo>
                <a:lnTo>
                  <a:pt x="540170" y="80756"/>
                </a:lnTo>
                <a:cubicBezTo>
                  <a:pt x="540170" y="70873"/>
                  <a:pt x="539262" y="64493"/>
                  <a:pt x="537446" y="61616"/>
                </a:cubicBezTo>
                <a:cubicBezTo>
                  <a:pt x="535003" y="57863"/>
                  <a:pt x="531246" y="55986"/>
                  <a:pt x="526173" y="55986"/>
                </a:cubicBezTo>
                <a:cubicBezTo>
                  <a:pt x="522478" y="55986"/>
                  <a:pt x="519003" y="57112"/>
                  <a:pt x="515746" y="59365"/>
                </a:cubicBezTo>
                <a:cubicBezTo>
                  <a:pt x="512490" y="61615"/>
                  <a:pt x="510142" y="64915"/>
                  <a:pt x="508701" y="69263"/>
                </a:cubicBezTo>
                <a:cubicBezTo>
                  <a:pt x="507261" y="73610"/>
                  <a:pt x="506541" y="80475"/>
                  <a:pt x="506541" y="89859"/>
                </a:cubicBezTo>
                <a:lnTo>
                  <a:pt x="506541" y="137711"/>
                </a:lnTo>
                <a:lnTo>
                  <a:pt x="480144" y="137711"/>
                </a:lnTo>
                <a:lnTo>
                  <a:pt x="480144" y="83101"/>
                </a:lnTo>
                <a:cubicBezTo>
                  <a:pt x="480144" y="73406"/>
                  <a:pt x="479675" y="67152"/>
                  <a:pt x="478735" y="64338"/>
                </a:cubicBezTo>
                <a:cubicBezTo>
                  <a:pt x="477796" y="61522"/>
                  <a:pt x="476340" y="59426"/>
                  <a:pt x="474367" y="58050"/>
                </a:cubicBezTo>
                <a:cubicBezTo>
                  <a:pt x="472395" y="56674"/>
                  <a:pt x="469718" y="55986"/>
                  <a:pt x="466336" y="55986"/>
                </a:cubicBezTo>
                <a:cubicBezTo>
                  <a:pt x="462265" y="55986"/>
                  <a:pt x="458602" y="57081"/>
                  <a:pt x="455345" y="59271"/>
                </a:cubicBezTo>
                <a:cubicBezTo>
                  <a:pt x="452089" y="61459"/>
                  <a:pt x="449756" y="64618"/>
                  <a:pt x="448347" y="68747"/>
                </a:cubicBezTo>
                <a:cubicBezTo>
                  <a:pt x="446938" y="72876"/>
                  <a:pt x="446233" y="79726"/>
                  <a:pt x="446233" y="89295"/>
                </a:cubicBezTo>
                <a:lnTo>
                  <a:pt x="446233" y="137711"/>
                </a:lnTo>
                <a:lnTo>
                  <a:pt x="419837" y="137711"/>
                </a:lnTo>
                <a:lnTo>
                  <a:pt x="419837" y="37950"/>
                </a:lnTo>
                <a:close/>
                <a:moveTo>
                  <a:pt x="592622" y="0"/>
                </a:moveTo>
                <a:lnTo>
                  <a:pt x="619018" y="0"/>
                </a:lnTo>
                <a:lnTo>
                  <a:pt x="619018" y="18943"/>
                </a:lnTo>
                <a:cubicBezTo>
                  <a:pt x="619018" y="26608"/>
                  <a:pt x="618361" y="32657"/>
                  <a:pt x="617046" y="37087"/>
                </a:cubicBezTo>
                <a:cubicBezTo>
                  <a:pt x="615731" y="41516"/>
                  <a:pt x="613241" y="45490"/>
                  <a:pt x="609578" y="49008"/>
                </a:cubicBezTo>
                <a:cubicBezTo>
                  <a:pt x="605914" y="52527"/>
                  <a:pt x="601264" y="55291"/>
                  <a:pt x="595628" y="57301"/>
                </a:cubicBezTo>
                <a:lnTo>
                  <a:pt x="590462" y="46405"/>
                </a:lnTo>
                <a:cubicBezTo>
                  <a:pt x="595785" y="44643"/>
                  <a:pt x="599574" y="42221"/>
                  <a:pt x="601828" y="39139"/>
                </a:cubicBezTo>
                <a:cubicBezTo>
                  <a:pt x="604082" y="36055"/>
                  <a:pt x="605272" y="31839"/>
                  <a:pt x="605398" y="26490"/>
                </a:cubicBezTo>
                <a:lnTo>
                  <a:pt x="592622" y="26490"/>
                </a:lnTo>
                <a:lnTo>
                  <a:pt x="592622" y="0"/>
                </a:lnTo>
                <a:close/>
                <a:moveTo>
                  <a:pt x="636269" y="109342"/>
                </a:moveTo>
                <a:lnTo>
                  <a:pt x="662760" y="105209"/>
                </a:lnTo>
                <a:cubicBezTo>
                  <a:pt x="663887" y="110313"/>
                  <a:pt x="666173" y="114188"/>
                  <a:pt x="669617" y="116833"/>
                </a:cubicBezTo>
                <a:cubicBezTo>
                  <a:pt x="673061" y="119479"/>
                  <a:pt x="677883" y="120802"/>
                  <a:pt x="684083" y="120802"/>
                </a:cubicBezTo>
                <a:cubicBezTo>
                  <a:pt x="690909" y="120802"/>
                  <a:pt x="696044" y="119552"/>
                  <a:pt x="699489" y="117051"/>
                </a:cubicBezTo>
                <a:cubicBezTo>
                  <a:pt x="701806" y="115299"/>
                  <a:pt x="702964" y="112954"/>
                  <a:pt x="702964" y="110014"/>
                </a:cubicBezTo>
                <a:cubicBezTo>
                  <a:pt x="702964" y="108012"/>
                  <a:pt x="702338" y="106355"/>
                  <a:pt x="701086" y="105042"/>
                </a:cubicBezTo>
                <a:cubicBezTo>
                  <a:pt x="699771" y="103791"/>
                  <a:pt x="696827" y="102634"/>
                  <a:pt x="692256" y="101572"/>
                </a:cubicBezTo>
                <a:cubicBezTo>
                  <a:pt x="670963" y="96883"/>
                  <a:pt x="657468" y="92599"/>
                  <a:pt x="651769" y="88720"/>
                </a:cubicBezTo>
                <a:cubicBezTo>
                  <a:pt x="643878" y="83338"/>
                  <a:pt x="639933" y="75862"/>
                  <a:pt x="639933" y="66290"/>
                </a:cubicBezTo>
                <a:cubicBezTo>
                  <a:pt x="639933" y="57655"/>
                  <a:pt x="643346" y="50398"/>
                  <a:pt x="650172" y="44517"/>
                </a:cubicBezTo>
                <a:cubicBezTo>
                  <a:pt x="656998" y="38636"/>
                  <a:pt x="667582" y="35696"/>
                  <a:pt x="681923" y="35696"/>
                </a:cubicBezTo>
                <a:cubicBezTo>
                  <a:pt x="695575" y="35696"/>
                  <a:pt x="705720" y="37911"/>
                  <a:pt x="712358" y="42342"/>
                </a:cubicBezTo>
                <a:cubicBezTo>
                  <a:pt x="718996" y="46773"/>
                  <a:pt x="723568" y="53325"/>
                  <a:pt x="726073" y="61998"/>
                </a:cubicBezTo>
                <a:lnTo>
                  <a:pt x="701180" y="66695"/>
                </a:lnTo>
                <a:cubicBezTo>
                  <a:pt x="700115" y="62812"/>
                  <a:pt x="698095" y="59838"/>
                  <a:pt x="695121" y="57771"/>
                </a:cubicBezTo>
                <a:cubicBezTo>
                  <a:pt x="692146" y="55704"/>
                  <a:pt x="687903" y="54671"/>
                  <a:pt x="682392" y="54671"/>
                </a:cubicBezTo>
                <a:cubicBezTo>
                  <a:pt x="675441" y="54671"/>
                  <a:pt x="670462" y="55641"/>
                  <a:pt x="667456" y="57580"/>
                </a:cubicBezTo>
                <a:cubicBezTo>
                  <a:pt x="665452" y="58954"/>
                  <a:pt x="664450" y="60736"/>
                  <a:pt x="664450" y="62926"/>
                </a:cubicBezTo>
                <a:cubicBezTo>
                  <a:pt x="664450" y="64800"/>
                  <a:pt x="665327" y="66394"/>
                  <a:pt x="667081" y="67708"/>
                </a:cubicBezTo>
                <a:cubicBezTo>
                  <a:pt x="669460" y="69459"/>
                  <a:pt x="677680" y="71930"/>
                  <a:pt x="691739" y="75120"/>
                </a:cubicBezTo>
                <a:cubicBezTo>
                  <a:pt x="705798" y="78310"/>
                  <a:pt x="715614" y="82223"/>
                  <a:pt x="721188" y="86859"/>
                </a:cubicBezTo>
                <a:cubicBezTo>
                  <a:pt x="726699" y="91560"/>
                  <a:pt x="729454" y="98108"/>
                  <a:pt x="729454" y="106503"/>
                </a:cubicBezTo>
                <a:cubicBezTo>
                  <a:pt x="729454" y="115652"/>
                  <a:pt x="725634" y="123517"/>
                  <a:pt x="717994" y="130096"/>
                </a:cubicBezTo>
                <a:cubicBezTo>
                  <a:pt x="710354" y="136676"/>
                  <a:pt x="699050" y="139965"/>
                  <a:pt x="684083" y="139965"/>
                </a:cubicBezTo>
                <a:cubicBezTo>
                  <a:pt x="670494" y="139965"/>
                  <a:pt x="659738" y="137219"/>
                  <a:pt x="651816" y="131725"/>
                </a:cubicBezTo>
                <a:cubicBezTo>
                  <a:pt x="643894" y="126230"/>
                  <a:pt x="638712" y="118769"/>
                  <a:pt x="636269" y="1093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GPUHost">
            <a:extLst xmlns:a="http://schemas.openxmlformats.org/drawingml/2006/main">
              <a:ext uri="{FF2B5EF4-FFF2-40B4-BE49-F238E27FC236}">
                <a16:creationId xmlns:a16="http://schemas.microsoft.com/office/drawing/2014/main" id="{1EEDA02B-1D83-417A-9686-AACC9B95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04" y="878860"/>
            <a:ext cx="882600" cy="142596"/>
          </a:xfrm>
          <a:custGeom xmlns:a="http://schemas.openxmlformats.org/drawingml/2006/main">
            <a:pathLst>
              <a:path w="882600" h="142596">
                <a:moveTo>
                  <a:pt x="68855" y="89615"/>
                </a:moveTo>
                <a:lnTo>
                  <a:pt x="68855" y="66319"/>
                </a:lnTo>
                <a:lnTo>
                  <a:pt x="128787" y="66319"/>
                </a:lnTo>
                <a:lnTo>
                  <a:pt x="128787" y="121187"/>
                </a:lnTo>
                <a:cubicBezTo>
                  <a:pt x="122963" y="126845"/>
                  <a:pt x="114524" y="131827"/>
                  <a:pt x="103471" y="136134"/>
                </a:cubicBezTo>
                <a:cubicBezTo>
                  <a:pt x="92418" y="140442"/>
                  <a:pt x="81224" y="142596"/>
                  <a:pt x="69889" y="142596"/>
                </a:cubicBezTo>
                <a:cubicBezTo>
                  <a:pt x="55485" y="142596"/>
                  <a:pt x="42929" y="139570"/>
                  <a:pt x="32220" y="133519"/>
                </a:cubicBezTo>
                <a:cubicBezTo>
                  <a:pt x="21511" y="127468"/>
                  <a:pt x="13464" y="118815"/>
                  <a:pt x="8079" y="107560"/>
                </a:cubicBezTo>
                <a:cubicBezTo>
                  <a:pt x="2693" y="96303"/>
                  <a:pt x="0" y="84059"/>
                  <a:pt x="0" y="70828"/>
                </a:cubicBezTo>
                <a:cubicBezTo>
                  <a:pt x="0" y="56468"/>
                  <a:pt x="3006" y="43707"/>
                  <a:pt x="9018" y="32546"/>
                </a:cubicBezTo>
                <a:cubicBezTo>
                  <a:pt x="15030" y="21383"/>
                  <a:pt x="23829" y="12823"/>
                  <a:pt x="35414" y="6866"/>
                </a:cubicBezTo>
                <a:cubicBezTo>
                  <a:pt x="44244" y="2289"/>
                  <a:pt x="55235" y="0"/>
                  <a:pt x="68386" y="0"/>
                </a:cubicBezTo>
                <a:cubicBezTo>
                  <a:pt x="85482" y="0"/>
                  <a:pt x="98837" y="3594"/>
                  <a:pt x="108450" y="10782"/>
                </a:cubicBezTo>
                <a:cubicBezTo>
                  <a:pt x="118062" y="17968"/>
                  <a:pt x="124247" y="27901"/>
                  <a:pt x="127002" y="40581"/>
                </a:cubicBezTo>
                <a:lnTo>
                  <a:pt x="99385" y="45841"/>
                </a:lnTo>
                <a:cubicBezTo>
                  <a:pt x="97443" y="39048"/>
                  <a:pt x="93796" y="33687"/>
                  <a:pt x="88441" y="29757"/>
                </a:cubicBezTo>
                <a:cubicBezTo>
                  <a:pt x="83087" y="25826"/>
                  <a:pt x="76402" y="23860"/>
                  <a:pt x="68386" y="23860"/>
                </a:cubicBezTo>
                <a:cubicBezTo>
                  <a:pt x="56237" y="23860"/>
                  <a:pt x="46577" y="27711"/>
                  <a:pt x="39406" y="35414"/>
                </a:cubicBezTo>
                <a:cubicBezTo>
                  <a:pt x="32236" y="43117"/>
                  <a:pt x="28651" y="54546"/>
                  <a:pt x="28651" y="69701"/>
                </a:cubicBezTo>
                <a:cubicBezTo>
                  <a:pt x="28651" y="86046"/>
                  <a:pt x="32283" y="98304"/>
                  <a:pt x="39547" y="106477"/>
                </a:cubicBezTo>
                <a:cubicBezTo>
                  <a:pt x="46812" y="114649"/>
                  <a:pt x="56331" y="118736"/>
                  <a:pt x="68104" y="118736"/>
                </a:cubicBezTo>
                <a:cubicBezTo>
                  <a:pt x="73928" y="118736"/>
                  <a:pt x="79768" y="117597"/>
                  <a:pt x="85623" y="115319"/>
                </a:cubicBezTo>
                <a:cubicBezTo>
                  <a:pt x="91478" y="113041"/>
                  <a:pt x="96504" y="110278"/>
                  <a:pt x="100700" y="107032"/>
                </a:cubicBezTo>
                <a:lnTo>
                  <a:pt x="100700" y="89615"/>
                </a:lnTo>
                <a:lnTo>
                  <a:pt x="68855" y="89615"/>
                </a:lnTo>
                <a:close/>
                <a:moveTo>
                  <a:pt x="155349" y="140153"/>
                </a:moveTo>
                <a:lnTo>
                  <a:pt x="155349" y="2442"/>
                </a:lnTo>
                <a:lnTo>
                  <a:pt x="199969" y="2442"/>
                </a:lnTo>
                <a:cubicBezTo>
                  <a:pt x="216877" y="2442"/>
                  <a:pt x="227899" y="3130"/>
                  <a:pt x="233034" y="4506"/>
                </a:cubicBezTo>
                <a:cubicBezTo>
                  <a:pt x="240925" y="6571"/>
                  <a:pt x="247532" y="11059"/>
                  <a:pt x="252855" y="17971"/>
                </a:cubicBezTo>
                <a:cubicBezTo>
                  <a:pt x="258178" y="24883"/>
                  <a:pt x="260839" y="33813"/>
                  <a:pt x="260839" y="44761"/>
                </a:cubicBezTo>
                <a:cubicBezTo>
                  <a:pt x="260839" y="53205"/>
                  <a:pt x="259305" y="60305"/>
                  <a:pt x="256237" y="66061"/>
                </a:cubicBezTo>
                <a:cubicBezTo>
                  <a:pt x="253168" y="71816"/>
                  <a:pt x="249270" y="76336"/>
                  <a:pt x="244542" y="79620"/>
                </a:cubicBezTo>
                <a:cubicBezTo>
                  <a:pt x="239813" y="82904"/>
                  <a:pt x="235007" y="85078"/>
                  <a:pt x="230122" y="86143"/>
                </a:cubicBezTo>
                <a:cubicBezTo>
                  <a:pt x="223484" y="87456"/>
                  <a:pt x="213871" y="88112"/>
                  <a:pt x="201284" y="88112"/>
                </a:cubicBezTo>
                <a:lnTo>
                  <a:pt x="183154" y="88112"/>
                </a:lnTo>
                <a:lnTo>
                  <a:pt x="183154" y="140153"/>
                </a:lnTo>
                <a:lnTo>
                  <a:pt x="155349" y="140153"/>
                </a:lnTo>
                <a:moveTo>
                  <a:pt x="183154" y="25739"/>
                </a:moveTo>
                <a:lnTo>
                  <a:pt x="183154" y="64816"/>
                </a:lnTo>
                <a:lnTo>
                  <a:pt x="198372" y="64816"/>
                </a:lnTo>
                <a:cubicBezTo>
                  <a:pt x="209331" y="64816"/>
                  <a:pt x="216658" y="64096"/>
                  <a:pt x="220353" y="62656"/>
                </a:cubicBezTo>
                <a:cubicBezTo>
                  <a:pt x="224048" y="61215"/>
                  <a:pt x="226944" y="58961"/>
                  <a:pt x="229042" y="55892"/>
                </a:cubicBezTo>
                <a:cubicBezTo>
                  <a:pt x="231140" y="52824"/>
                  <a:pt x="232189" y="49254"/>
                  <a:pt x="232189" y="45183"/>
                </a:cubicBezTo>
                <a:cubicBezTo>
                  <a:pt x="232189" y="40173"/>
                  <a:pt x="230717" y="36040"/>
                  <a:pt x="227774" y="32784"/>
                </a:cubicBezTo>
                <a:cubicBezTo>
                  <a:pt x="224831" y="29527"/>
                  <a:pt x="221104" y="27492"/>
                  <a:pt x="216595" y="26678"/>
                </a:cubicBezTo>
                <a:cubicBezTo>
                  <a:pt x="213276" y="26052"/>
                  <a:pt x="206607" y="25739"/>
                  <a:pt x="196587" y="25739"/>
                </a:cubicBezTo>
                <a:lnTo>
                  <a:pt x="183154" y="25739"/>
                </a:lnTo>
                <a:close/>
                <a:moveTo>
                  <a:pt x="282729" y="2442"/>
                </a:moveTo>
                <a:lnTo>
                  <a:pt x="310535" y="2442"/>
                </a:lnTo>
                <a:lnTo>
                  <a:pt x="310535" y="77028"/>
                </a:lnTo>
                <a:cubicBezTo>
                  <a:pt x="310535" y="88864"/>
                  <a:pt x="310879" y="96535"/>
                  <a:pt x="311568" y="100042"/>
                </a:cubicBezTo>
                <a:cubicBezTo>
                  <a:pt x="312758" y="105679"/>
                  <a:pt x="315591" y="110203"/>
                  <a:pt x="320069" y="113616"/>
                </a:cubicBezTo>
                <a:cubicBezTo>
                  <a:pt x="324547" y="117029"/>
                  <a:pt x="330668" y="118736"/>
                  <a:pt x="338434" y="118736"/>
                </a:cubicBezTo>
                <a:cubicBezTo>
                  <a:pt x="346324" y="118736"/>
                  <a:pt x="352274" y="117123"/>
                  <a:pt x="356282" y="113898"/>
                </a:cubicBezTo>
                <a:cubicBezTo>
                  <a:pt x="360290" y="110673"/>
                  <a:pt x="362701" y="106712"/>
                  <a:pt x="363515" y="102015"/>
                </a:cubicBezTo>
                <a:cubicBezTo>
                  <a:pt x="364329" y="97318"/>
                  <a:pt x="364736" y="89521"/>
                  <a:pt x="364736" y="78625"/>
                </a:cubicBezTo>
                <a:lnTo>
                  <a:pt x="364736" y="2442"/>
                </a:lnTo>
                <a:lnTo>
                  <a:pt x="392541" y="2442"/>
                </a:lnTo>
                <a:lnTo>
                  <a:pt x="392541" y="74823"/>
                </a:lnTo>
                <a:cubicBezTo>
                  <a:pt x="392541" y="91366"/>
                  <a:pt x="391790" y="103053"/>
                  <a:pt x="390287" y="109885"/>
                </a:cubicBezTo>
                <a:cubicBezTo>
                  <a:pt x="388784" y="116715"/>
                  <a:pt x="386012" y="122480"/>
                  <a:pt x="381973" y="127181"/>
                </a:cubicBezTo>
                <a:cubicBezTo>
                  <a:pt x="377934" y="131880"/>
                  <a:pt x="372533" y="135624"/>
                  <a:pt x="365769" y="138412"/>
                </a:cubicBezTo>
                <a:cubicBezTo>
                  <a:pt x="359006" y="141201"/>
                  <a:pt x="350176" y="142596"/>
                  <a:pt x="339279" y="142596"/>
                </a:cubicBezTo>
                <a:cubicBezTo>
                  <a:pt x="326128" y="142596"/>
                  <a:pt x="316155" y="141076"/>
                  <a:pt x="309360" y="138037"/>
                </a:cubicBezTo>
                <a:cubicBezTo>
                  <a:pt x="302566" y="134997"/>
                  <a:pt x="297196" y="131050"/>
                  <a:pt x="293250" y="126195"/>
                </a:cubicBezTo>
                <a:cubicBezTo>
                  <a:pt x="289305" y="121338"/>
                  <a:pt x="286706" y="116245"/>
                  <a:pt x="285453" y="110918"/>
                </a:cubicBezTo>
                <a:cubicBezTo>
                  <a:pt x="283637" y="103022"/>
                  <a:pt x="282729" y="91366"/>
                  <a:pt x="282729" y="75951"/>
                </a:cubicBezTo>
                <a:lnTo>
                  <a:pt x="282729" y="2442"/>
                </a:lnTo>
                <a:close/>
                <a:moveTo>
                  <a:pt x="473277" y="140153"/>
                </a:moveTo>
                <a:lnTo>
                  <a:pt x="473277" y="2442"/>
                </a:lnTo>
                <a:lnTo>
                  <a:pt x="501082" y="2442"/>
                </a:lnTo>
                <a:lnTo>
                  <a:pt x="501082" y="56550"/>
                </a:lnTo>
                <a:lnTo>
                  <a:pt x="555565" y="56550"/>
                </a:lnTo>
                <a:lnTo>
                  <a:pt x="555565" y="2442"/>
                </a:lnTo>
                <a:lnTo>
                  <a:pt x="583370" y="2442"/>
                </a:lnTo>
                <a:lnTo>
                  <a:pt x="583370" y="140153"/>
                </a:lnTo>
                <a:lnTo>
                  <a:pt x="555565" y="140153"/>
                </a:lnTo>
                <a:lnTo>
                  <a:pt x="555565" y="79846"/>
                </a:lnTo>
                <a:lnTo>
                  <a:pt x="501082" y="79846"/>
                </a:lnTo>
                <a:lnTo>
                  <a:pt x="501082" y="140153"/>
                </a:lnTo>
                <a:lnTo>
                  <a:pt x="473277" y="140153"/>
                </a:lnTo>
                <a:close/>
                <a:moveTo>
                  <a:pt x="604827" y="88864"/>
                </a:moveTo>
                <a:cubicBezTo>
                  <a:pt x="604827" y="80096"/>
                  <a:pt x="606987" y="71611"/>
                  <a:pt x="611308" y="63407"/>
                </a:cubicBezTo>
                <a:cubicBezTo>
                  <a:pt x="615630" y="55203"/>
                  <a:pt x="621751" y="48941"/>
                  <a:pt x="629673" y="44620"/>
                </a:cubicBezTo>
                <a:cubicBezTo>
                  <a:pt x="637595" y="40299"/>
                  <a:pt x="646441" y="38138"/>
                  <a:pt x="656210" y="38138"/>
                </a:cubicBezTo>
                <a:cubicBezTo>
                  <a:pt x="671303" y="38138"/>
                  <a:pt x="683671" y="43039"/>
                  <a:pt x="693315" y="52839"/>
                </a:cubicBezTo>
                <a:cubicBezTo>
                  <a:pt x="702959" y="62640"/>
                  <a:pt x="707781" y="75024"/>
                  <a:pt x="707781" y="89991"/>
                </a:cubicBezTo>
                <a:cubicBezTo>
                  <a:pt x="707781" y="105084"/>
                  <a:pt x="702912" y="117593"/>
                  <a:pt x="693174" y="127519"/>
                </a:cubicBezTo>
                <a:cubicBezTo>
                  <a:pt x="683436" y="137445"/>
                  <a:pt x="671177" y="142408"/>
                  <a:pt x="656398" y="142408"/>
                </a:cubicBezTo>
                <a:cubicBezTo>
                  <a:pt x="647255" y="142408"/>
                  <a:pt x="638534" y="140341"/>
                  <a:pt x="630237" y="136208"/>
                </a:cubicBezTo>
                <a:cubicBezTo>
                  <a:pt x="621939" y="132075"/>
                  <a:pt x="615630" y="126016"/>
                  <a:pt x="611308" y="118031"/>
                </a:cubicBezTo>
                <a:cubicBezTo>
                  <a:pt x="606987" y="110047"/>
                  <a:pt x="604827" y="100324"/>
                  <a:pt x="604827" y="88864"/>
                </a:cubicBezTo>
                <a:moveTo>
                  <a:pt x="631881" y="90273"/>
                </a:moveTo>
                <a:cubicBezTo>
                  <a:pt x="631881" y="100136"/>
                  <a:pt x="634229" y="107690"/>
                  <a:pt x="638926" y="112935"/>
                </a:cubicBezTo>
                <a:cubicBezTo>
                  <a:pt x="643623" y="118180"/>
                  <a:pt x="649415" y="120802"/>
                  <a:pt x="656304" y="120802"/>
                </a:cubicBezTo>
                <a:cubicBezTo>
                  <a:pt x="663193" y="120802"/>
                  <a:pt x="668970" y="118180"/>
                  <a:pt x="673635" y="112935"/>
                </a:cubicBezTo>
                <a:cubicBezTo>
                  <a:pt x="678301" y="107690"/>
                  <a:pt x="680634" y="100074"/>
                  <a:pt x="680634" y="90085"/>
                </a:cubicBezTo>
                <a:cubicBezTo>
                  <a:pt x="680634" y="80347"/>
                  <a:pt x="678301" y="72856"/>
                  <a:pt x="673635" y="67611"/>
                </a:cubicBezTo>
                <a:cubicBezTo>
                  <a:pt x="668970" y="62366"/>
                  <a:pt x="663193" y="59744"/>
                  <a:pt x="656304" y="59744"/>
                </a:cubicBezTo>
                <a:cubicBezTo>
                  <a:pt x="649415" y="59744"/>
                  <a:pt x="643623" y="62366"/>
                  <a:pt x="638926" y="67611"/>
                </a:cubicBezTo>
                <a:cubicBezTo>
                  <a:pt x="634229" y="72856"/>
                  <a:pt x="631881" y="80410"/>
                  <a:pt x="631881" y="90273"/>
                </a:cubicBezTo>
                <a:close/>
                <a:moveTo>
                  <a:pt x="718736" y="111784"/>
                </a:moveTo>
                <a:lnTo>
                  <a:pt x="745226" y="107651"/>
                </a:lnTo>
                <a:cubicBezTo>
                  <a:pt x="746353" y="112755"/>
                  <a:pt x="748639" y="116630"/>
                  <a:pt x="752083" y="119276"/>
                </a:cubicBezTo>
                <a:cubicBezTo>
                  <a:pt x="755528" y="121922"/>
                  <a:pt x="760350" y="123245"/>
                  <a:pt x="766550" y="123245"/>
                </a:cubicBezTo>
                <a:cubicBezTo>
                  <a:pt x="773376" y="123245"/>
                  <a:pt x="778511" y="121994"/>
                  <a:pt x="781955" y="119493"/>
                </a:cubicBezTo>
                <a:cubicBezTo>
                  <a:pt x="784272" y="117742"/>
                  <a:pt x="785431" y="115396"/>
                  <a:pt x="785431" y="112457"/>
                </a:cubicBezTo>
                <a:cubicBezTo>
                  <a:pt x="785431" y="110455"/>
                  <a:pt x="784805" y="108797"/>
                  <a:pt x="783552" y="107484"/>
                </a:cubicBezTo>
                <a:cubicBezTo>
                  <a:pt x="782237" y="106233"/>
                  <a:pt x="779294" y="105077"/>
                  <a:pt x="774722" y="104014"/>
                </a:cubicBezTo>
                <a:cubicBezTo>
                  <a:pt x="753430" y="99325"/>
                  <a:pt x="739934" y="95041"/>
                  <a:pt x="734235" y="91162"/>
                </a:cubicBezTo>
                <a:cubicBezTo>
                  <a:pt x="726345" y="85781"/>
                  <a:pt x="722399" y="78304"/>
                  <a:pt x="722399" y="68732"/>
                </a:cubicBezTo>
                <a:cubicBezTo>
                  <a:pt x="722399" y="60098"/>
                  <a:pt x="725812" y="52840"/>
                  <a:pt x="732638" y="46959"/>
                </a:cubicBezTo>
                <a:cubicBezTo>
                  <a:pt x="739465" y="41079"/>
                  <a:pt x="750048" y="38138"/>
                  <a:pt x="764389" y="38138"/>
                </a:cubicBezTo>
                <a:cubicBezTo>
                  <a:pt x="778041" y="38138"/>
                  <a:pt x="788186" y="40354"/>
                  <a:pt x="794824" y="44784"/>
                </a:cubicBezTo>
                <a:cubicBezTo>
                  <a:pt x="801463" y="49215"/>
                  <a:pt x="806034" y="55767"/>
                  <a:pt x="808539" y="64440"/>
                </a:cubicBezTo>
                <a:lnTo>
                  <a:pt x="783646" y="69137"/>
                </a:lnTo>
                <a:cubicBezTo>
                  <a:pt x="782581" y="65255"/>
                  <a:pt x="780562" y="62280"/>
                  <a:pt x="777587" y="60213"/>
                </a:cubicBezTo>
                <a:cubicBezTo>
                  <a:pt x="774612" y="58147"/>
                  <a:pt x="770370" y="57113"/>
                  <a:pt x="764859" y="57113"/>
                </a:cubicBezTo>
                <a:cubicBezTo>
                  <a:pt x="757907" y="57113"/>
                  <a:pt x="752929" y="58083"/>
                  <a:pt x="749923" y="60022"/>
                </a:cubicBezTo>
                <a:cubicBezTo>
                  <a:pt x="747919" y="61396"/>
                  <a:pt x="746917" y="63178"/>
                  <a:pt x="746917" y="65368"/>
                </a:cubicBezTo>
                <a:cubicBezTo>
                  <a:pt x="746917" y="67243"/>
                  <a:pt x="747794" y="68837"/>
                  <a:pt x="749547" y="70150"/>
                </a:cubicBezTo>
                <a:cubicBezTo>
                  <a:pt x="751927" y="71901"/>
                  <a:pt x="760146" y="74372"/>
                  <a:pt x="774205" y="77562"/>
                </a:cubicBezTo>
                <a:cubicBezTo>
                  <a:pt x="788265" y="80752"/>
                  <a:pt x="798081" y="84665"/>
                  <a:pt x="803654" y="89301"/>
                </a:cubicBezTo>
                <a:cubicBezTo>
                  <a:pt x="809165" y="94002"/>
                  <a:pt x="811921" y="100550"/>
                  <a:pt x="811921" y="108946"/>
                </a:cubicBezTo>
                <a:cubicBezTo>
                  <a:pt x="811921" y="118095"/>
                  <a:pt x="808101" y="125959"/>
                  <a:pt x="800461" y="132538"/>
                </a:cubicBezTo>
                <a:cubicBezTo>
                  <a:pt x="792820" y="139118"/>
                  <a:pt x="781517" y="142408"/>
                  <a:pt x="766550" y="142408"/>
                </a:cubicBezTo>
                <a:cubicBezTo>
                  <a:pt x="752960" y="142408"/>
                  <a:pt x="742204" y="139661"/>
                  <a:pt x="734282" y="134168"/>
                </a:cubicBezTo>
                <a:cubicBezTo>
                  <a:pt x="726360" y="128672"/>
                  <a:pt x="721178" y="121211"/>
                  <a:pt x="718736" y="111784"/>
                </a:cubicBezTo>
                <a:close/>
                <a:moveTo>
                  <a:pt x="880439" y="40393"/>
                </a:moveTo>
                <a:lnTo>
                  <a:pt x="880439" y="61434"/>
                </a:lnTo>
                <a:lnTo>
                  <a:pt x="862403" y="61434"/>
                </a:lnTo>
                <a:lnTo>
                  <a:pt x="862403" y="101575"/>
                </a:lnTo>
                <a:cubicBezTo>
                  <a:pt x="862403" y="109704"/>
                  <a:pt x="862576" y="114441"/>
                  <a:pt x="862920" y="115785"/>
                </a:cubicBezTo>
                <a:cubicBezTo>
                  <a:pt x="863264" y="117128"/>
                  <a:pt x="864047" y="118238"/>
                  <a:pt x="865268" y="119114"/>
                </a:cubicBezTo>
                <a:cubicBezTo>
                  <a:pt x="866490" y="119989"/>
                  <a:pt x="867977" y="120427"/>
                  <a:pt x="869730" y="120427"/>
                </a:cubicBezTo>
                <a:cubicBezTo>
                  <a:pt x="872173" y="120427"/>
                  <a:pt x="875711" y="119581"/>
                  <a:pt x="880345" y="117890"/>
                </a:cubicBezTo>
                <a:lnTo>
                  <a:pt x="882600" y="138445"/>
                </a:lnTo>
                <a:cubicBezTo>
                  <a:pt x="876462" y="141087"/>
                  <a:pt x="869511" y="142408"/>
                  <a:pt x="861746" y="142408"/>
                </a:cubicBezTo>
                <a:cubicBezTo>
                  <a:pt x="856986" y="142408"/>
                  <a:pt x="852697" y="141609"/>
                  <a:pt x="848876" y="140012"/>
                </a:cubicBezTo>
                <a:cubicBezTo>
                  <a:pt x="845056" y="138415"/>
                  <a:pt x="842254" y="136349"/>
                  <a:pt x="840469" y="133812"/>
                </a:cubicBezTo>
                <a:cubicBezTo>
                  <a:pt x="838684" y="131276"/>
                  <a:pt x="837448" y="127848"/>
                  <a:pt x="836759" y="123526"/>
                </a:cubicBezTo>
                <a:cubicBezTo>
                  <a:pt x="836195" y="120458"/>
                  <a:pt x="835913" y="114258"/>
                  <a:pt x="835913" y="104927"/>
                </a:cubicBezTo>
                <a:lnTo>
                  <a:pt x="835913" y="61434"/>
                </a:lnTo>
                <a:lnTo>
                  <a:pt x="823795" y="61434"/>
                </a:lnTo>
                <a:lnTo>
                  <a:pt x="823795" y="40393"/>
                </a:lnTo>
                <a:lnTo>
                  <a:pt x="835913" y="40393"/>
                </a:lnTo>
                <a:lnTo>
                  <a:pt x="835913" y="20478"/>
                </a:lnTo>
                <a:lnTo>
                  <a:pt x="862403" y="4885"/>
                </a:lnTo>
                <a:lnTo>
                  <a:pt x="862403" y="40393"/>
                </a:lnTo>
                <a:lnTo>
                  <a:pt x="880439" y="403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f35ea02de437e"/>
          <a:stretch xmlns:a="http://schemas.openxmlformats.org/drawingml/2006/main"/>
        </p:blipFill>
        <p:spPr>
          <a:xfrm xmlns:a="http://schemas.openxmlformats.org/drawingml/2006/main">
            <a:off x="384135" y="1974175"/>
            <a:ext cx="863627" cy="1006375"/>
          </a:xfrm>
          <a:prstGeom xmlns:a="http://schemas.openxmlformats.org/drawingml/2006/main" prst="rect">
            <a:avLst/>
          </a:prstGeom>
        </p:spPr>
      </p:pic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481E7-6E02-45C0-8A22-08D08426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76" y="2040881"/>
            <a:ext cx="692156" cy="819156"/>
          </a:xfrm>
          <a:custGeom xmlns:a="http://schemas.openxmlformats.org/drawingml/2006/main">
            <a:pathLst>
              <a:path w="692156" h="819156">
                <a:moveTo>
                  <a:pt x="0" y="289409"/>
                </a:moveTo>
                <a:cubicBezTo>
                  <a:pt x="0" y="230893"/>
                  <a:pt x="47433" y="183460"/>
                  <a:pt x="105949" y="183460"/>
                </a:cubicBezTo>
                <a:lnTo>
                  <a:pt x="403758" y="183460"/>
                </a:lnTo>
                <a:lnTo>
                  <a:pt x="569931" y="0"/>
                </a:lnTo>
                <a:lnTo>
                  <a:pt x="576797" y="183460"/>
                </a:lnTo>
                <a:lnTo>
                  <a:pt x="586207" y="183460"/>
                </a:lnTo>
                <a:cubicBezTo>
                  <a:pt x="644723" y="183460"/>
                  <a:pt x="692156" y="230893"/>
                  <a:pt x="692156" y="289409"/>
                </a:cubicBezTo>
                <a:lnTo>
                  <a:pt x="692156" y="448333"/>
                </a:lnTo>
                <a:lnTo>
                  <a:pt x="692156" y="713207"/>
                </a:lnTo>
                <a:cubicBezTo>
                  <a:pt x="692156" y="771723"/>
                  <a:pt x="644723" y="819156"/>
                  <a:pt x="586207" y="819156"/>
                </a:cubicBezTo>
                <a:lnTo>
                  <a:pt x="576797" y="819156"/>
                </a:lnTo>
                <a:lnTo>
                  <a:pt x="403758" y="819156"/>
                </a:lnTo>
                <a:lnTo>
                  <a:pt x="105949" y="819156"/>
                </a:lnTo>
                <a:cubicBezTo>
                  <a:pt x="47433" y="819156"/>
                  <a:pt x="0" y="771723"/>
                  <a:pt x="0" y="713207"/>
                </a:cubicBezTo>
                <a:lnTo>
                  <a:pt x="0" y="448333"/>
                </a:lnTo>
                <a:lnTo>
                  <a:pt x="0" y="289409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F8E5E8-C612-4A36-93C3-4E0B2613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276" y="2040881"/>
            <a:ext cx="692156" cy="819156"/>
          </a:xfrm>
          <a:custGeom xmlns:a="http://schemas.openxmlformats.org/drawingml/2006/main">
            <a:pathLst>
              <a:path w="692156" h="819156" fill="none">
                <a:moveTo>
                  <a:pt x="0" y="289409"/>
                </a:moveTo>
                <a:cubicBezTo>
                  <a:pt x="0" y="230893"/>
                  <a:pt x="47433" y="183460"/>
                  <a:pt x="105949" y="183460"/>
                </a:cubicBezTo>
                <a:lnTo>
                  <a:pt x="403758" y="183460"/>
                </a:lnTo>
                <a:lnTo>
                  <a:pt x="569931" y="0"/>
                </a:lnTo>
                <a:lnTo>
                  <a:pt x="576797" y="183460"/>
                </a:lnTo>
                <a:lnTo>
                  <a:pt x="586207" y="183460"/>
                </a:lnTo>
                <a:cubicBezTo>
                  <a:pt x="644723" y="183460"/>
                  <a:pt x="692156" y="230893"/>
                  <a:pt x="692156" y="289409"/>
                </a:cubicBezTo>
                <a:lnTo>
                  <a:pt x="692156" y="448333"/>
                </a:lnTo>
                <a:lnTo>
                  <a:pt x="692156" y="713207"/>
                </a:lnTo>
                <a:cubicBezTo>
                  <a:pt x="692156" y="771723"/>
                  <a:pt x="644723" y="819156"/>
                  <a:pt x="586207" y="819156"/>
                </a:cubicBezTo>
                <a:lnTo>
                  <a:pt x="576797" y="819156"/>
                </a:lnTo>
                <a:lnTo>
                  <a:pt x="403758" y="819156"/>
                </a:lnTo>
                <a:lnTo>
                  <a:pt x="105949" y="819156"/>
                </a:lnTo>
                <a:cubicBezTo>
                  <a:pt x="47433" y="819156"/>
                  <a:pt x="0" y="771723"/>
                  <a:pt x="0" y="713207"/>
                </a:cubicBezTo>
                <a:lnTo>
                  <a:pt x="0" y="448333"/>
                </a:lnTo>
                <a:lnTo>
                  <a:pt x="0" y="28940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39" cap="flat">
            <a:solidFill>
              <a:srgbClr val="00000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D2A27-5B4E-42DC-8FA5-A22AC35A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32" y="2371762"/>
            <a:ext cx="106646" cy="106646"/>
          </a:xfrm>
          <a:custGeom xmlns:a="http://schemas.openxmlformats.org/drawingml/2006/main">
            <a:pathLst>
              <a:path w="106646" h="106646">
                <a:moveTo>
                  <a:pt x="0" y="53323"/>
                </a:moveTo>
                <a:cubicBezTo>
                  <a:pt x="0" y="23873"/>
                  <a:pt x="23873" y="0"/>
                  <a:pt x="53323" y="0"/>
                </a:cubicBezTo>
                <a:cubicBezTo>
                  <a:pt x="82773" y="0"/>
                  <a:pt x="106646" y="23873"/>
                  <a:pt x="106646" y="53323"/>
                </a:cubicBezTo>
                <a:cubicBezTo>
                  <a:pt x="106646" y="82773"/>
                  <a:pt x="82773" y="106646"/>
                  <a:pt x="53323" y="106646"/>
                </a:cubicBezTo>
                <a:cubicBezTo>
                  <a:pt x="23873" y="106646"/>
                  <a:pt x="0" y="82773"/>
                  <a:pt x="0" y="53323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A095C-216E-489C-B8F1-0307B137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32" y="2371762"/>
            <a:ext cx="106646" cy="106646"/>
          </a:xfrm>
          <a:custGeom xmlns:a="http://schemas.openxmlformats.org/drawingml/2006/main">
            <a:pathLst>
              <a:path w="106646" h="106646" fill="none">
                <a:moveTo>
                  <a:pt x="0" y="53323"/>
                </a:moveTo>
                <a:cubicBezTo>
                  <a:pt x="0" y="23873"/>
                  <a:pt x="23873" y="0"/>
                  <a:pt x="53323" y="0"/>
                </a:cubicBezTo>
                <a:cubicBezTo>
                  <a:pt x="82773" y="0"/>
                  <a:pt x="106646" y="23873"/>
                  <a:pt x="106646" y="53323"/>
                </a:cubicBezTo>
                <a:cubicBezTo>
                  <a:pt x="106646" y="82773"/>
                  <a:pt x="82773" y="106646"/>
                  <a:pt x="53323" y="106646"/>
                </a:cubicBezTo>
                <a:cubicBezTo>
                  <a:pt x="23873" y="106646"/>
                  <a:pt x="0" y="82773"/>
                  <a:pt x="0" y="533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7BFA6D-DC8E-4646-9CED-C6FAD3BF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32" y="2497228"/>
            <a:ext cx="106646" cy="106646"/>
          </a:xfrm>
          <a:custGeom xmlns:a="http://schemas.openxmlformats.org/drawingml/2006/main">
            <a:pathLst>
              <a:path w="106646" h="106646">
                <a:moveTo>
                  <a:pt x="0" y="53323"/>
                </a:moveTo>
                <a:cubicBezTo>
                  <a:pt x="0" y="23873"/>
                  <a:pt x="23873" y="0"/>
                  <a:pt x="53323" y="0"/>
                </a:cubicBezTo>
                <a:cubicBezTo>
                  <a:pt x="82773" y="0"/>
                  <a:pt x="106646" y="23873"/>
                  <a:pt x="106646" y="53323"/>
                </a:cubicBezTo>
                <a:cubicBezTo>
                  <a:pt x="106646" y="82773"/>
                  <a:pt x="82773" y="106646"/>
                  <a:pt x="53323" y="106646"/>
                </a:cubicBezTo>
                <a:cubicBezTo>
                  <a:pt x="23873" y="106646"/>
                  <a:pt x="0" y="82773"/>
                  <a:pt x="0" y="53323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0091C-DDB0-43C5-9197-ADA02E41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32" y="2497228"/>
            <a:ext cx="106646" cy="106646"/>
          </a:xfrm>
          <a:custGeom xmlns:a="http://schemas.openxmlformats.org/drawingml/2006/main">
            <a:pathLst>
              <a:path w="106646" h="106646" fill="none">
                <a:moveTo>
                  <a:pt x="0" y="53323"/>
                </a:moveTo>
                <a:cubicBezTo>
                  <a:pt x="0" y="23873"/>
                  <a:pt x="23873" y="0"/>
                  <a:pt x="53323" y="0"/>
                </a:cubicBezTo>
                <a:cubicBezTo>
                  <a:pt x="82773" y="0"/>
                  <a:pt x="106646" y="23873"/>
                  <a:pt x="106646" y="53323"/>
                </a:cubicBezTo>
                <a:cubicBezTo>
                  <a:pt x="106646" y="82773"/>
                  <a:pt x="82773" y="106646"/>
                  <a:pt x="53323" y="106646"/>
                </a:cubicBezTo>
                <a:cubicBezTo>
                  <a:pt x="23873" y="106646"/>
                  <a:pt x="0" y="82773"/>
                  <a:pt x="0" y="533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BA05E-DB82-4E8A-8EFD-00A46FF5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32" y="2620604"/>
            <a:ext cx="106646" cy="108738"/>
          </a:xfrm>
          <a:custGeom xmlns:a="http://schemas.openxmlformats.org/drawingml/2006/main">
            <a:pathLst>
              <a:path w="106646" h="108738">
                <a:moveTo>
                  <a:pt x="0" y="54369"/>
                </a:moveTo>
                <a:cubicBezTo>
                  <a:pt x="0" y="24344"/>
                  <a:pt x="23873" y="0"/>
                  <a:pt x="53323" y="0"/>
                </a:cubicBezTo>
                <a:cubicBezTo>
                  <a:pt x="82773" y="0"/>
                  <a:pt x="106646" y="24344"/>
                  <a:pt x="106646" y="54369"/>
                </a:cubicBezTo>
                <a:cubicBezTo>
                  <a:pt x="106646" y="84394"/>
                  <a:pt x="82773" y="108738"/>
                  <a:pt x="53323" y="108738"/>
                </a:cubicBezTo>
                <a:cubicBezTo>
                  <a:pt x="23873" y="108738"/>
                  <a:pt x="0" y="84394"/>
                  <a:pt x="0" y="54369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AE2E1-2AE3-4B1C-8087-D5438FF2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32" y="2620604"/>
            <a:ext cx="106646" cy="108738"/>
          </a:xfrm>
          <a:custGeom xmlns:a="http://schemas.openxmlformats.org/drawingml/2006/main">
            <a:pathLst>
              <a:path w="106646" h="108738" fill="none">
                <a:moveTo>
                  <a:pt x="0" y="54369"/>
                </a:moveTo>
                <a:cubicBezTo>
                  <a:pt x="0" y="24344"/>
                  <a:pt x="23873" y="0"/>
                  <a:pt x="53323" y="0"/>
                </a:cubicBezTo>
                <a:cubicBezTo>
                  <a:pt x="82773" y="0"/>
                  <a:pt x="106646" y="24344"/>
                  <a:pt x="106646" y="54369"/>
                </a:cubicBezTo>
                <a:cubicBezTo>
                  <a:pt x="106646" y="84394"/>
                  <a:pt x="82773" y="108738"/>
                  <a:pt x="53323" y="108738"/>
                </a:cubicBezTo>
                <a:cubicBezTo>
                  <a:pt x="23873" y="108738"/>
                  <a:pt x="0" y="84394"/>
                  <a:pt x="0" y="543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9C3DB0-8958-4400-84BA-96CBBB0D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05" y="2317394"/>
            <a:ext cx="108738" cy="108738"/>
          </a:xfrm>
          <a:custGeom xmlns:a="http://schemas.openxmlformats.org/drawingml/2006/main">
            <a:pathLst>
              <a:path w="108738" h="108738">
                <a:moveTo>
                  <a:pt x="0" y="54369"/>
                </a:moveTo>
                <a:cubicBezTo>
                  <a:pt x="0" y="24344"/>
                  <a:pt x="24344" y="0"/>
                  <a:pt x="54369" y="0"/>
                </a:cubicBezTo>
                <a:cubicBezTo>
                  <a:pt x="84394" y="0"/>
                  <a:pt x="108738" y="24344"/>
                  <a:pt x="108738" y="54369"/>
                </a:cubicBezTo>
                <a:cubicBezTo>
                  <a:pt x="108738" y="84394"/>
                  <a:pt x="84394" y="108738"/>
                  <a:pt x="54369" y="108738"/>
                </a:cubicBezTo>
                <a:cubicBezTo>
                  <a:pt x="24344" y="108738"/>
                  <a:pt x="0" y="84394"/>
                  <a:pt x="0" y="54369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A4BCD-7E8E-43AF-95B1-B3E5972A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05" y="2317394"/>
            <a:ext cx="108738" cy="108738"/>
          </a:xfrm>
          <a:custGeom xmlns:a="http://schemas.openxmlformats.org/drawingml/2006/main">
            <a:pathLst>
              <a:path w="108738" h="108738" fill="none">
                <a:moveTo>
                  <a:pt x="0" y="54369"/>
                </a:moveTo>
                <a:cubicBezTo>
                  <a:pt x="0" y="24344"/>
                  <a:pt x="24344" y="0"/>
                  <a:pt x="54369" y="0"/>
                </a:cubicBezTo>
                <a:cubicBezTo>
                  <a:pt x="84394" y="0"/>
                  <a:pt x="108738" y="24344"/>
                  <a:pt x="108738" y="54369"/>
                </a:cubicBezTo>
                <a:cubicBezTo>
                  <a:pt x="108738" y="84394"/>
                  <a:pt x="84394" y="108738"/>
                  <a:pt x="54369" y="108738"/>
                </a:cubicBezTo>
                <a:cubicBezTo>
                  <a:pt x="24344" y="108738"/>
                  <a:pt x="0" y="84394"/>
                  <a:pt x="0" y="5436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60233-763C-4530-88F7-FB8AF122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05" y="2436587"/>
            <a:ext cx="108738" cy="106646"/>
          </a:xfrm>
          <a:custGeom xmlns:a="http://schemas.openxmlformats.org/drawingml/2006/main">
            <a:pathLst>
              <a:path w="108738" h="106646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848A8-5151-41B1-AF64-99057D76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05" y="2436587"/>
            <a:ext cx="108738" cy="106646"/>
          </a:xfrm>
          <a:custGeom xmlns:a="http://schemas.openxmlformats.org/drawingml/2006/main">
            <a:pathLst>
              <a:path w="108738" h="106646" fill="none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5698E-B590-4B7A-BEF2-C4E83901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05" y="2555780"/>
            <a:ext cx="108738" cy="106646"/>
          </a:xfrm>
          <a:custGeom xmlns:a="http://schemas.openxmlformats.org/drawingml/2006/main">
            <a:pathLst>
              <a:path w="108738" h="106646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C97CE9-F8B2-49F6-8D76-84239CBF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05" y="2555778"/>
            <a:ext cx="108738" cy="106646"/>
          </a:xfrm>
          <a:custGeom xmlns:a="http://schemas.openxmlformats.org/drawingml/2006/main">
            <a:pathLst>
              <a:path w="108738" h="106646" fill="none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CF3A7-4C95-4926-8216-A1BCC7DA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05" y="2674973"/>
            <a:ext cx="108738" cy="106646"/>
          </a:xfrm>
          <a:custGeom xmlns:a="http://schemas.openxmlformats.org/drawingml/2006/main">
            <a:pathLst>
              <a:path w="108738" h="106646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2A167-CAC6-4289-98F6-D5C466BD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805" y="2674973"/>
            <a:ext cx="108738" cy="106646"/>
          </a:xfrm>
          <a:custGeom xmlns:a="http://schemas.openxmlformats.org/drawingml/2006/main">
            <a:pathLst>
              <a:path w="108738" h="106646" fill="none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A7A78-E618-494D-9844-773D017D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424040"/>
            <a:ext cx="88855" cy="65661"/>
          </a:xfrm>
          <a:custGeom xmlns:a="http://schemas.openxmlformats.org/drawingml/2006/main">
            <a:pathLst>
              <a:path w="88855" h="65661" fill="none">
                <a:moveTo>
                  <a:pt x="0" y="0"/>
                </a:moveTo>
                <a:lnTo>
                  <a:pt x="88855" y="65661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DC106-E479-48D2-B276-DCD4B8CD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424040"/>
            <a:ext cx="88855" cy="184714"/>
          </a:xfrm>
          <a:custGeom xmlns:a="http://schemas.openxmlformats.org/drawingml/2006/main">
            <a:pathLst>
              <a:path w="88855" h="184714" fill="none">
                <a:moveTo>
                  <a:pt x="0" y="0"/>
                </a:moveTo>
                <a:lnTo>
                  <a:pt x="88855" y="184714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3A19A5-4A55-466D-B8D4-D3D5508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424040"/>
            <a:ext cx="88855" cy="303768"/>
          </a:xfrm>
          <a:custGeom xmlns:a="http://schemas.openxmlformats.org/drawingml/2006/main">
            <a:pathLst>
              <a:path w="88855" h="303768" fill="none">
                <a:moveTo>
                  <a:pt x="0" y="0"/>
                </a:moveTo>
                <a:lnTo>
                  <a:pt x="88855" y="303768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17307-0E2C-4463-8DA9-CBAEA65F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371754"/>
            <a:ext cx="88855" cy="178581"/>
          </a:xfrm>
          <a:custGeom xmlns:a="http://schemas.openxmlformats.org/drawingml/2006/main">
            <a:pathLst>
              <a:path w="88855" h="178581" fill="none">
                <a:moveTo>
                  <a:pt x="0" y="178581"/>
                </a:moveTo>
                <a:lnTo>
                  <a:pt x="88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AEB2B-3618-40D3-A9DE-39681C73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490954"/>
            <a:ext cx="88855" cy="59527"/>
          </a:xfrm>
          <a:custGeom xmlns:a="http://schemas.openxmlformats.org/drawingml/2006/main">
            <a:pathLst>
              <a:path w="88855" h="59527" fill="none">
                <a:moveTo>
                  <a:pt x="0" y="59527"/>
                </a:moveTo>
                <a:lnTo>
                  <a:pt x="88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86ED11-422D-4322-8197-C35B0817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549506"/>
            <a:ext cx="88855" cy="59527"/>
          </a:xfrm>
          <a:custGeom xmlns:a="http://schemas.openxmlformats.org/drawingml/2006/main">
            <a:pathLst>
              <a:path w="88855" h="59527" fill="none">
                <a:moveTo>
                  <a:pt x="0" y="0"/>
                </a:moveTo>
                <a:lnTo>
                  <a:pt x="88855" y="59527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93DEEB-8BF1-456B-9715-2196C134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549506"/>
            <a:ext cx="88855" cy="178581"/>
          </a:xfrm>
          <a:custGeom xmlns:a="http://schemas.openxmlformats.org/drawingml/2006/main">
            <a:pathLst>
              <a:path w="88855" h="178581" fill="none">
                <a:moveTo>
                  <a:pt x="0" y="0"/>
                </a:moveTo>
                <a:lnTo>
                  <a:pt x="88855" y="178581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1741B-18FE-44D1-9B79-EDC8A20C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371762"/>
            <a:ext cx="88855" cy="303768"/>
          </a:xfrm>
          <a:custGeom xmlns:a="http://schemas.openxmlformats.org/drawingml/2006/main">
            <a:pathLst>
              <a:path w="88855" h="303768" fill="none">
                <a:moveTo>
                  <a:pt x="0" y="303768"/>
                </a:moveTo>
                <a:lnTo>
                  <a:pt x="88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ADDF7-E411-4ECB-8C94-19A695D2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490959"/>
            <a:ext cx="88855" cy="184714"/>
          </a:xfrm>
          <a:custGeom xmlns:a="http://schemas.openxmlformats.org/drawingml/2006/main">
            <a:pathLst>
              <a:path w="88855" h="184714" fill="none">
                <a:moveTo>
                  <a:pt x="0" y="184714"/>
                </a:moveTo>
                <a:lnTo>
                  <a:pt x="88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80850-B6BB-4E4D-BC4F-6D1D9A3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610141"/>
            <a:ext cx="88855" cy="65678"/>
          </a:xfrm>
          <a:custGeom xmlns:a="http://schemas.openxmlformats.org/drawingml/2006/main">
            <a:pathLst>
              <a:path w="88855" h="65678" fill="none">
                <a:moveTo>
                  <a:pt x="0" y="65678"/>
                </a:moveTo>
                <a:lnTo>
                  <a:pt x="88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7832E-B5B5-4438-AC8D-A215033D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674973"/>
            <a:ext cx="88855" cy="53376"/>
          </a:xfrm>
          <a:custGeom xmlns:a="http://schemas.openxmlformats.org/drawingml/2006/main">
            <a:pathLst>
              <a:path w="88855" h="53376" fill="none">
                <a:moveTo>
                  <a:pt x="0" y="0"/>
                </a:moveTo>
                <a:lnTo>
                  <a:pt x="88855" y="53376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77187-B398-4581-A968-199A1700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3" y="2371762"/>
            <a:ext cx="88855" cy="243335"/>
          </a:xfrm>
          <a:custGeom xmlns:a="http://schemas.openxmlformats.org/drawingml/2006/main">
            <a:pathLst>
              <a:path w="88855" h="243335" fill="none">
                <a:moveTo>
                  <a:pt x="0" y="0"/>
                </a:moveTo>
                <a:lnTo>
                  <a:pt x="88855" y="243335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33503-B800-48EE-9234-20BC9AA6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3" y="2490956"/>
            <a:ext cx="88855" cy="124281"/>
          </a:xfrm>
          <a:custGeom xmlns:a="http://schemas.openxmlformats.org/drawingml/2006/main">
            <a:pathLst>
              <a:path w="88855" h="124281" fill="none">
                <a:moveTo>
                  <a:pt x="0" y="0"/>
                </a:moveTo>
                <a:lnTo>
                  <a:pt x="88855" y="124281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BAB7A5-D354-4B04-9823-86025A1A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3" y="2610149"/>
            <a:ext cx="88855" cy="5228"/>
          </a:xfrm>
          <a:custGeom xmlns:a="http://schemas.openxmlformats.org/drawingml/2006/main">
            <a:pathLst>
              <a:path w="88855" h="5228" fill="none">
                <a:moveTo>
                  <a:pt x="0" y="0"/>
                </a:moveTo>
                <a:lnTo>
                  <a:pt x="88855" y="5228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A58C4E-C9F0-4271-9F75-86C45AB7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3" y="2614334"/>
            <a:ext cx="88855" cy="113809"/>
          </a:xfrm>
          <a:custGeom xmlns:a="http://schemas.openxmlformats.org/drawingml/2006/main">
            <a:pathLst>
              <a:path w="88855" h="113809" fill="none">
                <a:moveTo>
                  <a:pt x="0" y="113809"/>
                </a:moveTo>
                <a:lnTo>
                  <a:pt x="88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544C4-E4A7-4578-B46C-B4DB0A1D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979" y="2371766"/>
            <a:ext cx="88855" cy="53376"/>
          </a:xfrm>
          <a:custGeom xmlns:a="http://schemas.openxmlformats.org/drawingml/2006/main">
            <a:pathLst>
              <a:path w="88855" h="53376" fill="none">
                <a:moveTo>
                  <a:pt x="0" y="53376"/>
                </a:moveTo>
                <a:lnTo>
                  <a:pt x="88855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FBD04-0E04-4DCD-9D08-65B03C6D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70" y="2562053"/>
            <a:ext cx="108738" cy="106646"/>
          </a:xfrm>
          <a:custGeom xmlns:a="http://schemas.openxmlformats.org/drawingml/2006/main">
            <a:pathLst>
              <a:path w="108738" h="106646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55FAB-763A-4050-8B09-FA7D330C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370" y="2562053"/>
            <a:ext cx="108738" cy="106646"/>
          </a:xfrm>
          <a:custGeom xmlns:a="http://schemas.openxmlformats.org/drawingml/2006/main">
            <a:pathLst>
              <a:path w="108738" h="106646" fill="none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FEFD3-B00D-4595-AB5B-56A5A3B4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61" y="2432404"/>
            <a:ext cx="108738" cy="106646"/>
          </a:xfrm>
          <a:custGeom xmlns:a="http://schemas.openxmlformats.org/drawingml/2006/main">
            <a:pathLst>
              <a:path w="108738" h="106646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58656A-73D6-44C2-9C56-5102AD00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461" y="2432404"/>
            <a:ext cx="108738" cy="106646"/>
          </a:xfrm>
          <a:custGeom xmlns:a="http://schemas.openxmlformats.org/drawingml/2006/main">
            <a:pathLst>
              <a:path w="108738" h="106646" fill="none">
                <a:moveTo>
                  <a:pt x="0" y="53323"/>
                </a:moveTo>
                <a:cubicBezTo>
                  <a:pt x="0" y="23873"/>
                  <a:pt x="24344" y="0"/>
                  <a:pt x="54369" y="0"/>
                </a:cubicBezTo>
                <a:cubicBezTo>
                  <a:pt x="84394" y="0"/>
                  <a:pt x="108738" y="23873"/>
                  <a:pt x="108738" y="53323"/>
                </a:cubicBezTo>
                <a:cubicBezTo>
                  <a:pt x="108738" y="82773"/>
                  <a:pt x="84394" y="106646"/>
                  <a:pt x="54369" y="106646"/>
                </a:cubicBezTo>
                <a:cubicBezTo>
                  <a:pt x="24344" y="106646"/>
                  <a:pt x="0" y="82773"/>
                  <a:pt x="0" y="533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0B44F-B923-41E0-A450-0F36222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3" y="2371762"/>
            <a:ext cx="91242" cy="113809"/>
          </a:xfrm>
          <a:custGeom xmlns:a="http://schemas.openxmlformats.org/drawingml/2006/main">
            <a:pathLst>
              <a:path w="91242" h="113809" fill="none">
                <a:moveTo>
                  <a:pt x="0" y="0"/>
                </a:moveTo>
                <a:lnTo>
                  <a:pt x="91242" y="113809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A38378-1DEF-4D94-80BD-8AC4D34A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3" y="2484689"/>
            <a:ext cx="91242" cy="5228"/>
          </a:xfrm>
          <a:custGeom xmlns:a="http://schemas.openxmlformats.org/drawingml/2006/main">
            <a:pathLst>
              <a:path w="91242" h="5228" fill="none">
                <a:moveTo>
                  <a:pt x="0" y="5228"/>
                </a:moveTo>
                <a:lnTo>
                  <a:pt x="91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866389-CBE9-45EF-A02F-44A35220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3" y="2484684"/>
            <a:ext cx="91242" cy="124281"/>
          </a:xfrm>
          <a:custGeom xmlns:a="http://schemas.openxmlformats.org/drawingml/2006/main">
            <a:pathLst>
              <a:path w="91242" h="124281" fill="none">
                <a:moveTo>
                  <a:pt x="0" y="124281"/>
                </a:moveTo>
                <a:lnTo>
                  <a:pt x="91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8D706D-3752-44A0-8D48-04CD9BF0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543" y="2484680"/>
            <a:ext cx="91242" cy="243335"/>
          </a:xfrm>
          <a:custGeom xmlns:a="http://schemas.openxmlformats.org/drawingml/2006/main">
            <a:pathLst>
              <a:path w="91242" h="243335" fill="none">
                <a:moveTo>
                  <a:pt x="0" y="243335"/>
                </a:moveTo>
                <a:lnTo>
                  <a:pt x="91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126" name="Text GPUEMLeakage">
            <a:extLst xmlns:a="http://schemas.openxmlformats.org/drawingml/2006/main">
              <a:ext uri="{FF2B5EF4-FFF2-40B4-BE49-F238E27FC236}">
                <a16:creationId xmlns:a16="http://schemas.microsoft.com/office/drawing/2014/main" id="{8B088364-BE11-4EAD-A8F1-E85B21B4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2224" y="2803418"/>
            <a:ext cx="1558296" cy="180734"/>
          </a:xfrm>
          <a:custGeom xmlns:a="http://schemas.openxmlformats.org/drawingml/2006/main">
            <a:pathLst>
              <a:path w="1558296" h="180734">
                <a:moveTo>
                  <a:pt x="68855" y="89615"/>
                </a:moveTo>
                <a:lnTo>
                  <a:pt x="68855" y="66319"/>
                </a:lnTo>
                <a:lnTo>
                  <a:pt x="128787" y="66319"/>
                </a:lnTo>
                <a:lnTo>
                  <a:pt x="128787" y="121187"/>
                </a:lnTo>
                <a:cubicBezTo>
                  <a:pt x="122963" y="126845"/>
                  <a:pt x="114524" y="131827"/>
                  <a:pt x="103471" y="136134"/>
                </a:cubicBezTo>
                <a:cubicBezTo>
                  <a:pt x="92418" y="140442"/>
                  <a:pt x="81224" y="142596"/>
                  <a:pt x="69889" y="142596"/>
                </a:cubicBezTo>
                <a:cubicBezTo>
                  <a:pt x="55485" y="142596"/>
                  <a:pt x="42929" y="139570"/>
                  <a:pt x="32220" y="133519"/>
                </a:cubicBezTo>
                <a:cubicBezTo>
                  <a:pt x="21511" y="127468"/>
                  <a:pt x="13464" y="118815"/>
                  <a:pt x="8079" y="107560"/>
                </a:cubicBezTo>
                <a:cubicBezTo>
                  <a:pt x="2693" y="96303"/>
                  <a:pt x="0" y="84059"/>
                  <a:pt x="0" y="70828"/>
                </a:cubicBezTo>
                <a:cubicBezTo>
                  <a:pt x="0" y="56468"/>
                  <a:pt x="3006" y="43707"/>
                  <a:pt x="9018" y="32546"/>
                </a:cubicBezTo>
                <a:cubicBezTo>
                  <a:pt x="15030" y="21383"/>
                  <a:pt x="23829" y="12823"/>
                  <a:pt x="35414" y="6866"/>
                </a:cubicBezTo>
                <a:cubicBezTo>
                  <a:pt x="44244" y="2289"/>
                  <a:pt x="55235" y="0"/>
                  <a:pt x="68386" y="0"/>
                </a:cubicBezTo>
                <a:cubicBezTo>
                  <a:pt x="85482" y="0"/>
                  <a:pt x="98837" y="3594"/>
                  <a:pt x="108450" y="10782"/>
                </a:cubicBezTo>
                <a:cubicBezTo>
                  <a:pt x="118062" y="17968"/>
                  <a:pt x="124247" y="27901"/>
                  <a:pt x="127002" y="40581"/>
                </a:cubicBezTo>
                <a:lnTo>
                  <a:pt x="99385" y="45841"/>
                </a:lnTo>
                <a:cubicBezTo>
                  <a:pt x="97443" y="39048"/>
                  <a:pt x="93796" y="33687"/>
                  <a:pt x="88441" y="29757"/>
                </a:cubicBezTo>
                <a:cubicBezTo>
                  <a:pt x="83087" y="25826"/>
                  <a:pt x="76402" y="23860"/>
                  <a:pt x="68386" y="23860"/>
                </a:cubicBezTo>
                <a:cubicBezTo>
                  <a:pt x="56237" y="23860"/>
                  <a:pt x="46577" y="27711"/>
                  <a:pt x="39406" y="35414"/>
                </a:cubicBezTo>
                <a:cubicBezTo>
                  <a:pt x="32236" y="43117"/>
                  <a:pt x="28651" y="54546"/>
                  <a:pt x="28651" y="69701"/>
                </a:cubicBezTo>
                <a:cubicBezTo>
                  <a:pt x="28651" y="86046"/>
                  <a:pt x="32283" y="98304"/>
                  <a:pt x="39547" y="106477"/>
                </a:cubicBezTo>
                <a:cubicBezTo>
                  <a:pt x="46812" y="114649"/>
                  <a:pt x="56331" y="118736"/>
                  <a:pt x="68104" y="118736"/>
                </a:cubicBezTo>
                <a:cubicBezTo>
                  <a:pt x="73928" y="118736"/>
                  <a:pt x="79768" y="117597"/>
                  <a:pt x="85623" y="115319"/>
                </a:cubicBezTo>
                <a:cubicBezTo>
                  <a:pt x="91478" y="113041"/>
                  <a:pt x="96504" y="110278"/>
                  <a:pt x="100700" y="107032"/>
                </a:cubicBezTo>
                <a:lnTo>
                  <a:pt x="100700" y="89615"/>
                </a:lnTo>
                <a:lnTo>
                  <a:pt x="68855" y="89615"/>
                </a:lnTo>
                <a:close/>
                <a:moveTo>
                  <a:pt x="155349" y="140153"/>
                </a:moveTo>
                <a:lnTo>
                  <a:pt x="155349" y="2442"/>
                </a:lnTo>
                <a:lnTo>
                  <a:pt x="199969" y="2442"/>
                </a:lnTo>
                <a:cubicBezTo>
                  <a:pt x="216877" y="2442"/>
                  <a:pt x="227899" y="3130"/>
                  <a:pt x="233034" y="4506"/>
                </a:cubicBezTo>
                <a:cubicBezTo>
                  <a:pt x="240925" y="6571"/>
                  <a:pt x="247532" y="11059"/>
                  <a:pt x="252855" y="17971"/>
                </a:cubicBezTo>
                <a:cubicBezTo>
                  <a:pt x="258178" y="24883"/>
                  <a:pt x="260839" y="33813"/>
                  <a:pt x="260839" y="44761"/>
                </a:cubicBezTo>
                <a:cubicBezTo>
                  <a:pt x="260839" y="53205"/>
                  <a:pt x="259305" y="60305"/>
                  <a:pt x="256236" y="66061"/>
                </a:cubicBezTo>
                <a:cubicBezTo>
                  <a:pt x="253168" y="71816"/>
                  <a:pt x="249270" y="76336"/>
                  <a:pt x="244541" y="79620"/>
                </a:cubicBezTo>
                <a:cubicBezTo>
                  <a:pt x="239813" y="82904"/>
                  <a:pt x="235007" y="85078"/>
                  <a:pt x="230122" y="86143"/>
                </a:cubicBezTo>
                <a:cubicBezTo>
                  <a:pt x="223484" y="87456"/>
                  <a:pt x="213871" y="88112"/>
                  <a:pt x="201284" y="88112"/>
                </a:cubicBezTo>
                <a:lnTo>
                  <a:pt x="183154" y="88112"/>
                </a:lnTo>
                <a:lnTo>
                  <a:pt x="183154" y="140153"/>
                </a:lnTo>
                <a:lnTo>
                  <a:pt x="155349" y="140153"/>
                </a:lnTo>
                <a:moveTo>
                  <a:pt x="183154" y="25739"/>
                </a:moveTo>
                <a:lnTo>
                  <a:pt x="183154" y="64816"/>
                </a:lnTo>
                <a:lnTo>
                  <a:pt x="198372" y="64816"/>
                </a:lnTo>
                <a:cubicBezTo>
                  <a:pt x="209331" y="64816"/>
                  <a:pt x="216658" y="64096"/>
                  <a:pt x="220353" y="62656"/>
                </a:cubicBezTo>
                <a:cubicBezTo>
                  <a:pt x="224048" y="61215"/>
                  <a:pt x="226944" y="58961"/>
                  <a:pt x="229042" y="55892"/>
                </a:cubicBezTo>
                <a:cubicBezTo>
                  <a:pt x="231140" y="52824"/>
                  <a:pt x="232189" y="49254"/>
                  <a:pt x="232189" y="45183"/>
                </a:cubicBezTo>
                <a:cubicBezTo>
                  <a:pt x="232189" y="40173"/>
                  <a:pt x="230717" y="36040"/>
                  <a:pt x="227774" y="32784"/>
                </a:cubicBezTo>
                <a:cubicBezTo>
                  <a:pt x="224830" y="29527"/>
                  <a:pt x="221104" y="27492"/>
                  <a:pt x="216595" y="26678"/>
                </a:cubicBezTo>
                <a:cubicBezTo>
                  <a:pt x="213276" y="26052"/>
                  <a:pt x="206607" y="25739"/>
                  <a:pt x="196587" y="25739"/>
                </a:cubicBezTo>
                <a:lnTo>
                  <a:pt x="183154" y="25739"/>
                </a:lnTo>
                <a:close/>
                <a:moveTo>
                  <a:pt x="282729" y="2442"/>
                </a:moveTo>
                <a:lnTo>
                  <a:pt x="310535" y="2442"/>
                </a:lnTo>
                <a:lnTo>
                  <a:pt x="310535" y="77028"/>
                </a:lnTo>
                <a:cubicBezTo>
                  <a:pt x="310535" y="88864"/>
                  <a:pt x="310879" y="96535"/>
                  <a:pt x="311568" y="100042"/>
                </a:cubicBezTo>
                <a:cubicBezTo>
                  <a:pt x="312758" y="105679"/>
                  <a:pt x="315591" y="110203"/>
                  <a:pt x="320069" y="113616"/>
                </a:cubicBezTo>
                <a:cubicBezTo>
                  <a:pt x="324547" y="117029"/>
                  <a:pt x="330668" y="118736"/>
                  <a:pt x="338434" y="118736"/>
                </a:cubicBezTo>
                <a:cubicBezTo>
                  <a:pt x="346324" y="118736"/>
                  <a:pt x="352274" y="117123"/>
                  <a:pt x="356282" y="113898"/>
                </a:cubicBezTo>
                <a:cubicBezTo>
                  <a:pt x="360290" y="110673"/>
                  <a:pt x="362701" y="106712"/>
                  <a:pt x="363515" y="102015"/>
                </a:cubicBezTo>
                <a:cubicBezTo>
                  <a:pt x="364329" y="97318"/>
                  <a:pt x="364736" y="89521"/>
                  <a:pt x="364736" y="78625"/>
                </a:cubicBezTo>
                <a:lnTo>
                  <a:pt x="364736" y="2442"/>
                </a:lnTo>
                <a:lnTo>
                  <a:pt x="392541" y="2442"/>
                </a:lnTo>
                <a:lnTo>
                  <a:pt x="392541" y="74823"/>
                </a:lnTo>
                <a:cubicBezTo>
                  <a:pt x="392541" y="91366"/>
                  <a:pt x="391790" y="103053"/>
                  <a:pt x="390287" y="109885"/>
                </a:cubicBezTo>
                <a:cubicBezTo>
                  <a:pt x="388784" y="116715"/>
                  <a:pt x="386012" y="122480"/>
                  <a:pt x="381973" y="127181"/>
                </a:cubicBezTo>
                <a:cubicBezTo>
                  <a:pt x="377934" y="131880"/>
                  <a:pt x="372533" y="135624"/>
                  <a:pt x="365769" y="138412"/>
                </a:cubicBezTo>
                <a:cubicBezTo>
                  <a:pt x="359006" y="141201"/>
                  <a:pt x="350176" y="142596"/>
                  <a:pt x="339279" y="142596"/>
                </a:cubicBezTo>
                <a:cubicBezTo>
                  <a:pt x="326128" y="142596"/>
                  <a:pt x="316155" y="141076"/>
                  <a:pt x="309360" y="138037"/>
                </a:cubicBezTo>
                <a:cubicBezTo>
                  <a:pt x="302566" y="134997"/>
                  <a:pt x="297196" y="131050"/>
                  <a:pt x="293250" y="126195"/>
                </a:cubicBezTo>
                <a:cubicBezTo>
                  <a:pt x="289305" y="121338"/>
                  <a:pt x="286706" y="116245"/>
                  <a:pt x="285454" y="110918"/>
                </a:cubicBezTo>
                <a:cubicBezTo>
                  <a:pt x="283637" y="103022"/>
                  <a:pt x="282729" y="91366"/>
                  <a:pt x="282729" y="75951"/>
                </a:cubicBezTo>
                <a:lnTo>
                  <a:pt x="282729" y="2442"/>
                </a:lnTo>
                <a:close/>
                <a:moveTo>
                  <a:pt x="473202" y="140153"/>
                </a:moveTo>
                <a:lnTo>
                  <a:pt x="473202" y="2442"/>
                </a:lnTo>
                <a:lnTo>
                  <a:pt x="575311" y="2442"/>
                </a:lnTo>
                <a:lnTo>
                  <a:pt x="575311" y="25739"/>
                </a:lnTo>
                <a:lnTo>
                  <a:pt x="501007" y="25739"/>
                </a:lnTo>
                <a:lnTo>
                  <a:pt x="501007" y="56174"/>
                </a:lnTo>
                <a:lnTo>
                  <a:pt x="570145" y="56174"/>
                </a:lnTo>
                <a:lnTo>
                  <a:pt x="570145" y="79470"/>
                </a:lnTo>
                <a:lnTo>
                  <a:pt x="501007" y="79470"/>
                </a:lnTo>
                <a:lnTo>
                  <a:pt x="501007" y="116857"/>
                </a:lnTo>
                <a:lnTo>
                  <a:pt x="577941" y="116857"/>
                </a:lnTo>
                <a:lnTo>
                  <a:pt x="577941" y="140153"/>
                </a:lnTo>
                <a:lnTo>
                  <a:pt x="473202" y="140153"/>
                </a:lnTo>
                <a:close/>
                <a:moveTo>
                  <a:pt x="600375" y="140153"/>
                </a:moveTo>
                <a:lnTo>
                  <a:pt x="600375" y="2442"/>
                </a:lnTo>
                <a:lnTo>
                  <a:pt x="641989" y="2442"/>
                </a:lnTo>
                <a:lnTo>
                  <a:pt x="666976" y="96379"/>
                </a:lnTo>
                <a:lnTo>
                  <a:pt x="691682" y="2442"/>
                </a:lnTo>
                <a:lnTo>
                  <a:pt x="733389" y="2442"/>
                </a:lnTo>
                <a:lnTo>
                  <a:pt x="733389" y="140153"/>
                </a:lnTo>
                <a:lnTo>
                  <a:pt x="707557" y="140153"/>
                </a:lnTo>
                <a:lnTo>
                  <a:pt x="707557" y="31751"/>
                </a:lnTo>
                <a:lnTo>
                  <a:pt x="680221" y="140153"/>
                </a:lnTo>
                <a:lnTo>
                  <a:pt x="653450" y="140153"/>
                </a:lnTo>
                <a:lnTo>
                  <a:pt x="626208" y="31751"/>
                </a:lnTo>
                <a:lnTo>
                  <a:pt x="626208" y="140153"/>
                </a:lnTo>
                <a:lnTo>
                  <a:pt x="600375" y="140153"/>
                </a:lnTo>
                <a:close/>
                <a:moveTo>
                  <a:pt x="812738" y="140153"/>
                </a:moveTo>
                <a:lnTo>
                  <a:pt x="812738" y="3570"/>
                </a:lnTo>
                <a:lnTo>
                  <a:pt x="840543" y="3570"/>
                </a:lnTo>
                <a:lnTo>
                  <a:pt x="840543" y="116857"/>
                </a:lnTo>
                <a:lnTo>
                  <a:pt x="909680" y="116857"/>
                </a:lnTo>
                <a:lnTo>
                  <a:pt x="909680" y="140153"/>
                </a:lnTo>
                <a:lnTo>
                  <a:pt x="812738" y="140153"/>
                </a:lnTo>
                <a:close/>
                <a:moveTo>
                  <a:pt x="986730" y="108403"/>
                </a:moveTo>
                <a:lnTo>
                  <a:pt x="1013032" y="112912"/>
                </a:lnTo>
                <a:cubicBezTo>
                  <a:pt x="1009650" y="122524"/>
                  <a:pt x="1004312" y="129844"/>
                  <a:pt x="997016" y="134869"/>
                </a:cubicBezTo>
                <a:cubicBezTo>
                  <a:pt x="989720" y="139895"/>
                  <a:pt x="980593" y="142408"/>
                  <a:pt x="969633" y="142408"/>
                </a:cubicBezTo>
                <a:cubicBezTo>
                  <a:pt x="952287" y="142408"/>
                  <a:pt x="939449" y="136740"/>
                  <a:pt x="931120" y="125405"/>
                </a:cubicBezTo>
                <a:cubicBezTo>
                  <a:pt x="924544" y="116325"/>
                  <a:pt x="921256" y="104864"/>
                  <a:pt x="921256" y="91024"/>
                </a:cubicBezTo>
                <a:cubicBezTo>
                  <a:pt x="921256" y="74492"/>
                  <a:pt x="925577" y="61544"/>
                  <a:pt x="934219" y="52182"/>
                </a:cubicBezTo>
                <a:cubicBezTo>
                  <a:pt x="942862" y="42819"/>
                  <a:pt x="953790" y="38138"/>
                  <a:pt x="967003" y="38138"/>
                </a:cubicBezTo>
                <a:cubicBezTo>
                  <a:pt x="981845" y="38138"/>
                  <a:pt x="993556" y="43039"/>
                  <a:pt x="1002135" y="52839"/>
                </a:cubicBezTo>
                <a:cubicBezTo>
                  <a:pt x="1010715" y="62640"/>
                  <a:pt x="1014817" y="77654"/>
                  <a:pt x="1014441" y="97882"/>
                </a:cubicBezTo>
                <a:lnTo>
                  <a:pt x="948310" y="97882"/>
                </a:lnTo>
                <a:cubicBezTo>
                  <a:pt x="948498" y="105710"/>
                  <a:pt x="950627" y="111800"/>
                  <a:pt x="954698" y="116152"/>
                </a:cubicBezTo>
                <a:cubicBezTo>
                  <a:pt x="958768" y="120505"/>
                  <a:pt x="963841" y="122681"/>
                  <a:pt x="969915" y="122681"/>
                </a:cubicBezTo>
                <a:cubicBezTo>
                  <a:pt x="974048" y="122681"/>
                  <a:pt x="977524" y="121554"/>
                  <a:pt x="980342" y="119299"/>
                </a:cubicBezTo>
                <a:cubicBezTo>
                  <a:pt x="983160" y="117045"/>
                  <a:pt x="985290" y="113413"/>
                  <a:pt x="986730" y="108403"/>
                </a:cubicBezTo>
                <a:moveTo>
                  <a:pt x="988233" y="81725"/>
                </a:moveTo>
                <a:cubicBezTo>
                  <a:pt x="988045" y="74116"/>
                  <a:pt x="986072" y="68331"/>
                  <a:pt x="982315" y="64370"/>
                </a:cubicBezTo>
                <a:cubicBezTo>
                  <a:pt x="978557" y="60409"/>
                  <a:pt x="973986" y="58428"/>
                  <a:pt x="968600" y="58428"/>
                </a:cubicBezTo>
                <a:cubicBezTo>
                  <a:pt x="962839" y="58428"/>
                  <a:pt x="958079" y="60518"/>
                  <a:pt x="954322" y="64696"/>
                </a:cubicBezTo>
                <a:cubicBezTo>
                  <a:pt x="950564" y="68876"/>
                  <a:pt x="948717" y="74552"/>
                  <a:pt x="948780" y="81725"/>
                </a:cubicBezTo>
                <a:lnTo>
                  <a:pt x="988233" y="81725"/>
                </a:lnTo>
                <a:close/>
                <a:moveTo>
                  <a:pt x="1055265" y="71204"/>
                </a:moveTo>
                <a:lnTo>
                  <a:pt x="1031311" y="66883"/>
                </a:lnTo>
                <a:cubicBezTo>
                  <a:pt x="1034004" y="57111"/>
                  <a:pt x="1038638" y="49878"/>
                  <a:pt x="1045214" y="45183"/>
                </a:cubicBezTo>
                <a:cubicBezTo>
                  <a:pt x="1051790" y="40487"/>
                  <a:pt x="1061559" y="38138"/>
                  <a:pt x="1074522" y="38138"/>
                </a:cubicBezTo>
                <a:cubicBezTo>
                  <a:pt x="1086296" y="38138"/>
                  <a:pt x="1095063" y="39532"/>
                  <a:pt x="1100824" y="42318"/>
                </a:cubicBezTo>
                <a:cubicBezTo>
                  <a:pt x="1106586" y="45105"/>
                  <a:pt x="1110641" y="48643"/>
                  <a:pt x="1112989" y="52933"/>
                </a:cubicBezTo>
                <a:cubicBezTo>
                  <a:pt x="1115338" y="57223"/>
                  <a:pt x="1116512" y="65098"/>
                  <a:pt x="1116512" y="76558"/>
                </a:cubicBezTo>
                <a:lnTo>
                  <a:pt x="1116230" y="107369"/>
                </a:lnTo>
                <a:cubicBezTo>
                  <a:pt x="1116230" y="116137"/>
                  <a:pt x="1116653" y="122603"/>
                  <a:pt x="1117498" y="126767"/>
                </a:cubicBezTo>
                <a:cubicBezTo>
                  <a:pt x="1118344" y="130932"/>
                  <a:pt x="1119925" y="135394"/>
                  <a:pt x="1122242" y="140153"/>
                </a:cubicBezTo>
                <a:lnTo>
                  <a:pt x="1096128" y="140153"/>
                </a:lnTo>
                <a:cubicBezTo>
                  <a:pt x="1095439" y="138400"/>
                  <a:pt x="1094593" y="135801"/>
                  <a:pt x="1093591" y="132356"/>
                </a:cubicBezTo>
                <a:cubicBezTo>
                  <a:pt x="1093153" y="130791"/>
                  <a:pt x="1092840" y="129758"/>
                  <a:pt x="1092652" y="129257"/>
                </a:cubicBezTo>
                <a:cubicBezTo>
                  <a:pt x="1088143" y="133640"/>
                  <a:pt x="1083321" y="136928"/>
                  <a:pt x="1078186" y="139120"/>
                </a:cubicBezTo>
                <a:cubicBezTo>
                  <a:pt x="1073051" y="141312"/>
                  <a:pt x="1067571" y="142408"/>
                  <a:pt x="1061747" y="142408"/>
                </a:cubicBezTo>
                <a:cubicBezTo>
                  <a:pt x="1051476" y="142408"/>
                  <a:pt x="1043382" y="139633"/>
                  <a:pt x="1037464" y="134083"/>
                </a:cubicBezTo>
                <a:cubicBezTo>
                  <a:pt x="1031546" y="128532"/>
                  <a:pt x="1028587" y="121517"/>
                  <a:pt x="1028587" y="113035"/>
                </a:cubicBezTo>
                <a:cubicBezTo>
                  <a:pt x="1028587" y="107422"/>
                  <a:pt x="1029934" y="102418"/>
                  <a:pt x="1032627" y="98023"/>
                </a:cubicBezTo>
                <a:cubicBezTo>
                  <a:pt x="1035319" y="93625"/>
                  <a:pt x="1039093" y="90257"/>
                  <a:pt x="1043946" y="87919"/>
                </a:cubicBezTo>
                <a:cubicBezTo>
                  <a:pt x="1048799" y="85580"/>
                  <a:pt x="1055798" y="83538"/>
                  <a:pt x="1064941" y="81792"/>
                </a:cubicBezTo>
                <a:cubicBezTo>
                  <a:pt x="1077278" y="79485"/>
                  <a:pt x="1085826" y="77333"/>
                  <a:pt x="1090585" y="75337"/>
                </a:cubicBezTo>
                <a:lnTo>
                  <a:pt x="1090585" y="72677"/>
                </a:lnTo>
                <a:cubicBezTo>
                  <a:pt x="1090585" y="67548"/>
                  <a:pt x="1089333" y="63891"/>
                  <a:pt x="1086828" y="61707"/>
                </a:cubicBezTo>
                <a:cubicBezTo>
                  <a:pt x="1084323" y="59521"/>
                  <a:pt x="1079595" y="58428"/>
                  <a:pt x="1072643" y="58428"/>
                </a:cubicBezTo>
                <a:cubicBezTo>
                  <a:pt x="1067947" y="58428"/>
                  <a:pt x="1064283" y="59374"/>
                  <a:pt x="1061653" y="61264"/>
                </a:cubicBezTo>
                <a:cubicBezTo>
                  <a:pt x="1059023" y="63153"/>
                  <a:pt x="1056893" y="66466"/>
                  <a:pt x="1055265" y="71204"/>
                </a:cubicBezTo>
                <a:moveTo>
                  <a:pt x="1090585" y="92621"/>
                </a:moveTo>
                <a:cubicBezTo>
                  <a:pt x="1087204" y="93735"/>
                  <a:pt x="1081849" y="95066"/>
                  <a:pt x="1074522" y="96614"/>
                </a:cubicBezTo>
                <a:cubicBezTo>
                  <a:pt x="1067195" y="98160"/>
                  <a:pt x="1062404" y="99675"/>
                  <a:pt x="1060150" y="101161"/>
                </a:cubicBezTo>
                <a:cubicBezTo>
                  <a:pt x="1056706" y="103574"/>
                  <a:pt x="1054983" y="106636"/>
                  <a:pt x="1054983" y="110349"/>
                </a:cubicBezTo>
                <a:cubicBezTo>
                  <a:pt x="1054983" y="114001"/>
                  <a:pt x="1056361" y="117157"/>
                  <a:pt x="1059117" y="119819"/>
                </a:cubicBezTo>
                <a:cubicBezTo>
                  <a:pt x="1061872" y="122478"/>
                  <a:pt x="1065379" y="123808"/>
                  <a:pt x="1069638" y="123808"/>
                </a:cubicBezTo>
                <a:cubicBezTo>
                  <a:pt x="1074397" y="123808"/>
                  <a:pt x="1078937" y="122261"/>
                  <a:pt x="1083258" y="119167"/>
                </a:cubicBezTo>
                <a:cubicBezTo>
                  <a:pt x="1086452" y="116817"/>
                  <a:pt x="1088550" y="113939"/>
                  <a:pt x="1089552" y="110534"/>
                </a:cubicBezTo>
                <a:cubicBezTo>
                  <a:pt x="1090241" y="108307"/>
                  <a:pt x="1090585" y="104069"/>
                  <a:pt x="1090585" y="97820"/>
                </a:cubicBezTo>
                <a:lnTo>
                  <a:pt x="1090585" y="92621"/>
                </a:lnTo>
                <a:close/>
                <a:moveTo>
                  <a:pt x="1141179" y="140153"/>
                </a:moveTo>
                <a:lnTo>
                  <a:pt x="1141179" y="2442"/>
                </a:lnTo>
                <a:lnTo>
                  <a:pt x="1167575" y="2442"/>
                </a:lnTo>
                <a:lnTo>
                  <a:pt x="1167575" y="75525"/>
                </a:lnTo>
                <a:lnTo>
                  <a:pt x="1198480" y="40393"/>
                </a:lnTo>
                <a:lnTo>
                  <a:pt x="1230982" y="40393"/>
                </a:lnTo>
                <a:lnTo>
                  <a:pt x="1196883" y="76855"/>
                </a:lnTo>
                <a:lnTo>
                  <a:pt x="1233424" y="140153"/>
                </a:lnTo>
                <a:lnTo>
                  <a:pt x="1204962" y="140153"/>
                </a:lnTo>
                <a:lnTo>
                  <a:pt x="1179881" y="95334"/>
                </a:lnTo>
                <a:lnTo>
                  <a:pt x="1167575" y="108215"/>
                </a:lnTo>
                <a:lnTo>
                  <a:pt x="1167575" y="140153"/>
                </a:lnTo>
                <a:lnTo>
                  <a:pt x="1141179" y="140153"/>
                </a:lnTo>
                <a:close/>
                <a:moveTo>
                  <a:pt x="1268424" y="71204"/>
                </a:moveTo>
                <a:lnTo>
                  <a:pt x="1244471" y="66883"/>
                </a:lnTo>
                <a:cubicBezTo>
                  <a:pt x="1247164" y="57111"/>
                  <a:pt x="1251798" y="49878"/>
                  <a:pt x="1258373" y="45183"/>
                </a:cubicBezTo>
                <a:cubicBezTo>
                  <a:pt x="1264949" y="40487"/>
                  <a:pt x="1274718" y="38138"/>
                  <a:pt x="1287681" y="38138"/>
                </a:cubicBezTo>
                <a:cubicBezTo>
                  <a:pt x="1299455" y="38138"/>
                  <a:pt x="1308222" y="39532"/>
                  <a:pt x="1313984" y="42318"/>
                </a:cubicBezTo>
                <a:cubicBezTo>
                  <a:pt x="1319745" y="45105"/>
                  <a:pt x="1323800" y="48643"/>
                  <a:pt x="1326148" y="52933"/>
                </a:cubicBezTo>
                <a:cubicBezTo>
                  <a:pt x="1328497" y="57223"/>
                  <a:pt x="1329671" y="65098"/>
                  <a:pt x="1329671" y="76558"/>
                </a:cubicBezTo>
                <a:lnTo>
                  <a:pt x="1329389" y="107369"/>
                </a:lnTo>
                <a:cubicBezTo>
                  <a:pt x="1329389" y="116137"/>
                  <a:pt x="1329812" y="122603"/>
                  <a:pt x="1330657" y="126767"/>
                </a:cubicBezTo>
                <a:cubicBezTo>
                  <a:pt x="1331503" y="130932"/>
                  <a:pt x="1333084" y="135394"/>
                  <a:pt x="1335401" y="140153"/>
                </a:cubicBezTo>
                <a:lnTo>
                  <a:pt x="1309287" y="140153"/>
                </a:lnTo>
                <a:cubicBezTo>
                  <a:pt x="1308598" y="138400"/>
                  <a:pt x="1307753" y="135801"/>
                  <a:pt x="1306751" y="132356"/>
                </a:cubicBezTo>
                <a:cubicBezTo>
                  <a:pt x="1306312" y="130791"/>
                  <a:pt x="1305999" y="129758"/>
                  <a:pt x="1305811" y="129257"/>
                </a:cubicBezTo>
                <a:cubicBezTo>
                  <a:pt x="1301302" y="133640"/>
                  <a:pt x="1296480" y="136928"/>
                  <a:pt x="1291345" y="139120"/>
                </a:cubicBezTo>
                <a:cubicBezTo>
                  <a:pt x="1286210" y="141312"/>
                  <a:pt x="1280730" y="142408"/>
                  <a:pt x="1274906" y="142408"/>
                </a:cubicBezTo>
                <a:cubicBezTo>
                  <a:pt x="1264636" y="142408"/>
                  <a:pt x="1256542" y="139633"/>
                  <a:pt x="1250624" y="134083"/>
                </a:cubicBezTo>
                <a:cubicBezTo>
                  <a:pt x="1244706" y="128532"/>
                  <a:pt x="1241747" y="121517"/>
                  <a:pt x="1241747" y="113035"/>
                </a:cubicBezTo>
                <a:cubicBezTo>
                  <a:pt x="1241747" y="107422"/>
                  <a:pt x="1243093" y="102418"/>
                  <a:pt x="1245786" y="98023"/>
                </a:cubicBezTo>
                <a:cubicBezTo>
                  <a:pt x="1248479" y="93625"/>
                  <a:pt x="1252252" y="90257"/>
                  <a:pt x="1257105" y="87919"/>
                </a:cubicBezTo>
                <a:cubicBezTo>
                  <a:pt x="1261959" y="85580"/>
                  <a:pt x="1268957" y="83538"/>
                  <a:pt x="1278100" y="81792"/>
                </a:cubicBezTo>
                <a:cubicBezTo>
                  <a:pt x="1290437" y="79485"/>
                  <a:pt x="1298985" y="77333"/>
                  <a:pt x="1303745" y="75337"/>
                </a:cubicBezTo>
                <a:lnTo>
                  <a:pt x="1303745" y="72677"/>
                </a:lnTo>
                <a:cubicBezTo>
                  <a:pt x="1303745" y="67548"/>
                  <a:pt x="1302492" y="63891"/>
                  <a:pt x="1299987" y="61707"/>
                </a:cubicBezTo>
                <a:cubicBezTo>
                  <a:pt x="1297482" y="59521"/>
                  <a:pt x="1292754" y="58428"/>
                  <a:pt x="1285803" y="58428"/>
                </a:cubicBezTo>
                <a:cubicBezTo>
                  <a:pt x="1281106" y="58428"/>
                  <a:pt x="1277442" y="59374"/>
                  <a:pt x="1274812" y="61264"/>
                </a:cubicBezTo>
                <a:cubicBezTo>
                  <a:pt x="1272182" y="63153"/>
                  <a:pt x="1270053" y="66466"/>
                  <a:pt x="1268424" y="71204"/>
                </a:cubicBezTo>
                <a:moveTo>
                  <a:pt x="1303745" y="92621"/>
                </a:moveTo>
                <a:cubicBezTo>
                  <a:pt x="1300363" y="93735"/>
                  <a:pt x="1295008" y="95066"/>
                  <a:pt x="1287681" y="96614"/>
                </a:cubicBezTo>
                <a:cubicBezTo>
                  <a:pt x="1280354" y="98160"/>
                  <a:pt x="1275564" y="99675"/>
                  <a:pt x="1273309" y="101161"/>
                </a:cubicBezTo>
                <a:cubicBezTo>
                  <a:pt x="1269865" y="103574"/>
                  <a:pt x="1268143" y="106636"/>
                  <a:pt x="1268143" y="110349"/>
                </a:cubicBezTo>
                <a:cubicBezTo>
                  <a:pt x="1268143" y="114001"/>
                  <a:pt x="1269520" y="117157"/>
                  <a:pt x="1272276" y="119819"/>
                </a:cubicBezTo>
                <a:cubicBezTo>
                  <a:pt x="1275031" y="122478"/>
                  <a:pt x="1278538" y="123808"/>
                  <a:pt x="1282797" y="123808"/>
                </a:cubicBezTo>
                <a:cubicBezTo>
                  <a:pt x="1287556" y="123808"/>
                  <a:pt x="1292096" y="122261"/>
                  <a:pt x="1296418" y="119167"/>
                </a:cubicBezTo>
                <a:cubicBezTo>
                  <a:pt x="1299611" y="116817"/>
                  <a:pt x="1301709" y="113939"/>
                  <a:pt x="1302711" y="110534"/>
                </a:cubicBezTo>
                <a:cubicBezTo>
                  <a:pt x="1303400" y="108307"/>
                  <a:pt x="1303745" y="104069"/>
                  <a:pt x="1303745" y="97820"/>
                </a:cubicBezTo>
                <a:lnTo>
                  <a:pt x="1303745" y="92621"/>
                </a:lnTo>
                <a:close/>
                <a:moveTo>
                  <a:pt x="1352835" y="146541"/>
                </a:moveTo>
                <a:lnTo>
                  <a:pt x="1382989" y="150298"/>
                </a:lnTo>
                <a:cubicBezTo>
                  <a:pt x="1383490" y="153839"/>
                  <a:pt x="1384648" y="156272"/>
                  <a:pt x="1386465" y="157599"/>
                </a:cubicBezTo>
                <a:cubicBezTo>
                  <a:pt x="1388970" y="159495"/>
                  <a:pt x="1392915" y="160443"/>
                  <a:pt x="1398301" y="160443"/>
                </a:cubicBezTo>
                <a:cubicBezTo>
                  <a:pt x="1405189" y="160443"/>
                  <a:pt x="1410356" y="159402"/>
                  <a:pt x="1413800" y="157320"/>
                </a:cubicBezTo>
                <a:cubicBezTo>
                  <a:pt x="1416117" y="155933"/>
                  <a:pt x="1417871" y="153694"/>
                  <a:pt x="1419061" y="150604"/>
                </a:cubicBezTo>
                <a:cubicBezTo>
                  <a:pt x="1419875" y="148396"/>
                  <a:pt x="1420282" y="144328"/>
                  <a:pt x="1420282" y="138401"/>
                </a:cubicBezTo>
                <a:lnTo>
                  <a:pt x="1420282" y="123735"/>
                </a:lnTo>
                <a:cubicBezTo>
                  <a:pt x="1412391" y="134680"/>
                  <a:pt x="1402434" y="140153"/>
                  <a:pt x="1390410" y="140153"/>
                </a:cubicBezTo>
                <a:cubicBezTo>
                  <a:pt x="1377008" y="140153"/>
                  <a:pt x="1366394" y="134486"/>
                  <a:pt x="1358565" y="123151"/>
                </a:cubicBezTo>
                <a:cubicBezTo>
                  <a:pt x="1352428" y="114195"/>
                  <a:pt x="1349360" y="103048"/>
                  <a:pt x="1349360" y="89709"/>
                </a:cubicBezTo>
                <a:cubicBezTo>
                  <a:pt x="1349360" y="72989"/>
                  <a:pt x="1353383" y="60213"/>
                  <a:pt x="1361431" y="51383"/>
                </a:cubicBezTo>
                <a:cubicBezTo>
                  <a:pt x="1369478" y="42553"/>
                  <a:pt x="1379482" y="38138"/>
                  <a:pt x="1391443" y="38138"/>
                </a:cubicBezTo>
                <a:cubicBezTo>
                  <a:pt x="1403780" y="38138"/>
                  <a:pt x="1413957" y="43581"/>
                  <a:pt x="1421973" y="54466"/>
                </a:cubicBezTo>
                <a:lnTo>
                  <a:pt x="1421973" y="40393"/>
                </a:lnTo>
                <a:lnTo>
                  <a:pt x="1446678" y="40393"/>
                </a:lnTo>
                <a:lnTo>
                  <a:pt x="1446678" y="129973"/>
                </a:lnTo>
                <a:cubicBezTo>
                  <a:pt x="1446678" y="141754"/>
                  <a:pt x="1445707" y="150559"/>
                  <a:pt x="1443766" y="156387"/>
                </a:cubicBezTo>
                <a:cubicBezTo>
                  <a:pt x="1441824" y="162215"/>
                  <a:pt x="1439100" y="166789"/>
                  <a:pt x="1435593" y="170110"/>
                </a:cubicBezTo>
                <a:cubicBezTo>
                  <a:pt x="1432086" y="173433"/>
                  <a:pt x="1427405" y="176034"/>
                  <a:pt x="1421550" y="177913"/>
                </a:cubicBezTo>
                <a:cubicBezTo>
                  <a:pt x="1415695" y="179793"/>
                  <a:pt x="1408289" y="180734"/>
                  <a:pt x="1399334" y="180734"/>
                </a:cubicBezTo>
                <a:cubicBezTo>
                  <a:pt x="1382425" y="180734"/>
                  <a:pt x="1370433" y="177813"/>
                  <a:pt x="1363356" y="171971"/>
                </a:cubicBezTo>
                <a:cubicBezTo>
                  <a:pt x="1356280" y="166132"/>
                  <a:pt x="1352741" y="158728"/>
                  <a:pt x="1352741" y="149761"/>
                </a:cubicBezTo>
                <a:cubicBezTo>
                  <a:pt x="1352741" y="148877"/>
                  <a:pt x="1352773" y="147803"/>
                  <a:pt x="1352835" y="146541"/>
                </a:cubicBezTo>
                <a:moveTo>
                  <a:pt x="1376413" y="88206"/>
                </a:moveTo>
                <a:cubicBezTo>
                  <a:pt x="1376413" y="98759"/>
                  <a:pt x="1378464" y="106485"/>
                  <a:pt x="1382566" y="111385"/>
                </a:cubicBezTo>
                <a:cubicBezTo>
                  <a:pt x="1386668" y="116285"/>
                  <a:pt x="1391725" y="118736"/>
                  <a:pt x="1397737" y="118736"/>
                </a:cubicBezTo>
                <a:cubicBezTo>
                  <a:pt x="1404187" y="118736"/>
                  <a:pt x="1409636" y="116223"/>
                  <a:pt x="1414082" y="111197"/>
                </a:cubicBezTo>
                <a:cubicBezTo>
                  <a:pt x="1418528" y="106172"/>
                  <a:pt x="1420751" y="98727"/>
                  <a:pt x="1420751" y="88864"/>
                </a:cubicBezTo>
                <a:cubicBezTo>
                  <a:pt x="1420751" y="78562"/>
                  <a:pt x="1418622" y="70914"/>
                  <a:pt x="1414364" y="65920"/>
                </a:cubicBezTo>
                <a:cubicBezTo>
                  <a:pt x="1410105" y="60926"/>
                  <a:pt x="1404720" y="58428"/>
                  <a:pt x="1398207" y="58428"/>
                </a:cubicBezTo>
                <a:cubicBezTo>
                  <a:pt x="1391882" y="58428"/>
                  <a:pt x="1386668" y="60879"/>
                  <a:pt x="1382566" y="65779"/>
                </a:cubicBezTo>
                <a:cubicBezTo>
                  <a:pt x="1378464" y="70679"/>
                  <a:pt x="1376413" y="78155"/>
                  <a:pt x="1376413" y="88206"/>
                </a:cubicBezTo>
                <a:close/>
                <a:moveTo>
                  <a:pt x="1530209" y="108403"/>
                </a:moveTo>
                <a:lnTo>
                  <a:pt x="1556511" y="112912"/>
                </a:lnTo>
                <a:cubicBezTo>
                  <a:pt x="1553130" y="122524"/>
                  <a:pt x="1547791" y="129844"/>
                  <a:pt x="1540495" y="134869"/>
                </a:cubicBezTo>
                <a:cubicBezTo>
                  <a:pt x="1533200" y="139895"/>
                  <a:pt x="1524072" y="142408"/>
                  <a:pt x="1513113" y="142408"/>
                </a:cubicBezTo>
                <a:cubicBezTo>
                  <a:pt x="1495766" y="142408"/>
                  <a:pt x="1482928" y="136740"/>
                  <a:pt x="1474599" y="125405"/>
                </a:cubicBezTo>
                <a:cubicBezTo>
                  <a:pt x="1468023" y="116325"/>
                  <a:pt x="1464736" y="104864"/>
                  <a:pt x="1464736" y="91024"/>
                </a:cubicBezTo>
                <a:cubicBezTo>
                  <a:pt x="1464736" y="74492"/>
                  <a:pt x="1469057" y="61544"/>
                  <a:pt x="1477699" y="52182"/>
                </a:cubicBezTo>
                <a:cubicBezTo>
                  <a:pt x="1486341" y="42819"/>
                  <a:pt x="1497269" y="38138"/>
                  <a:pt x="1510483" y="38138"/>
                </a:cubicBezTo>
                <a:cubicBezTo>
                  <a:pt x="1525325" y="38138"/>
                  <a:pt x="1537035" y="43039"/>
                  <a:pt x="1545615" y="52839"/>
                </a:cubicBezTo>
                <a:cubicBezTo>
                  <a:pt x="1554194" y="62640"/>
                  <a:pt x="1558296" y="77654"/>
                  <a:pt x="1557920" y="97882"/>
                </a:cubicBezTo>
                <a:lnTo>
                  <a:pt x="1491789" y="97882"/>
                </a:lnTo>
                <a:cubicBezTo>
                  <a:pt x="1491977" y="105710"/>
                  <a:pt x="1494106" y="111800"/>
                  <a:pt x="1498177" y="116152"/>
                </a:cubicBezTo>
                <a:cubicBezTo>
                  <a:pt x="1502247" y="120505"/>
                  <a:pt x="1507320" y="122681"/>
                  <a:pt x="1513395" y="122681"/>
                </a:cubicBezTo>
                <a:cubicBezTo>
                  <a:pt x="1517528" y="122681"/>
                  <a:pt x="1521003" y="121554"/>
                  <a:pt x="1523822" y="119299"/>
                </a:cubicBezTo>
                <a:cubicBezTo>
                  <a:pt x="1526640" y="117045"/>
                  <a:pt x="1528769" y="113413"/>
                  <a:pt x="1530209" y="108403"/>
                </a:cubicBezTo>
                <a:moveTo>
                  <a:pt x="1531712" y="81725"/>
                </a:moveTo>
                <a:cubicBezTo>
                  <a:pt x="1531524" y="74116"/>
                  <a:pt x="1529552" y="68331"/>
                  <a:pt x="1525794" y="64370"/>
                </a:cubicBezTo>
                <a:cubicBezTo>
                  <a:pt x="1522037" y="60409"/>
                  <a:pt x="1517465" y="58428"/>
                  <a:pt x="1512080" y="58428"/>
                </a:cubicBezTo>
                <a:cubicBezTo>
                  <a:pt x="1506318" y="58428"/>
                  <a:pt x="1501559" y="60518"/>
                  <a:pt x="1497801" y="64696"/>
                </a:cubicBezTo>
                <a:cubicBezTo>
                  <a:pt x="1494044" y="68876"/>
                  <a:pt x="1492196" y="74552"/>
                  <a:pt x="1492259" y="81725"/>
                </a:cubicBezTo>
                <a:lnTo>
                  <a:pt x="1531712" y="81725"/>
                </a:lnTo>
                <a:close/>
              </a:path>
            </a:pathLst>
          </a:custGeom>
          <a:solidFill xmlns:a="http://schemas.openxmlformats.org/drawingml/2006/main">
            <a:srgbClr val="66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Black-BoxDNN">
            <a:extLst xmlns:a="http://schemas.openxmlformats.org/drawingml/2006/main">
              <a:ext uri="{FF2B5EF4-FFF2-40B4-BE49-F238E27FC236}">
                <a16:creationId xmlns:a16="http://schemas.microsoft.com/office/drawing/2014/main" id="{74762489-1D20-4789-8466-80852613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48" y="3008824"/>
            <a:ext cx="1376463" cy="139965"/>
          </a:xfrm>
          <a:custGeom xmlns:a="http://schemas.openxmlformats.org/drawingml/2006/main">
            <a:pathLst>
              <a:path w="1376463" h="139965">
                <a:moveTo>
                  <a:pt x="0" y="0"/>
                </a:moveTo>
                <a:lnTo>
                  <a:pt x="55047" y="0"/>
                </a:lnTo>
                <a:cubicBezTo>
                  <a:pt x="65943" y="0"/>
                  <a:pt x="74069" y="454"/>
                  <a:pt x="79423" y="1362"/>
                </a:cubicBezTo>
                <a:cubicBezTo>
                  <a:pt x="84778" y="2268"/>
                  <a:pt x="89568" y="4160"/>
                  <a:pt x="93796" y="7036"/>
                </a:cubicBezTo>
                <a:cubicBezTo>
                  <a:pt x="98023" y="9911"/>
                  <a:pt x="101545" y="13741"/>
                  <a:pt x="104363" y="18526"/>
                </a:cubicBezTo>
                <a:cubicBezTo>
                  <a:pt x="107181" y="23309"/>
                  <a:pt x="108591" y="28671"/>
                  <a:pt x="108591" y="34613"/>
                </a:cubicBezTo>
                <a:cubicBezTo>
                  <a:pt x="108591" y="41053"/>
                  <a:pt x="106853" y="46962"/>
                  <a:pt x="103377" y="52340"/>
                </a:cubicBezTo>
                <a:cubicBezTo>
                  <a:pt x="99901" y="57718"/>
                  <a:pt x="95189" y="61751"/>
                  <a:pt x="89240" y="64440"/>
                </a:cubicBezTo>
                <a:cubicBezTo>
                  <a:pt x="97631" y="66887"/>
                  <a:pt x="104082" y="71057"/>
                  <a:pt x="108591" y="76952"/>
                </a:cubicBezTo>
                <a:cubicBezTo>
                  <a:pt x="113099" y="82844"/>
                  <a:pt x="115354" y="89773"/>
                  <a:pt x="115354" y="97738"/>
                </a:cubicBezTo>
                <a:cubicBezTo>
                  <a:pt x="115354" y="104008"/>
                  <a:pt x="113898" y="110106"/>
                  <a:pt x="110986" y="116032"/>
                </a:cubicBezTo>
                <a:cubicBezTo>
                  <a:pt x="108074" y="121956"/>
                  <a:pt x="104097" y="126690"/>
                  <a:pt x="99056" y="130234"/>
                </a:cubicBezTo>
                <a:cubicBezTo>
                  <a:pt x="94015" y="133776"/>
                  <a:pt x="87799" y="135955"/>
                  <a:pt x="80410" y="136771"/>
                </a:cubicBezTo>
                <a:cubicBezTo>
                  <a:pt x="75775" y="137272"/>
                  <a:pt x="64597" y="137586"/>
                  <a:pt x="46874" y="137711"/>
                </a:cubicBezTo>
                <a:lnTo>
                  <a:pt x="0" y="137711"/>
                </a:lnTo>
                <a:lnTo>
                  <a:pt x="0" y="0"/>
                </a:lnTo>
                <a:moveTo>
                  <a:pt x="27805" y="22920"/>
                </a:moveTo>
                <a:lnTo>
                  <a:pt x="27805" y="54671"/>
                </a:lnTo>
                <a:lnTo>
                  <a:pt x="46029" y="54671"/>
                </a:lnTo>
                <a:cubicBezTo>
                  <a:pt x="56863" y="54671"/>
                  <a:pt x="63595" y="54514"/>
                  <a:pt x="66225" y="54201"/>
                </a:cubicBezTo>
                <a:cubicBezTo>
                  <a:pt x="70985" y="53640"/>
                  <a:pt x="74726" y="52002"/>
                  <a:pt x="77451" y="49287"/>
                </a:cubicBezTo>
                <a:cubicBezTo>
                  <a:pt x="80175" y="46571"/>
                  <a:pt x="81537" y="42995"/>
                  <a:pt x="81537" y="38561"/>
                </a:cubicBezTo>
                <a:cubicBezTo>
                  <a:pt x="81537" y="34316"/>
                  <a:pt x="80363" y="30867"/>
                  <a:pt x="78014" y="28213"/>
                </a:cubicBezTo>
                <a:cubicBezTo>
                  <a:pt x="75666" y="25560"/>
                  <a:pt x="72175" y="23952"/>
                  <a:pt x="67540" y="23390"/>
                </a:cubicBezTo>
                <a:cubicBezTo>
                  <a:pt x="64785" y="23077"/>
                  <a:pt x="56863" y="22920"/>
                  <a:pt x="43774" y="22920"/>
                </a:cubicBezTo>
                <a:lnTo>
                  <a:pt x="27805" y="22920"/>
                </a:lnTo>
                <a:moveTo>
                  <a:pt x="27805" y="77592"/>
                </a:moveTo>
                <a:lnTo>
                  <a:pt x="27805" y="114415"/>
                </a:lnTo>
                <a:lnTo>
                  <a:pt x="53544" y="114415"/>
                </a:lnTo>
                <a:cubicBezTo>
                  <a:pt x="63564" y="114415"/>
                  <a:pt x="69920" y="114133"/>
                  <a:pt x="72613" y="113569"/>
                </a:cubicBezTo>
                <a:cubicBezTo>
                  <a:pt x="76746" y="112818"/>
                  <a:pt x="80112" y="110986"/>
                  <a:pt x="82711" y="108074"/>
                </a:cubicBezTo>
                <a:cubicBezTo>
                  <a:pt x="85310" y="105162"/>
                  <a:pt x="86609" y="101263"/>
                  <a:pt x="86609" y="96379"/>
                </a:cubicBezTo>
                <a:cubicBezTo>
                  <a:pt x="86609" y="92246"/>
                  <a:pt x="85607" y="88739"/>
                  <a:pt x="83603" y="85858"/>
                </a:cubicBezTo>
                <a:cubicBezTo>
                  <a:pt x="81599" y="82977"/>
                  <a:pt x="78703" y="80879"/>
                  <a:pt x="74914" y="79564"/>
                </a:cubicBezTo>
                <a:cubicBezTo>
                  <a:pt x="71126" y="78249"/>
                  <a:pt x="62906" y="77592"/>
                  <a:pt x="50256" y="77592"/>
                </a:cubicBezTo>
                <a:lnTo>
                  <a:pt x="27805" y="77592"/>
                </a:lnTo>
                <a:close/>
                <a:moveTo>
                  <a:pt x="137733" y="137711"/>
                </a:moveTo>
                <a:lnTo>
                  <a:pt x="137733" y="0"/>
                </a:lnTo>
                <a:lnTo>
                  <a:pt x="164129" y="0"/>
                </a:lnTo>
                <a:lnTo>
                  <a:pt x="164129" y="137711"/>
                </a:lnTo>
                <a:lnTo>
                  <a:pt x="137733" y="137711"/>
                </a:lnTo>
                <a:close/>
                <a:moveTo>
                  <a:pt x="211827" y="68761"/>
                </a:moveTo>
                <a:lnTo>
                  <a:pt x="187873" y="64440"/>
                </a:lnTo>
                <a:cubicBezTo>
                  <a:pt x="190566" y="54669"/>
                  <a:pt x="195200" y="47436"/>
                  <a:pt x="201776" y="42741"/>
                </a:cubicBezTo>
                <a:cubicBezTo>
                  <a:pt x="208351" y="38044"/>
                  <a:pt x="218120" y="35696"/>
                  <a:pt x="231084" y="35696"/>
                </a:cubicBezTo>
                <a:cubicBezTo>
                  <a:pt x="242857" y="35696"/>
                  <a:pt x="251624" y="37089"/>
                  <a:pt x="257386" y="39876"/>
                </a:cubicBezTo>
                <a:cubicBezTo>
                  <a:pt x="263147" y="42663"/>
                  <a:pt x="267202" y="46201"/>
                  <a:pt x="269551" y="50491"/>
                </a:cubicBezTo>
                <a:cubicBezTo>
                  <a:pt x="271899" y="54781"/>
                  <a:pt x="273073" y="62656"/>
                  <a:pt x="273073" y="74116"/>
                </a:cubicBezTo>
                <a:lnTo>
                  <a:pt x="272792" y="104927"/>
                </a:lnTo>
                <a:cubicBezTo>
                  <a:pt x="272792" y="113694"/>
                  <a:pt x="273214" y="120160"/>
                  <a:pt x="274060" y="124325"/>
                </a:cubicBezTo>
                <a:cubicBezTo>
                  <a:pt x="274905" y="128489"/>
                  <a:pt x="276486" y="132951"/>
                  <a:pt x="278803" y="137711"/>
                </a:cubicBezTo>
                <a:lnTo>
                  <a:pt x="252689" y="137711"/>
                </a:lnTo>
                <a:cubicBezTo>
                  <a:pt x="252000" y="135957"/>
                  <a:pt x="251155" y="133358"/>
                  <a:pt x="250153" y="129914"/>
                </a:cubicBezTo>
                <a:cubicBezTo>
                  <a:pt x="249714" y="128349"/>
                  <a:pt x="249401" y="127315"/>
                  <a:pt x="249213" y="126814"/>
                </a:cubicBezTo>
                <a:cubicBezTo>
                  <a:pt x="244705" y="131198"/>
                  <a:pt x="239882" y="134486"/>
                  <a:pt x="234747" y="136678"/>
                </a:cubicBezTo>
                <a:cubicBezTo>
                  <a:pt x="229612" y="138869"/>
                  <a:pt x="224132" y="139965"/>
                  <a:pt x="218308" y="139965"/>
                </a:cubicBezTo>
                <a:cubicBezTo>
                  <a:pt x="208038" y="139965"/>
                  <a:pt x="199944" y="137190"/>
                  <a:pt x="194026" y="131640"/>
                </a:cubicBezTo>
                <a:cubicBezTo>
                  <a:pt x="188108" y="126090"/>
                  <a:pt x="185149" y="119074"/>
                  <a:pt x="185149" y="110593"/>
                </a:cubicBezTo>
                <a:cubicBezTo>
                  <a:pt x="185149" y="104980"/>
                  <a:pt x="186495" y="99976"/>
                  <a:pt x="189188" y="95580"/>
                </a:cubicBezTo>
                <a:cubicBezTo>
                  <a:pt x="191881" y="91183"/>
                  <a:pt x="195654" y="87815"/>
                  <a:pt x="200507" y="85476"/>
                </a:cubicBezTo>
                <a:cubicBezTo>
                  <a:pt x="205361" y="83138"/>
                  <a:pt x="212359" y="81096"/>
                  <a:pt x="221502" y="79350"/>
                </a:cubicBezTo>
                <a:cubicBezTo>
                  <a:pt x="233839" y="77043"/>
                  <a:pt x="242387" y="74891"/>
                  <a:pt x="247147" y="72895"/>
                </a:cubicBezTo>
                <a:lnTo>
                  <a:pt x="247147" y="70235"/>
                </a:lnTo>
                <a:cubicBezTo>
                  <a:pt x="247147" y="65106"/>
                  <a:pt x="245894" y="61449"/>
                  <a:pt x="243389" y="59265"/>
                </a:cubicBezTo>
                <a:cubicBezTo>
                  <a:pt x="240884" y="57079"/>
                  <a:pt x="236156" y="55986"/>
                  <a:pt x="229205" y="55986"/>
                </a:cubicBezTo>
                <a:cubicBezTo>
                  <a:pt x="224508" y="55986"/>
                  <a:pt x="220845" y="56931"/>
                  <a:pt x="218214" y="58822"/>
                </a:cubicBezTo>
                <a:cubicBezTo>
                  <a:pt x="215584" y="60710"/>
                  <a:pt x="213455" y="64024"/>
                  <a:pt x="211827" y="68761"/>
                </a:cubicBezTo>
                <a:moveTo>
                  <a:pt x="247147" y="90179"/>
                </a:moveTo>
                <a:cubicBezTo>
                  <a:pt x="243765" y="91293"/>
                  <a:pt x="238411" y="92623"/>
                  <a:pt x="231084" y="94171"/>
                </a:cubicBezTo>
                <a:cubicBezTo>
                  <a:pt x="223757" y="95717"/>
                  <a:pt x="218966" y="97233"/>
                  <a:pt x="216711" y="98718"/>
                </a:cubicBezTo>
                <a:cubicBezTo>
                  <a:pt x="213267" y="101131"/>
                  <a:pt x="211545" y="104194"/>
                  <a:pt x="211545" y="107907"/>
                </a:cubicBezTo>
                <a:cubicBezTo>
                  <a:pt x="211545" y="111558"/>
                  <a:pt x="212923" y="114715"/>
                  <a:pt x="215678" y="117377"/>
                </a:cubicBezTo>
                <a:cubicBezTo>
                  <a:pt x="218434" y="120036"/>
                  <a:pt x="221941" y="121366"/>
                  <a:pt x="226199" y="121366"/>
                </a:cubicBezTo>
                <a:cubicBezTo>
                  <a:pt x="230958" y="121366"/>
                  <a:pt x="235499" y="119819"/>
                  <a:pt x="239820" y="116725"/>
                </a:cubicBezTo>
                <a:cubicBezTo>
                  <a:pt x="243014" y="114374"/>
                  <a:pt x="245112" y="111497"/>
                  <a:pt x="246114" y="108092"/>
                </a:cubicBezTo>
                <a:cubicBezTo>
                  <a:pt x="246802" y="105864"/>
                  <a:pt x="247147" y="101627"/>
                  <a:pt x="247147" y="95378"/>
                </a:cubicBezTo>
                <a:lnTo>
                  <a:pt x="247147" y="90179"/>
                </a:lnTo>
                <a:close/>
                <a:moveTo>
                  <a:pt x="385665" y="67446"/>
                </a:moveTo>
                <a:lnTo>
                  <a:pt x="359644" y="72143"/>
                </a:lnTo>
                <a:cubicBezTo>
                  <a:pt x="358768" y="66977"/>
                  <a:pt x="356779" y="63086"/>
                  <a:pt x="353679" y="60472"/>
                </a:cubicBezTo>
                <a:cubicBezTo>
                  <a:pt x="350580" y="57857"/>
                  <a:pt x="346556" y="56550"/>
                  <a:pt x="341609" y="56550"/>
                </a:cubicBezTo>
                <a:cubicBezTo>
                  <a:pt x="335033" y="56550"/>
                  <a:pt x="329788" y="58813"/>
                  <a:pt x="325874" y="63340"/>
                </a:cubicBezTo>
                <a:cubicBezTo>
                  <a:pt x="321960" y="67866"/>
                  <a:pt x="320003" y="75436"/>
                  <a:pt x="320003" y="86049"/>
                </a:cubicBezTo>
                <a:cubicBezTo>
                  <a:pt x="320003" y="97849"/>
                  <a:pt x="321992" y="106185"/>
                  <a:pt x="325968" y="111056"/>
                </a:cubicBezTo>
                <a:cubicBezTo>
                  <a:pt x="329945" y="115925"/>
                  <a:pt x="335284" y="118360"/>
                  <a:pt x="341984" y="118360"/>
                </a:cubicBezTo>
                <a:cubicBezTo>
                  <a:pt x="346994" y="118360"/>
                  <a:pt x="351096" y="116935"/>
                  <a:pt x="354290" y="114086"/>
                </a:cubicBezTo>
                <a:cubicBezTo>
                  <a:pt x="357484" y="111236"/>
                  <a:pt x="359738" y="106336"/>
                  <a:pt x="361053" y="99385"/>
                </a:cubicBezTo>
                <a:lnTo>
                  <a:pt x="386980" y="103894"/>
                </a:lnTo>
                <a:cubicBezTo>
                  <a:pt x="384287" y="115792"/>
                  <a:pt x="379121" y="124779"/>
                  <a:pt x="371480" y="130853"/>
                </a:cubicBezTo>
                <a:cubicBezTo>
                  <a:pt x="363840" y="136928"/>
                  <a:pt x="353601" y="139965"/>
                  <a:pt x="340763" y="139965"/>
                </a:cubicBezTo>
                <a:cubicBezTo>
                  <a:pt x="326172" y="139965"/>
                  <a:pt x="314539" y="135362"/>
                  <a:pt x="305866" y="126157"/>
                </a:cubicBezTo>
                <a:cubicBezTo>
                  <a:pt x="297192" y="116951"/>
                  <a:pt x="292856" y="104207"/>
                  <a:pt x="292856" y="87925"/>
                </a:cubicBezTo>
                <a:cubicBezTo>
                  <a:pt x="292856" y="71454"/>
                  <a:pt x="297208" y="58632"/>
                  <a:pt x="305913" y="49458"/>
                </a:cubicBezTo>
                <a:cubicBezTo>
                  <a:pt x="314618" y="40283"/>
                  <a:pt x="326391" y="35696"/>
                  <a:pt x="341233" y="35696"/>
                </a:cubicBezTo>
                <a:cubicBezTo>
                  <a:pt x="353382" y="35696"/>
                  <a:pt x="363042" y="38310"/>
                  <a:pt x="370212" y="43540"/>
                </a:cubicBezTo>
                <a:cubicBezTo>
                  <a:pt x="377383" y="48769"/>
                  <a:pt x="382534" y="56738"/>
                  <a:pt x="385665" y="67446"/>
                </a:cubicBezTo>
                <a:close/>
                <a:moveTo>
                  <a:pt x="404320" y="137711"/>
                </a:moveTo>
                <a:lnTo>
                  <a:pt x="404320" y="0"/>
                </a:lnTo>
                <a:lnTo>
                  <a:pt x="430716" y="0"/>
                </a:lnTo>
                <a:lnTo>
                  <a:pt x="430716" y="73083"/>
                </a:lnTo>
                <a:lnTo>
                  <a:pt x="461621" y="37950"/>
                </a:lnTo>
                <a:lnTo>
                  <a:pt x="494123" y="37950"/>
                </a:lnTo>
                <a:lnTo>
                  <a:pt x="460024" y="74412"/>
                </a:lnTo>
                <a:lnTo>
                  <a:pt x="496566" y="137711"/>
                </a:lnTo>
                <a:lnTo>
                  <a:pt x="468103" y="137711"/>
                </a:lnTo>
                <a:lnTo>
                  <a:pt x="443022" y="92891"/>
                </a:lnTo>
                <a:lnTo>
                  <a:pt x="430716" y="105772"/>
                </a:lnTo>
                <a:lnTo>
                  <a:pt x="430716" y="137711"/>
                </a:lnTo>
                <a:lnTo>
                  <a:pt x="404320" y="137711"/>
                </a:lnTo>
                <a:close/>
                <a:moveTo>
                  <a:pt x="508833" y="100888"/>
                </a:moveTo>
                <a:lnTo>
                  <a:pt x="508833" y="74398"/>
                </a:lnTo>
                <a:lnTo>
                  <a:pt x="560686" y="74398"/>
                </a:lnTo>
                <a:lnTo>
                  <a:pt x="560686" y="100888"/>
                </a:lnTo>
                <a:lnTo>
                  <a:pt x="508833" y="100888"/>
                </a:lnTo>
                <a:close/>
                <a:moveTo>
                  <a:pt x="577146" y="0"/>
                </a:moveTo>
                <a:lnTo>
                  <a:pt x="632192" y="0"/>
                </a:lnTo>
                <a:cubicBezTo>
                  <a:pt x="643089" y="0"/>
                  <a:pt x="651214" y="454"/>
                  <a:pt x="656569" y="1362"/>
                </a:cubicBezTo>
                <a:cubicBezTo>
                  <a:pt x="661923" y="2268"/>
                  <a:pt x="666714" y="4160"/>
                  <a:pt x="670941" y="7036"/>
                </a:cubicBezTo>
                <a:cubicBezTo>
                  <a:pt x="675168" y="9911"/>
                  <a:pt x="678691" y="13741"/>
                  <a:pt x="681509" y="18526"/>
                </a:cubicBezTo>
                <a:cubicBezTo>
                  <a:pt x="684327" y="23309"/>
                  <a:pt x="685736" y="28671"/>
                  <a:pt x="685736" y="34613"/>
                </a:cubicBezTo>
                <a:cubicBezTo>
                  <a:pt x="685736" y="41053"/>
                  <a:pt x="683998" y="46962"/>
                  <a:pt x="680523" y="52340"/>
                </a:cubicBezTo>
                <a:cubicBezTo>
                  <a:pt x="677047" y="57718"/>
                  <a:pt x="672334" y="61751"/>
                  <a:pt x="666385" y="64440"/>
                </a:cubicBezTo>
                <a:cubicBezTo>
                  <a:pt x="674777" y="66887"/>
                  <a:pt x="681227" y="71057"/>
                  <a:pt x="685736" y="76952"/>
                </a:cubicBezTo>
                <a:cubicBezTo>
                  <a:pt x="690245" y="82844"/>
                  <a:pt x="692500" y="89773"/>
                  <a:pt x="692500" y="97738"/>
                </a:cubicBezTo>
                <a:cubicBezTo>
                  <a:pt x="692500" y="104008"/>
                  <a:pt x="691043" y="110106"/>
                  <a:pt x="688131" y="116032"/>
                </a:cubicBezTo>
                <a:cubicBezTo>
                  <a:pt x="685219" y="121956"/>
                  <a:pt x="681243" y="126690"/>
                  <a:pt x="676202" y="130234"/>
                </a:cubicBezTo>
                <a:cubicBezTo>
                  <a:pt x="671160" y="133776"/>
                  <a:pt x="664945" y="135955"/>
                  <a:pt x="657555" y="136771"/>
                </a:cubicBezTo>
                <a:cubicBezTo>
                  <a:pt x="652921" y="137272"/>
                  <a:pt x="641743" y="137586"/>
                  <a:pt x="624020" y="137711"/>
                </a:cubicBezTo>
                <a:lnTo>
                  <a:pt x="577146" y="137711"/>
                </a:lnTo>
                <a:lnTo>
                  <a:pt x="577146" y="0"/>
                </a:lnTo>
                <a:moveTo>
                  <a:pt x="604951" y="22920"/>
                </a:moveTo>
                <a:lnTo>
                  <a:pt x="604951" y="54671"/>
                </a:lnTo>
                <a:lnTo>
                  <a:pt x="623174" y="54671"/>
                </a:lnTo>
                <a:cubicBezTo>
                  <a:pt x="634008" y="54671"/>
                  <a:pt x="640741" y="54514"/>
                  <a:pt x="643371" y="54201"/>
                </a:cubicBezTo>
                <a:cubicBezTo>
                  <a:pt x="648130" y="53640"/>
                  <a:pt x="651872" y="52002"/>
                  <a:pt x="654596" y="49287"/>
                </a:cubicBezTo>
                <a:cubicBezTo>
                  <a:pt x="657320" y="46571"/>
                  <a:pt x="658682" y="42995"/>
                  <a:pt x="658682" y="38561"/>
                </a:cubicBezTo>
                <a:cubicBezTo>
                  <a:pt x="658682" y="34316"/>
                  <a:pt x="657508" y="30867"/>
                  <a:pt x="655160" y="28213"/>
                </a:cubicBezTo>
                <a:cubicBezTo>
                  <a:pt x="652811" y="25560"/>
                  <a:pt x="649320" y="23952"/>
                  <a:pt x="644686" y="23390"/>
                </a:cubicBezTo>
                <a:cubicBezTo>
                  <a:pt x="641930" y="23077"/>
                  <a:pt x="634008" y="22920"/>
                  <a:pt x="620920" y="22920"/>
                </a:cubicBezTo>
                <a:lnTo>
                  <a:pt x="604951" y="22920"/>
                </a:lnTo>
                <a:moveTo>
                  <a:pt x="604951" y="77592"/>
                </a:moveTo>
                <a:lnTo>
                  <a:pt x="604951" y="114415"/>
                </a:lnTo>
                <a:lnTo>
                  <a:pt x="630689" y="114415"/>
                </a:lnTo>
                <a:cubicBezTo>
                  <a:pt x="640709" y="114415"/>
                  <a:pt x="647066" y="114133"/>
                  <a:pt x="649758" y="113569"/>
                </a:cubicBezTo>
                <a:cubicBezTo>
                  <a:pt x="653892" y="112818"/>
                  <a:pt x="657258" y="110986"/>
                  <a:pt x="659857" y="108074"/>
                </a:cubicBezTo>
                <a:cubicBezTo>
                  <a:pt x="662455" y="105162"/>
                  <a:pt x="663755" y="101263"/>
                  <a:pt x="663755" y="96379"/>
                </a:cubicBezTo>
                <a:cubicBezTo>
                  <a:pt x="663755" y="92246"/>
                  <a:pt x="662753" y="88739"/>
                  <a:pt x="660749" y="85858"/>
                </a:cubicBezTo>
                <a:cubicBezTo>
                  <a:pt x="658745" y="82977"/>
                  <a:pt x="655849" y="80879"/>
                  <a:pt x="652060" y="79564"/>
                </a:cubicBezTo>
                <a:cubicBezTo>
                  <a:pt x="648271" y="78249"/>
                  <a:pt x="640052" y="77592"/>
                  <a:pt x="627402" y="77592"/>
                </a:cubicBezTo>
                <a:lnTo>
                  <a:pt x="604951" y="77592"/>
                </a:lnTo>
                <a:close/>
                <a:moveTo>
                  <a:pt x="708773" y="86422"/>
                </a:moveTo>
                <a:cubicBezTo>
                  <a:pt x="708773" y="77654"/>
                  <a:pt x="710933" y="69169"/>
                  <a:pt x="715254" y="60965"/>
                </a:cubicBezTo>
                <a:cubicBezTo>
                  <a:pt x="719575" y="52761"/>
                  <a:pt x="725697" y="46499"/>
                  <a:pt x="733619" y="42177"/>
                </a:cubicBezTo>
                <a:cubicBezTo>
                  <a:pt x="741541" y="37856"/>
                  <a:pt x="750386" y="35696"/>
                  <a:pt x="760156" y="35696"/>
                </a:cubicBezTo>
                <a:cubicBezTo>
                  <a:pt x="775248" y="35696"/>
                  <a:pt x="787617" y="40596"/>
                  <a:pt x="797261" y="50397"/>
                </a:cubicBezTo>
                <a:cubicBezTo>
                  <a:pt x="806905" y="60198"/>
                  <a:pt x="811727" y="72582"/>
                  <a:pt x="811727" y="87549"/>
                </a:cubicBezTo>
                <a:cubicBezTo>
                  <a:pt x="811727" y="102641"/>
                  <a:pt x="806858" y="115150"/>
                  <a:pt x="797120" y="125076"/>
                </a:cubicBezTo>
                <a:cubicBezTo>
                  <a:pt x="787382" y="135002"/>
                  <a:pt x="775123" y="139965"/>
                  <a:pt x="760344" y="139965"/>
                </a:cubicBezTo>
                <a:cubicBezTo>
                  <a:pt x="751201" y="139965"/>
                  <a:pt x="742480" y="137899"/>
                  <a:pt x="734182" y="133766"/>
                </a:cubicBezTo>
                <a:cubicBezTo>
                  <a:pt x="725885" y="129632"/>
                  <a:pt x="719575" y="123573"/>
                  <a:pt x="715254" y="115589"/>
                </a:cubicBezTo>
                <a:cubicBezTo>
                  <a:pt x="710933" y="107604"/>
                  <a:pt x="708773" y="97882"/>
                  <a:pt x="708773" y="86422"/>
                </a:cubicBezTo>
                <a:moveTo>
                  <a:pt x="735826" y="87831"/>
                </a:moveTo>
                <a:cubicBezTo>
                  <a:pt x="735826" y="97694"/>
                  <a:pt x="738175" y="105248"/>
                  <a:pt x="742872" y="110493"/>
                </a:cubicBezTo>
                <a:cubicBezTo>
                  <a:pt x="747568" y="115738"/>
                  <a:pt x="753361" y="118360"/>
                  <a:pt x="760250" y="118360"/>
                </a:cubicBezTo>
                <a:cubicBezTo>
                  <a:pt x="767138" y="118360"/>
                  <a:pt x="772916" y="115738"/>
                  <a:pt x="777581" y="110493"/>
                </a:cubicBezTo>
                <a:cubicBezTo>
                  <a:pt x="782247" y="105248"/>
                  <a:pt x="784579" y="97631"/>
                  <a:pt x="784579" y="87643"/>
                </a:cubicBezTo>
                <a:cubicBezTo>
                  <a:pt x="784579" y="77905"/>
                  <a:pt x="782247" y="70413"/>
                  <a:pt x="777581" y="65168"/>
                </a:cubicBezTo>
                <a:cubicBezTo>
                  <a:pt x="772916" y="59924"/>
                  <a:pt x="767138" y="57301"/>
                  <a:pt x="760250" y="57301"/>
                </a:cubicBezTo>
                <a:cubicBezTo>
                  <a:pt x="753361" y="57301"/>
                  <a:pt x="747568" y="59924"/>
                  <a:pt x="742872" y="65168"/>
                </a:cubicBezTo>
                <a:cubicBezTo>
                  <a:pt x="738175" y="70413"/>
                  <a:pt x="735826" y="77967"/>
                  <a:pt x="735826" y="87831"/>
                </a:cubicBezTo>
                <a:close/>
                <a:moveTo>
                  <a:pt x="819358" y="137711"/>
                </a:moveTo>
                <a:lnTo>
                  <a:pt x="855335" y="86328"/>
                </a:lnTo>
                <a:lnTo>
                  <a:pt x="820861" y="37950"/>
                </a:lnTo>
                <a:lnTo>
                  <a:pt x="853081" y="37950"/>
                </a:lnTo>
                <a:lnTo>
                  <a:pt x="870741" y="65380"/>
                </a:lnTo>
                <a:lnTo>
                  <a:pt x="889340" y="37950"/>
                </a:lnTo>
                <a:lnTo>
                  <a:pt x="920339" y="37950"/>
                </a:lnTo>
                <a:lnTo>
                  <a:pt x="886522" y="85200"/>
                </a:lnTo>
                <a:lnTo>
                  <a:pt x="923439" y="137711"/>
                </a:lnTo>
                <a:lnTo>
                  <a:pt x="891031" y="137711"/>
                </a:lnTo>
                <a:lnTo>
                  <a:pt x="870741" y="106806"/>
                </a:lnTo>
                <a:lnTo>
                  <a:pt x="850263" y="137711"/>
                </a:lnTo>
                <a:lnTo>
                  <a:pt x="819358" y="137711"/>
                </a:lnTo>
                <a:close/>
                <a:moveTo>
                  <a:pt x="990963" y="0"/>
                </a:moveTo>
                <a:lnTo>
                  <a:pt x="1041783" y="0"/>
                </a:lnTo>
                <a:cubicBezTo>
                  <a:pt x="1053243" y="0"/>
                  <a:pt x="1061979" y="877"/>
                  <a:pt x="1067991" y="2630"/>
                </a:cubicBezTo>
                <a:cubicBezTo>
                  <a:pt x="1076070" y="5010"/>
                  <a:pt x="1082990" y="9237"/>
                  <a:pt x="1088751" y="15312"/>
                </a:cubicBezTo>
                <a:cubicBezTo>
                  <a:pt x="1094513" y="21386"/>
                  <a:pt x="1098896" y="28823"/>
                  <a:pt x="1101902" y="37622"/>
                </a:cubicBezTo>
                <a:cubicBezTo>
                  <a:pt x="1104908" y="46420"/>
                  <a:pt x="1106411" y="57270"/>
                  <a:pt x="1106411" y="70171"/>
                </a:cubicBezTo>
                <a:cubicBezTo>
                  <a:pt x="1106411" y="81506"/>
                  <a:pt x="1105002" y="91275"/>
                  <a:pt x="1102184" y="99479"/>
                </a:cubicBezTo>
                <a:cubicBezTo>
                  <a:pt x="1098740" y="109499"/>
                  <a:pt x="1093824" y="117608"/>
                  <a:pt x="1087436" y="123808"/>
                </a:cubicBezTo>
                <a:cubicBezTo>
                  <a:pt x="1082614" y="128505"/>
                  <a:pt x="1076101" y="132169"/>
                  <a:pt x="1067897" y="134799"/>
                </a:cubicBezTo>
                <a:cubicBezTo>
                  <a:pt x="1061760" y="136740"/>
                  <a:pt x="1053556" y="137711"/>
                  <a:pt x="1043286" y="137711"/>
                </a:cubicBezTo>
                <a:lnTo>
                  <a:pt x="990963" y="137711"/>
                </a:lnTo>
                <a:lnTo>
                  <a:pt x="990963" y="0"/>
                </a:lnTo>
                <a:moveTo>
                  <a:pt x="1018769" y="23296"/>
                </a:moveTo>
                <a:lnTo>
                  <a:pt x="1018769" y="114415"/>
                </a:lnTo>
                <a:lnTo>
                  <a:pt x="1039529" y="114415"/>
                </a:lnTo>
                <a:cubicBezTo>
                  <a:pt x="1047294" y="114415"/>
                  <a:pt x="1052899" y="113976"/>
                  <a:pt x="1056343" y="113099"/>
                </a:cubicBezTo>
                <a:cubicBezTo>
                  <a:pt x="1060852" y="111974"/>
                  <a:pt x="1064594" y="110067"/>
                  <a:pt x="1067569" y="107378"/>
                </a:cubicBezTo>
                <a:cubicBezTo>
                  <a:pt x="1070543" y="104687"/>
                  <a:pt x="1072970" y="100261"/>
                  <a:pt x="1074849" y="94098"/>
                </a:cubicBezTo>
                <a:cubicBezTo>
                  <a:pt x="1076727" y="87935"/>
                  <a:pt x="1077667" y="79537"/>
                  <a:pt x="1077667" y="68902"/>
                </a:cubicBezTo>
                <a:cubicBezTo>
                  <a:pt x="1077667" y="58268"/>
                  <a:pt x="1076727" y="50104"/>
                  <a:pt x="1074849" y="44411"/>
                </a:cubicBezTo>
                <a:cubicBezTo>
                  <a:pt x="1072970" y="38718"/>
                  <a:pt x="1070340" y="34277"/>
                  <a:pt x="1066958" y="31087"/>
                </a:cubicBezTo>
                <a:cubicBezTo>
                  <a:pt x="1063576" y="27895"/>
                  <a:pt x="1059287" y="25737"/>
                  <a:pt x="1054089" y="24611"/>
                </a:cubicBezTo>
                <a:cubicBezTo>
                  <a:pt x="1050206" y="23735"/>
                  <a:pt x="1042597" y="23296"/>
                  <a:pt x="1031262" y="23296"/>
                </a:cubicBezTo>
                <a:lnTo>
                  <a:pt x="1018769" y="23296"/>
                </a:lnTo>
                <a:close/>
                <a:moveTo>
                  <a:pt x="1129277" y="137711"/>
                </a:moveTo>
                <a:lnTo>
                  <a:pt x="1129277" y="0"/>
                </a:lnTo>
                <a:lnTo>
                  <a:pt x="1156331" y="0"/>
                </a:lnTo>
                <a:lnTo>
                  <a:pt x="1212693" y="92160"/>
                </a:lnTo>
                <a:lnTo>
                  <a:pt x="1212693" y="0"/>
                </a:lnTo>
                <a:lnTo>
                  <a:pt x="1238525" y="0"/>
                </a:lnTo>
                <a:lnTo>
                  <a:pt x="1238525" y="137711"/>
                </a:lnTo>
                <a:lnTo>
                  <a:pt x="1210626" y="137711"/>
                </a:lnTo>
                <a:lnTo>
                  <a:pt x="1155110" y="47655"/>
                </a:lnTo>
                <a:lnTo>
                  <a:pt x="1155110" y="137711"/>
                </a:lnTo>
                <a:lnTo>
                  <a:pt x="1129277" y="137711"/>
                </a:lnTo>
                <a:close/>
                <a:moveTo>
                  <a:pt x="1267215" y="137711"/>
                </a:moveTo>
                <a:lnTo>
                  <a:pt x="1267215" y="0"/>
                </a:lnTo>
                <a:lnTo>
                  <a:pt x="1294269" y="0"/>
                </a:lnTo>
                <a:lnTo>
                  <a:pt x="1350630" y="92160"/>
                </a:lnTo>
                <a:lnTo>
                  <a:pt x="1350630" y="0"/>
                </a:lnTo>
                <a:lnTo>
                  <a:pt x="1376463" y="0"/>
                </a:lnTo>
                <a:lnTo>
                  <a:pt x="1376463" y="137711"/>
                </a:lnTo>
                <a:lnTo>
                  <a:pt x="1348564" y="137711"/>
                </a:lnTo>
                <a:lnTo>
                  <a:pt x="1293047" y="47655"/>
                </a:lnTo>
                <a:lnTo>
                  <a:pt x="1293047" y="137711"/>
                </a:lnTo>
                <a:lnTo>
                  <a:pt x="1267215" y="137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C3E8C-4825-4515-BFB5-26D3DD03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6857" y="2201001"/>
            <a:ext cx="363220" cy="277480"/>
          </a:xfrm>
          <a:custGeom xmlns:a="http://schemas.openxmlformats.org/drawingml/2006/main">
            <a:pathLst>
              <a:path w="363220" h="277480">
                <a:moveTo>
                  <a:pt x="20844" y="123538"/>
                </a:moveTo>
                <a:cubicBezTo>
                  <a:pt x="28949" y="108144"/>
                  <a:pt x="36669" y="92750"/>
                  <a:pt x="45547" y="78125"/>
                </a:cubicBezTo>
                <a:cubicBezTo>
                  <a:pt x="71023" y="35407"/>
                  <a:pt x="110008" y="13085"/>
                  <a:pt x="158643" y="6927"/>
                </a:cubicBezTo>
                <a:cubicBezTo>
                  <a:pt x="168679" y="5773"/>
                  <a:pt x="179101" y="0"/>
                  <a:pt x="189523" y="6158"/>
                </a:cubicBezTo>
                <a:cubicBezTo>
                  <a:pt x="305707" y="30019"/>
                  <a:pt x="348552" y="122768"/>
                  <a:pt x="359360" y="229758"/>
                </a:cubicBezTo>
                <a:cubicBezTo>
                  <a:pt x="360904" y="244382"/>
                  <a:pt x="356658" y="259007"/>
                  <a:pt x="363220" y="273246"/>
                </a:cubicBezTo>
                <a:lnTo>
                  <a:pt x="363220" y="275170"/>
                </a:lnTo>
                <a:cubicBezTo>
                  <a:pt x="360904" y="275940"/>
                  <a:pt x="358588" y="276710"/>
                  <a:pt x="356272" y="277480"/>
                </a:cubicBezTo>
                <a:cubicBezTo>
                  <a:pt x="353184" y="276325"/>
                  <a:pt x="350482" y="275170"/>
                  <a:pt x="347394" y="274016"/>
                </a:cubicBezTo>
                <a:cubicBezTo>
                  <a:pt x="347008" y="272861"/>
                  <a:pt x="346236" y="271707"/>
                  <a:pt x="345850" y="270167"/>
                </a:cubicBezTo>
                <a:cubicBezTo>
                  <a:pt x="347008" y="242843"/>
                  <a:pt x="346622" y="215133"/>
                  <a:pt x="339288" y="188578"/>
                </a:cubicBezTo>
                <a:cubicBezTo>
                  <a:pt x="335814" y="175493"/>
                  <a:pt x="337744" y="158175"/>
                  <a:pt x="321146" y="150863"/>
                </a:cubicBezTo>
                <a:cubicBezTo>
                  <a:pt x="318830" y="150478"/>
                  <a:pt x="316514" y="150093"/>
                  <a:pt x="314198" y="149708"/>
                </a:cubicBezTo>
                <a:cubicBezTo>
                  <a:pt x="311496" y="147014"/>
                  <a:pt x="308022" y="143550"/>
                  <a:pt x="309952" y="140087"/>
                </a:cubicBezTo>
                <a:cubicBezTo>
                  <a:pt x="321918" y="116611"/>
                  <a:pt x="306093" y="100832"/>
                  <a:pt x="294899" y="83513"/>
                </a:cubicBezTo>
                <a:cubicBezTo>
                  <a:pt x="292583" y="75816"/>
                  <a:pt x="287565" y="71198"/>
                  <a:pt x="279845" y="68889"/>
                </a:cubicBezTo>
                <a:cubicBezTo>
                  <a:pt x="275213" y="58498"/>
                  <a:pt x="266335" y="53495"/>
                  <a:pt x="256299" y="50031"/>
                </a:cubicBezTo>
                <a:cubicBezTo>
                  <a:pt x="249352" y="58113"/>
                  <a:pt x="264791" y="68504"/>
                  <a:pt x="252053" y="74277"/>
                </a:cubicBezTo>
                <a:lnTo>
                  <a:pt x="243562" y="74277"/>
                </a:lnTo>
                <a:cubicBezTo>
                  <a:pt x="235456" y="66965"/>
                  <a:pt x="243176" y="60037"/>
                  <a:pt x="244334" y="53110"/>
                </a:cubicBezTo>
                <a:cubicBezTo>
                  <a:pt x="245106" y="47337"/>
                  <a:pt x="247036" y="41564"/>
                  <a:pt x="239702" y="38870"/>
                </a:cubicBezTo>
                <a:cubicBezTo>
                  <a:pt x="232754" y="36176"/>
                  <a:pt x="225420" y="28864"/>
                  <a:pt x="218858" y="31943"/>
                </a:cubicBezTo>
                <a:cubicBezTo>
                  <a:pt x="212682" y="35022"/>
                  <a:pt x="219244" y="41949"/>
                  <a:pt x="220402" y="47337"/>
                </a:cubicBezTo>
                <a:cubicBezTo>
                  <a:pt x="221560" y="53495"/>
                  <a:pt x="219630" y="57343"/>
                  <a:pt x="214226" y="59652"/>
                </a:cubicBezTo>
                <a:cubicBezTo>
                  <a:pt x="211524" y="58883"/>
                  <a:pt x="208822" y="58498"/>
                  <a:pt x="206120" y="57728"/>
                </a:cubicBezTo>
                <a:lnTo>
                  <a:pt x="205734" y="57728"/>
                </a:lnTo>
                <a:cubicBezTo>
                  <a:pt x="204962" y="56574"/>
                  <a:pt x="204576" y="55419"/>
                  <a:pt x="203804" y="54264"/>
                </a:cubicBezTo>
                <a:cubicBezTo>
                  <a:pt x="208050" y="25015"/>
                  <a:pt x="206120" y="22322"/>
                  <a:pt x="183347" y="21167"/>
                </a:cubicBezTo>
                <a:cubicBezTo>
                  <a:pt x="174083" y="20782"/>
                  <a:pt x="169451" y="23091"/>
                  <a:pt x="173697" y="32713"/>
                </a:cubicBezTo>
                <a:cubicBezTo>
                  <a:pt x="177171" y="40795"/>
                  <a:pt x="178715" y="48492"/>
                  <a:pt x="170609" y="55034"/>
                </a:cubicBezTo>
                <a:cubicBezTo>
                  <a:pt x="167907" y="53880"/>
                  <a:pt x="165591" y="52340"/>
                  <a:pt x="162889" y="51186"/>
                </a:cubicBezTo>
                <a:cubicBezTo>
                  <a:pt x="155169" y="41949"/>
                  <a:pt x="166363" y="33867"/>
                  <a:pt x="164819" y="25015"/>
                </a:cubicBezTo>
                <a:cubicBezTo>
                  <a:pt x="165591" y="18858"/>
                  <a:pt x="161731" y="21937"/>
                  <a:pt x="159029" y="22322"/>
                </a:cubicBezTo>
                <a:cubicBezTo>
                  <a:pt x="156327" y="22706"/>
                  <a:pt x="153625" y="23476"/>
                  <a:pt x="150923" y="23861"/>
                </a:cubicBezTo>
                <a:cubicBezTo>
                  <a:pt x="149765" y="24246"/>
                  <a:pt x="148607" y="24631"/>
                  <a:pt x="147449" y="24631"/>
                </a:cubicBezTo>
                <a:cubicBezTo>
                  <a:pt x="142045" y="24246"/>
                  <a:pt x="136642" y="25785"/>
                  <a:pt x="132010" y="28479"/>
                </a:cubicBezTo>
                <a:cubicBezTo>
                  <a:pt x="123132" y="32328"/>
                  <a:pt x="128922" y="36561"/>
                  <a:pt x="131624" y="41179"/>
                </a:cubicBezTo>
                <a:cubicBezTo>
                  <a:pt x="132396" y="43488"/>
                  <a:pt x="132782" y="45413"/>
                  <a:pt x="133554" y="47722"/>
                </a:cubicBezTo>
                <a:cubicBezTo>
                  <a:pt x="134326" y="49261"/>
                  <a:pt x="134712" y="50801"/>
                  <a:pt x="135484" y="52340"/>
                </a:cubicBezTo>
                <a:cubicBezTo>
                  <a:pt x="128922" y="64271"/>
                  <a:pt x="128150" y="77356"/>
                  <a:pt x="128150" y="90826"/>
                </a:cubicBezTo>
                <a:cubicBezTo>
                  <a:pt x="128150" y="125077"/>
                  <a:pt x="127764" y="159329"/>
                  <a:pt x="127764" y="193581"/>
                </a:cubicBezTo>
                <a:cubicBezTo>
                  <a:pt x="126606" y="193581"/>
                  <a:pt x="125448" y="193966"/>
                  <a:pt x="124290" y="193966"/>
                </a:cubicBezTo>
                <a:cubicBezTo>
                  <a:pt x="124290" y="158560"/>
                  <a:pt x="123518" y="123538"/>
                  <a:pt x="125062" y="88132"/>
                </a:cubicBezTo>
                <a:cubicBezTo>
                  <a:pt x="125834" y="74277"/>
                  <a:pt x="119658" y="62731"/>
                  <a:pt x="118886" y="50031"/>
                </a:cubicBezTo>
                <a:cubicBezTo>
                  <a:pt x="118500" y="45413"/>
                  <a:pt x="124676" y="39640"/>
                  <a:pt x="119658" y="35791"/>
                </a:cubicBezTo>
                <a:cubicBezTo>
                  <a:pt x="114254" y="31943"/>
                  <a:pt x="108850" y="37331"/>
                  <a:pt x="104218" y="40025"/>
                </a:cubicBezTo>
                <a:cubicBezTo>
                  <a:pt x="94568" y="45028"/>
                  <a:pt x="88778" y="51186"/>
                  <a:pt x="94954" y="62731"/>
                </a:cubicBezTo>
                <a:cubicBezTo>
                  <a:pt x="98042" y="68889"/>
                  <a:pt x="101130" y="75816"/>
                  <a:pt x="93796" y="81974"/>
                </a:cubicBezTo>
                <a:lnTo>
                  <a:pt x="86076" y="81974"/>
                </a:lnTo>
                <a:cubicBezTo>
                  <a:pt x="76427" y="74662"/>
                  <a:pt x="87620" y="64655"/>
                  <a:pt x="83761" y="54649"/>
                </a:cubicBezTo>
                <a:cubicBezTo>
                  <a:pt x="68321" y="70428"/>
                  <a:pt x="49407" y="83128"/>
                  <a:pt x="64075" y="108144"/>
                </a:cubicBezTo>
                <a:cubicBezTo>
                  <a:pt x="67549" y="114302"/>
                  <a:pt x="63689" y="117380"/>
                  <a:pt x="59057" y="120074"/>
                </a:cubicBezTo>
                <a:cubicBezTo>
                  <a:pt x="56741" y="120074"/>
                  <a:pt x="54039" y="120074"/>
                  <a:pt x="51723" y="119690"/>
                </a:cubicBezTo>
                <a:lnTo>
                  <a:pt x="50565" y="120074"/>
                </a:lnTo>
                <a:cubicBezTo>
                  <a:pt x="49407" y="118920"/>
                  <a:pt x="48249" y="117765"/>
                  <a:pt x="47091" y="116611"/>
                </a:cubicBezTo>
                <a:lnTo>
                  <a:pt x="46705" y="116226"/>
                </a:lnTo>
                <a:cubicBezTo>
                  <a:pt x="46319" y="114686"/>
                  <a:pt x="45933" y="111608"/>
                  <a:pt x="45547" y="111608"/>
                </a:cubicBezTo>
                <a:cubicBezTo>
                  <a:pt x="42459" y="111223"/>
                  <a:pt x="43231" y="114302"/>
                  <a:pt x="42845" y="115841"/>
                </a:cubicBezTo>
                <a:cubicBezTo>
                  <a:pt x="22774" y="150478"/>
                  <a:pt x="18914" y="188963"/>
                  <a:pt x="14282" y="227449"/>
                </a:cubicBezTo>
                <a:cubicBezTo>
                  <a:pt x="9650" y="227064"/>
                  <a:pt x="4632" y="226294"/>
                  <a:pt x="0" y="225909"/>
                </a:cubicBezTo>
                <a:cubicBezTo>
                  <a:pt x="1158" y="218597"/>
                  <a:pt x="4246" y="211285"/>
                  <a:pt x="2702" y="203588"/>
                </a:cubicBezTo>
                <a:cubicBezTo>
                  <a:pt x="4246" y="199739"/>
                  <a:pt x="6176" y="196275"/>
                  <a:pt x="3474" y="192427"/>
                </a:cubicBezTo>
                <a:cubicBezTo>
                  <a:pt x="6176" y="185115"/>
                  <a:pt x="8878" y="177418"/>
                  <a:pt x="7334" y="169336"/>
                </a:cubicBezTo>
                <a:cubicBezTo>
                  <a:pt x="10422" y="165102"/>
                  <a:pt x="11966" y="160484"/>
                  <a:pt x="11194" y="155096"/>
                </a:cubicBezTo>
                <a:cubicBezTo>
                  <a:pt x="12352" y="152017"/>
                  <a:pt x="13124" y="148938"/>
                  <a:pt x="14282" y="145860"/>
                </a:cubicBezTo>
                <a:cubicBezTo>
                  <a:pt x="15054" y="142396"/>
                  <a:pt x="16212" y="138932"/>
                  <a:pt x="16984" y="135084"/>
                </a:cubicBezTo>
                <a:cubicBezTo>
                  <a:pt x="20844" y="132005"/>
                  <a:pt x="20844" y="127771"/>
                  <a:pt x="20844" y="123538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B7E4B-A607-42BE-85D3-5E6DC857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801" y="2489643"/>
            <a:ext cx="360194" cy="281827"/>
          </a:xfrm>
          <a:custGeom xmlns:a="http://schemas.openxmlformats.org/drawingml/2006/main">
            <a:pathLst>
              <a:path w="360194" h="281827">
                <a:moveTo>
                  <a:pt x="358932" y="43487"/>
                </a:moveTo>
                <a:lnTo>
                  <a:pt x="358295" y="43484"/>
                </a:lnTo>
                <a:lnTo>
                  <a:pt x="357653" y="43478"/>
                </a:lnTo>
                <a:lnTo>
                  <a:pt x="357008" y="43468"/>
                </a:lnTo>
                <a:lnTo>
                  <a:pt x="356359" y="43452"/>
                </a:lnTo>
                <a:lnTo>
                  <a:pt x="355705" y="43431"/>
                </a:lnTo>
                <a:lnTo>
                  <a:pt x="355048" y="43403"/>
                </a:lnTo>
                <a:lnTo>
                  <a:pt x="354387" y="43367"/>
                </a:lnTo>
                <a:lnTo>
                  <a:pt x="353721" y="43321"/>
                </a:lnTo>
                <a:lnTo>
                  <a:pt x="353052" y="43266"/>
                </a:lnTo>
                <a:lnTo>
                  <a:pt x="352378" y="43200"/>
                </a:lnTo>
                <a:lnTo>
                  <a:pt x="351701" y="43121"/>
                </a:lnTo>
                <a:lnTo>
                  <a:pt x="351019" y="43030"/>
                </a:lnTo>
                <a:lnTo>
                  <a:pt x="350334" y="42925"/>
                </a:lnTo>
                <a:lnTo>
                  <a:pt x="349644" y="42804"/>
                </a:lnTo>
                <a:lnTo>
                  <a:pt x="348950" y="42668"/>
                </a:lnTo>
                <a:lnTo>
                  <a:pt x="348253" y="42514"/>
                </a:lnTo>
                <a:lnTo>
                  <a:pt x="347551" y="42343"/>
                </a:lnTo>
                <a:lnTo>
                  <a:pt x="346846" y="42152"/>
                </a:lnTo>
                <a:lnTo>
                  <a:pt x="346136" y="41942"/>
                </a:lnTo>
                <a:lnTo>
                  <a:pt x="345422" y="41710"/>
                </a:lnTo>
                <a:lnTo>
                  <a:pt x="344705" y="41456"/>
                </a:lnTo>
                <a:lnTo>
                  <a:pt x="343983" y="41179"/>
                </a:lnTo>
                <a:lnTo>
                  <a:pt x="343735" y="44689"/>
                </a:lnTo>
                <a:lnTo>
                  <a:pt x="343474" y="48195"/>
                </a:lnTo>
                <a:lnTo>
                  <a:pt x="343199" y="51696"/>
                </a:lnTo>
                <a:lnTo>
                  <a:pt x="342907" y="55193"/>
                </a:lnTo>
                <a:lnTo>
                  <a:pt x="342598" y="58685"/>
                </a:lnTo>
                <a:lnTo>
                  <a:pt x="342270" y="62172"/>
                </a:lnTo>
                <a:lnTo>
                  <a:pt x="341922" y="65654"/>
                </a:lnTo>
                <a:lnTo>
                  <a:pt x="341552" y="69131"/>
                </a:lnTo>
                <a:lnTo>
                  <a:pt x="341160" y="72603"/>
                </a:lnTo>
                <a:lnTo>
                  <a:pt x="340744" y="76069"/>
                </a:lnTo>
                <a:lnTo>
                  <a:pt x="340302" y="79529"/>
                </a:lnTo>
                <a:lnTo>
                  <a:pt x="339833" y="82984"/>
                </a:lnTo>
                <a:lnTo>
                  <a:pt x="339337" y="86433"/>
                </a:lnTo>
                <a:lnTo>
                  <a:pt x="338810" y="89875"/>
                </a:lnTo>
                <a:lnTo>
                  <a:pt x="338253" y="93311"/>
                </a:lnTo>
                <a:lnTo>
                  <a:pt x="337664" y="96741"/>
                </a:lnTo>
                <a:lnTo>
                  <a:pt x="337041" y="100164"/>
                </a:lnTo>
                <a:lnTo>
                  <a:pt x="336384" y="103580"/>
                </a:lnTo>
                <a:lnTo>
                  <a:pt x="335690" y="106989"/>
                </a:lnTo>
                <a:lnTo>
                  <a:pt x="334958" y="110391"/>
                </a:lnTo>
                <a:lnTo>
                  <a:pt x="334188" y="113785"/>
                </a:lnTo>
                <a:lnTo>
                  <a:pt x="333378" y="117172"/>
                </a:lnTo>
                <a:lnTo>
                  <a:pt x="332526" y="120551"/>
                </a:lnTo>
                <a:lnTo>
                  <a:pt x="331631" y="123923"/>
                </a:lnTo>
                <a:lnTo>
                  <a:pt x="331547" y="124404"/>
                </a:lnTo>
                <a:lnTo>
                  <a:pt x="331485" y="124972"/>
                </a:lnTo>
                <a:lnTo>
                  <a:pt x="331436" y="125614"/>
                </a:lnTo>
                <a:lnTo>
                  <a:pt x="331393" y="126318"/>
                </a:lnTo>
                <a:lnTo>
                  <a:pt x="331350" y="127069"/>
                </a:lnTo>
                <a:lnTo>
                  <a:pt x="331299" y="127856"/>
                </a:lnTo>
                <a:lnTo>
                  <a:pt x="331233" y="128664"/>
                </a:lnTo>
                <a:lnTo>
                  <a:pt x="331145" y="129482"/>
                </a:lnTo>
                <a:lnTo>
                  <a:pt x="331027" y="130296"/>
                </a:lnTo>
                <a:lnTo>
                  <a:pt x="330873" y="131092"/>
                </a:lnTo>
                <a:lnTo>
                  <a:pt x="330674" y="131859"/>
                </a:lnTo>
                <a:lnTo>
                  <a:pt x="330425" y="132582"/>
                </a:lnTo>
                <a:lnTo>
                  <a:pt x="330117" y="133249"/>
                </a:lnTo>
                <a:lnTo>
                  <a:pt x="329744" y="133848"/>
                </a:lnTo>
                <a:lnTo>
                  <a:pt x="329298" y="134364"/>
                </a:lnTo>
                <a:lnTo>
                  <a:pt x="328772" y="134784"/>
                </a:lnTo>
                <a:lnTo>
                  <a:pt x="328159" y="135097"/>
                </a:lnTo>
                <a:lnTo>
                  <a:pt x="327451" y="135288"/>
                </a:lnTo>
                <a:lnTo>
                  <a:pt x="326643" y="135345"/>
                </a:lnTo>
                <a:lnTo>
                  <a:pt x="325725" y="135255"/>
                </a:lnTo>
                <a:lnTo>
                  <a:pt x="324691" y="135004"/>
                </a:lnTo>
                <a:lnTo>
                  <a:pt x="323535" y="134580"/>
                </a:lnTo>
                <a:lnTo>
                  <a:pt x="322248" y="133969"/>
                </a:lnTo>
                <a:lnTo>
                  <a:pt x="320823" y="133159"/>
                </a:lnTo>
                <a:lnTo>
                  <a:pt x="320532" y="133157"/>
                </a:lnTo>
                <a:lnTo>
                  <a:pt x="320236" y="133152"/>
                </a:lnTo>
                <a:lnTo>
                  <a:pt x="319937" y="133143"/>
                </a:lnTo>
                <a:lnTo>
                  <a:pt x="319635" y="133131"/>
                </a:lnTo>
                <a:lnTo>
                  <a:pt x="319329" y="133116"/>
                </a:lnTo>
                <a:lnTo>
                  <a:pt x="319020" y="133099"/>
                </a:lnTo>
                <a:lnTo>
                  <a:pt x="318708" y="133080"/>
                </a:lnTo>
                <a:lnTo>
                  <a:pt x="318393" y="133060"/>
                </a:lnTo>
                <a:lnTo>
                  <a:pt x="318075" y="133038"/>
                </a:lnTo>
                <a:lnTo>
                  <a:pt x="317755" y="133015"/>
                </a:lnTo>
                <a:lnTo>
                  <a:pt x="317433" y="132991"/>
                </a:lnTo>
                <a:lnTo>
                  <a:pt x="317108" y="132967"/>
                </a:lnTo>
                <a:lnTo>
                  <a:pt x="316781" y="132943"/>
                </a:lnTo>
                <a:lnTo>
                  <a:pt x="316453" y="132919"/>
                </a:lnTo>
                <a:lnTo>
                  <a:pt x="316123" y="132896"/>
                </a:lnTo>
                <a:lnTo>
                  <a:pt x="315791" y="132874"/>
                </a:lnTo>
                <a:lnTo>
                  <a:pt x="315458" y="132854"/>
                </a:lnTo>
                <a:lnTo>
                  <a:pt x="315124" y="132835"/>
                </a:lnTo>
                <a:lnTo>
                  <a:pt x="314789" y="132818"/>
                </a:lnTo>
                <a:lnTo>
                  <a:pt x="314453" y="132803"/>
                </a:lnTo>
                <a:lnTo>
                  <a:pt x="314116" y="132791"/>
                </a:lnTo>
                <a:lnTo>
                  <a:pt x="313779" y="132782"/>
                </a:lnTo>
                <a:lnTo>
                  <a:pt x="313441" y="132776"/>
                </a:lnTo>
                <a:lnTo>
                  <a:pt x="313103" y="132775"/>
                </a:lnTo>
                <a:lnTo>
                  <a:pt x="312542" y="133127"/>
                </a:lnTo>
                <a:lnTo>
                  <a:pt x="312018" y="133509"/>
                </a:lnTo>
                <a:lnTo>
                  <a:pt x="311529" y="133918"/>
                </a:lnTo>
                <a:lnTo>
                  <a:pt x="311077" y="134351"/>
                </a:lnTo>
                <a:lnTo>
                  <a:pt x="310661" y="134807"/>
                </a:lnTo>
                <a:lnTo>
                  <a:pt x="310281" y="135282"/>
                </a:lnTo>
                <a:lnTo>
                  <a:pt x="309937" y="135774"/>
                </a:lnTo>
                <a:lnTo>
                  <a:pt x="309629" y="136281"/>
                </a:lnTo>
                <a:lnTo>
                  <a:pt x="309358" y="136800"/>
                </a:lnTo>
                <a:lnTo>
                  <a:pt x="309123" y="137328"/>
                </a:lnTo>
                <a:lnTo>
                  <a:pt x="308924" y="137863"/>
                </a:lnTo>
                <a:lnTo>
                  <a:pt x="308761" y="138403"/>
                </a:lnTo>
                <a:lnTo>
                  <a:pt x="308634" y="138945"/>
                </a:lnTo>
                <a:lnTo>
                  <a:pt x="308544" y="139486"/>
                </a:lnTo>
                <a:lnTo>
                  <a:pt x="308490" y="140024"/>
                </a:lnTo>
                <a:lnTo>
                  <a:pt x="308471" y="140557"/>
                </a:lnTo>
                <a:lnTo>
                  <a:pt x="308490" y="141082"/>
                </a:lnTo>
                <a:lnTo>
                  <a:pt x="308544" y="141596"/>
                </a:lnTo>
                <a:lnTo>
                  <a:pt x="308634" y="142097"/>
                </a:lnTo>
                <a:lnTo>
                  <a:pt x="308761" y="142583"/>
                </a:lnTo>
                <a:lnTo>
                  <a:pt x="308924" y="143051"/>
                </a:lnTo>
                <a:lnTo>
                  <a:pt x="309123" y="143498"/>
                </a:lnTo>
                <a:lnTo>
                  <a:pt x="309358" y="143922"/>
                </a:lnTo>
                <a:lnTo>
                  <a:pt x="309629" y="144320"/>
                </a:lnTo>
                <a:lnTo>
                  <a:pt x="311482" y="147261"/>
                </a:lnTo>
                <a:lnTo>
                  <a:pt x="312999" y="150123"/>
                </a:lnTo>
                <a:lnTo>
                  <a:pt x="314197" y="152909"/>
                </a:lnTo>
                <a:lnTo>
                  <a:pt x="315096" y="155625"/>
                </a:lnTo>
                <a:lnTo>
                  <a:pt x="315712" y="158275"/>
                </a:lnTo>
                <a:lnTo>
                  <a:pt x="316065" y="160863"/>
                </a:lnTo>
                <a:lnTo>
                  <a:pt x="316171" y="163394"/>
                </a:lnTo>
                <a:lnTo>
                  <a:pt x="316048" y="165872"/>
                </a:lnTo>
                <a:lnTo>
                  <a:pt x="315716" y="168302"/>
                </a:lnTo>
                <a:lnTo>
                  <a:pt x="315190" y="170689"/>
                </a:lnTo>
                <a:lnTo>
                  <a:pt x="314491" y="173036"/>
                </a:lnTo>
                <a:lnTo>
                  <a:pt x="313634" y="175349"/>
                </a:lnTo>
                <a:lnTo>
                  <a:pt x="312639" y="177632"/>
                </a:lnTo>
                <a:lnTo>
                  <a:pt x="311523" y="179889"/>
                </a:lnTo>
                <a:lnTo>
                  <a:pt x="310304" y="182125"/>
                </a:lnTo>
                <a:lnTo>
                  <a:pt x="309000" y="184345"/>
                </a:lnTo>
                <a:lnTo>
                  <a:pt x="307630" y="186553"/>
                </a:lnTo>
                <a:lnTo>
                  <a:pt x="306210" y="188753"/>
                </a:lnTo>
                <a:lnTo>
                  <a:pt x="304759" y="190950"/>
                </a:lnTo>
                <a:lnTo>
                  <a:pt x="303294" y="193148"/>
                </a:lnTo>
                <a:lnTo>
                  <a:pt x="301835" y="195353"/>
                </a:lnTo>
                <a:lnTo>
                  <a:pt x="300398" y="197568"/>
                </a:lnTo>
                <a:lnTo>
                  <a:pt x="299002" y="199798"/>
                </a:lnTo>
                <a:lnTo>
                  <a:pt x="297664" y="202048"/>
                </a:lnTo>
                <a:lnTo>
                  <a:pt x="296858" y="201778"/>
                </a:lnTo>
                <a:lnTo>
                  <a:pt x="296171" y="201453"/>
                </a:lnTo>
                <a:lnTo>
                  <a:pt x="295593" y="201078"/>
                </a:lnTo>
                <a:lnTo>
                  <a:pt x="295114" y="200657"/>
                </a:lnTo>
                <a:lnTo>
                  <a:pt x="294724" y="200195"/>
                </a:lnTo>
                <a:lnTo>
                  <a:pt x="294413" y="199697"/>
                </a:lnTo>
                <a:lnTo>
                  <a:pt x="294171" y="199168"/>
                </a:lnTo>
                <a:lnTo>
                  <a:pt x="293990" y="198613"/>
                </a:lnTo>
                <a:lnTo>
                  <a:pt x="293857" y="198037"/>
                </a:lnTo>
                <a:lnTo>
                  <a:pt x="293765" y="197444"/>
                </a:lnTo>
                <a:lnTo>
                  <a:pt x="293702" y="196839"/>
                </a:lnTo>
                <a:lnTo>
                  <a:pt x="293659" y="196227"/>
                </a:lnTo>
                <a:lnTo>
                  <a:pt x="293626" y="195614"/>
                </a:lnTo>
                <a:lnTo>
                  <a:pt x="293593" y="195003"/>
                </a:lnTo>
                <a:lnTo>
                  <a:pt x="293551" y="194400"/>
                </a:lnTo>
                <a:lnTo>
                  <a:pt x="293489" y="193809"/>
                </a:lnTo>
                <a:lnTo>
                  <a:pt x="293398" y="193236"/>
                </a:lnTo>
                <a:lnTo>
                  <a:pt x="293267" y="192685"/>
                </a:lnTo>
                <a:lnTo>
                  <a:pt x="293087" y="192162"/>
                </a:lnTo>
                <a:lnTo>
                  <a:pt x="292848" y="191670"/>
                </a:lnTo>
                <a:lnTo>
                  <a:pt x="292539" y="191214"/>
                </a:lnTo>
                <a:lnTo>
                  <a:pt x="292152" y="190801"/>
                </a:lnTo>
                <a:lnTo>
                  <a:pt x="291676" y="190434"/>
                </a:lnTo>
                <a:lnTo>
                  <a:pt x="291102" y="190118"/>
                </a:lnTo>
                <a:lnTo>
                  <a:pt x="290818" y="190112"/>
                </a:lnTo>
                <a:lnTo>
                  <a:pt x="290547" y="190094"/>
                </a:lnTo>
                <a:lnTo>
                  <a:pt x="290288" y="190064"/>
                </a:lnTo>
                <a:lnTo>
                  <a:pt x="290040" y="190021"/>
                </a:lnTo>
                <a:lnTo>
                  <a:pt x="289805" y="189967"/>
                </a:lnTo>
                <a:lnTo>
                  <a:pt x="289582" y="189901"/>
                </a:lnTo>
                <a:lnTo>
                  <a:pt x="289371" y="189823"/>
                </a:lnTo>
                <a:lnTo>
                  <a:pt x="289172" y="189733"/>
                </a:lnTo>
                <a:lnTo>
                  <a:pt x="288985" y="189631"/>
                </a:lnTo>
                <a:lnTo>
                  <a:pt x="288810" y="189516"/>
                </a:lnTo>
                <a:lnTo>
                  <a:pt x="288647" y="189390"/>
                </a:lnTo>
                <a:lnTo>
                  <a:pt x="288496" y="189252"/>
                </a:lnTo>
                <a:lnTo>
                  <a:pt x="288358" y="189101"/>
                </a:lnTo>
                <a:lnTo>
                  <a:pt x="288231" y="188939"/>
                </a:lnTo>
                <a:lnTo>
                  <a:pt x="288116" y="188765"/>
                </a:lnTo>
                <a:lnTo>
                  <a:pt x="288014" y="188578"/>
                </a:lnTo>
                <a:lnTo>
                  <a:pt x="287923" y="188380"/>
                </a:lnTo>
                <a:lnTo>
                  <a:pt x="287845" y="188169"/>
                </a:lnTo>
                <a:lnTo>
                  <a:pt x="287779" y="187947"/>
                </a:lnTo>
                <a:lnTo>
                  <a:pt x="287724" y="187712"/>
                </a:lnTo>
                <a:lnTo>
                  <a:pt x="287682" y="187466"/>
                </a:lnTo>
                <a:lnTo>
                  <a:pt x="287652" y="187207"/>
                </a:lnTo>
                <a:lnTo>
                  <a:pt x="287634" y="186937"/>
                </a:lnTo>
                <a:lnTo>
                  <a:pt x="287628" y="186654"/>
                </a:lnTo>
                <a:lnTo>
                  <a:pt x="287533" y="186556"/>
                </a:lnTo>
                <a:lnTo>
                  <a:pt x="287443" y="186454"/>
                </a:lnTo>
                <a:lnTo>
                  <a:pt x="287356" y="186348"/>
                </a:lnTo>
                <a:lnTo>
                  <a:pt x="287274" y="186239"/>
                </a:lnTo>
                <a:lnTo>
                  <a:pt x="287196" y="186126"/>
                </a:lnTo>
                <a:lnTo>
                  <a:pt x="287121" y="186011"/>
                </a:lnTo>
                <a:lnTo>
                  <a:pt x="287051" y="185892"/>
                </a:lnTo>
                <a:lnTo>
                  <a:pt x="286984" y="185770"/>
                </a:lnTo>
                <a:lnTo>
                  <a:pt x="286922" y="185646"/>
                </a:lnTo>
                <a:lnTo>
                  <a:pt x="286864" y="185519"/>
                </a:lnTo>
                <a:lnTo>
                  <a:pt x="286810" y="185390"/>
                </a:lnTo>
                <a:lnTo>
                  <a:pt x="286759" y="185259"/>
                </a:lnTo>
                <a:lnTo>
                  <a:pt x="286713" y="185126"/>
                </a:lnTo>
                <a:lnTo>
                  <a:pt x="286671" y="184991"/>
                </a:lnTo>
                <a:lnTo>
                  <a:pt x="286633" y="184854"/>
                </a:lnTo>
                <a:lnTo>
                  <a:pt x="286598" y="184715"/>
                </a:lnTo>
                <a:lnTo>
                  <a:pt x="286568" y="184576"/>
                </a:lnTo>
                <a:lnTo>
                  <a:pt x="286542" y="184435"/>
                </a:lnTo>
                <a:lnTo>
                  <a:pt x="286520" y="184293"/>
                </a:lnTo>
                <a:lnTo>
                  <a:pt x="286502" y="184151"/>
                </a:lnTo>
                <a:lnTo>
                  <a:pt x="286488" y="184007"/>
                </a:lnTo>
                <a:lnTo>
                  <a:pt x="286478" y="183864"/>
                </a:lnTo>
                <a:lnTo>
                  <a:pt x="286472" y="183719"/>
                </a:lnTo>
                <a:lnTo>
                  <a:pt x="286470" y="183575"/>
                </a:lnTo>
                <a:lnTo>
                  <a:pt x="286325" y="183621"/>
                </a:lnTo>
                <a:lnTo>
                  <a:pt x="286180" y="183664"/>
                </a:lnTo>
                <a:lnTo>
                  <a:pt x="286036" y="183702"/>
                </a:lnTo>
                <a:lnTo>
                  <a:pt x="285891" y="183737"/>
                </a:lnTo>
                <a:lnTo>
                  <a:pt x="285746" y="183769"/>
                </a:lnTo>
                <a:lnTo>
                  <a:pt x="285601" y="183798"/>
                </a:lnTo>
                <a:lnTo>
                  <a:pt x="285457" y="183823"/>
                </a:lnTo>
                <a:lnTo>
                  <a:pt x="285312" y="183846"/>
                </a:lnTo>
                <a:lnTo>
                  <a:pt x="285167" y="183866"/>
                </a:lnTo>
                <a:lnTo>
                  <a:pt x="285022" y="183884"/>
                </a:lnTo>
                <a:lnTo>
                  <a:pt x="284878" y="183899"/>
                </a:lnTo>
                <a:lnTo>
                  <a:pt x="284733" y="183912"/>
                </a:lnTo>
                <a:lnTo>
                  <a:pt x="284588" y="183923"/>
                </a:lnTo>
                <a:lnTo>
                  <a:pt x="284443" y="183932"/>
                </a:lnTo>
                <a:lnTo>
                  <a:pt x="284299" y="183940"/>
                </a:lnTo>
                <a:lnTo>
                  <a:pt x="284154" y="183946"/>
                </a:lnTo>
                <a:lnTo>
                  <a:pt x="284009" y="183950"/>
                </a:lnTo>
                <a:lnTo>
                  <a:pt x="283864" y="183954"/>
                </a:lnTo>
                <a:lnTo>
                  <a:pt x="283720" y="183957"/>
                </a:lnTo>
                <a:lnTo>
                  <a:pt x="283575" y="183958"/>
                </a:lnTo>
                <a:lnTo>
                  <a:pt x="283430" y="183959"/>
                </a:lnTo>
                <a:lnTo>
                  <a:pt x="283285" y="183960"/>
                </a:lnTo>
                <a:lnTo>
                  <a:pt x="283141" y="183960"/>
                </a:lnTo>
                <a:lnTo>
                  <a:pt x="282996" y="183960"/>
                </a:lnTo>
                <a:lnTo>
                  <a:pt x="282119" y="184786"/>
                </a:lnTo>
                <a:lnTo>
                  <a:pt x="281320" y="185627"/>
                </a:lnTo>
                <a:lnTo>
                  <a:pt x="280598" y="186483"/>
                </a:lnTo>
                <a:lnTo>
                  <a:pt x="279949" y="187352"/>
                </a:lnTo>
                <a:lnTo>
                  <a:pt x="279372" y="188236"/>
                </a:lnTo>
                <a:lnTo>
                  <a:pt x="278865" y="189132"/>
                </a:lnTo>
                <a:lnTo>
                  <a:pt x="278424" y="190039"/>
                </a:lnTo>
                <a:lnTo>
                  <a:pt x="278049" y="190959"/>
                </a:lnTo>
                <a:lnTo>
                  <a:pt x="277737" y="191889"/>
                </a:lnTo>
                <a:lnTo>
                  <a:pt x="277486" y="192829"/>
                </a:lnTo>
                <a:lnTo>
                  <a:pt x="277294" y="193778"/>
                </a:lnTo>
                <a:lnTo>
                  <a:pt x="277158" y="194736"/>
                </a:lnTo>
                <a:lnTo>
                  <a:pt x="277076" y="195702"/>
                </a:lnTo>
                <a:lnTo>
                  <a:pt x="277046" y="196675"/>
                </a:lnTo>
                <a:lnTo>
                  <a:pt x="277067" y="197655"/>
                </a:lnTo>
                <a:lnTo>
                  <a:pt x="277135" y="198641"/>
                </a:lnTo>
                <a:lnTo>
                  <a:pt x="277248" y="199633"/>
                </a:lnTo>
                <a:lnTo>
                  <a:pt x="277405" y="200629"/>
                </a:lnTo>
                <a:lnTo>
                  <a:pt x="277603" y="201629"/>
                </a:lnTo>
                <a:lnTo>
                  <a:pt x="277840" y="202633"/>
                </a:lnTo>
                <a:lnTo>
                  <a:pt x="278114" y="203639"/>
                </a:lnTo>
                <a:lnTo>
                  <a:pt x="278423" y="204647"/>
                </a:lnTo>
                <a:lnTo>
                  <a:pt x="278764" y="205656"/>
                </a:lnTo>
                <a:lnTo>
                  <a:pt x="279136" y="206666"/>
                </a:lnTo>
                <a:lnTo>
                  <a:pt x="279749" y="207484"/>
                </a:lnTo>
                <a:lnTo>
                  <a:pt x="280330" y="208302"/>
                </a:lnTo>
                <a:lnTo>
                  <a:pt x="280876" y="209118"/>
                </a:lnTo>
                <a:lnTo>
                  <a:pt x="281384" y="209934"/>
                </a:lnTo>
                <a:lnTo>
                  <a:pt x="281851" y="210749"/>
                </a:lnTo>
                <a:lnTo>
                  <a:pt x="282272" y="211561"/>
                </a:lnTo>
                <a:lnTo>
                  <a:pt x="282646" y="212372"/>
                </a:lnTo>
                <a:lnTo>
                  <a:pt x="282967" y="213180"/>
                </a:lnTo>
                <a:lnTo>
                  <a:pt x="283234" y="213986"/>
                </a:lnTo>
                <a:lnTo>
                  <a:pt x="283443" y="214789"/>
                </a:lnTo>
                <a:lnTo>
                  <a:pt x="283589" y="215588"/>
                </a:lnTo>
                <a:lnTo>
                  <a:pt x="283671" y="216384"/>
                </a:lnTo>
                <a:lnTo>
                  <a:pt x="283685" y="217176"/>
                </a:lnTo>
                <a:lnTo>
                  <a:pt x="283627" y="217963"/>
                </a:lnTo>
                <a:lnTo>
                  <a:pt x="283493" y="218746"/>
                </a:lnTo>
                <a:lnTo>
                  <a:pt x="283282" y="219523"/>
                </a:lnTo>
                <a:lnTo>
                  <a:pt x="282988" y="220296"/>
                </a:lnTo>
                <a:lnTo>
                  <a:pt x="282610" y="221062"/>
                </a:lnTo>
                <a:lnTo>
                  <a:pt x="282143" y="221823"/>
                </a:lnTo>
                <a:lnTo>
                  <a:pt x="281584" y="222577"/>
                </a:lnTo>
                <a:lnTo>
                  <a:pt x="280930" y="223325"/>
                </a:lnTo>
                <a:lnTo>
                  <a:pt x="280178" y="224065"/>
                </a:lnTo>
                <a:lnTo>
                  <a:pt x="279323" y="224799"/>
                </a:lnTo>
                <a:lnTo>
                  <a:pt x="278364" y="225524"/>
                </a:lnTo>
                <a:lnTo>
                  <a:pt x="277978" y="225909"/>
                </a:lnTo>
                <a:lnTo>
                  <a:pt x="277835" y="226007"/>
                </a:lnTo>
                <a:lnTo>
                  <a:pt x="277696" y="226109"/>
                </a:lnTo>
                <a:lnTo>
                  <a:pt x="277560" y="226215"/>
                </a:lnTo>
                <a:lnTo>
                  <a:pt x="277428" y="226324"/>
                </a:lnTo>
                <a:lnTo>
                  <a:pt x="277298" y="226437"/>
                </a:lnTo>
                <a:lnTo>
                  <a:pt x="277170" y="226553"/>
                </a:lnTo>
                <a:lnTo>
                  <a:pt x="277044" y="226671"/>
                </a:lnTo>
                <a:lnTo>
                  <a:pt x="276920" y="226793"/>
                </a:lnTo>
                <a:lnTo>
                  <a:pt x="276797" y="226917"/>
                </a:lnTo>
                <a:lnTo>
                  <a:pt x="276676" y="227044"/>
                </a:lnTo>
                <a:lnTo>
                  <a:pt x="276555" y="227173"/>
                </a:lnTo>
                <a:lnTo>
                  <a:pt x="276434" y="227304"/>
                </a:lnTo>
                <a:lnTo>
                  <a:pt x="276313" y="227437"/>
                </a:lnTo>
                <a:lnTo>
                  <a:pt x="276192" y="227573"/>
                </a:lnTo>
                <a:lnTo>
                  <a:pt x="276071" y="227709"/>
                </a:lnTo>
                <a:lnTo>
                  <a:pt x="275948" y="227848"/>
                </a:lnTo>
                <a:lnTo>
                  <a:pt x="275824" y="227987"/>
                </a:lnTo>
                <a:lnTo>
                  <a:pt x="275698" y="228128"/>
                </a:lnTo>
                <a:lnTo>
                  <a:pt x="275570" y="228270"/>
                </a:lnTo>
                <a:lnTo>
                  <a:pt x="275440" y="228412"/>
                </a:lnTo>
                <a:lnTo>
                  <a:pt x="275308" y="228556"/>
                </a:lnTo>
                <a:lnTo>
                  <a:pt x="275172" y="228700"/>
                </a:lnTo>
                <a:lnTo>
                  <a:pt x="275033" y="228844"/>
                </a:lnTo>
                <a:lnTo>
                  <a:pt x="274890" y="228988"/>
                </a:lnTo>
                <a:lnTo>
                  <a:pt x="274842" y="229128"/>
                </a:lnTo>
                <a:lnTo>
                  <a:pt x="274793" y="229261"/>
                </a:lnTo>
                <a:lnTo>
                  <a:pt x="274744" y="229386"/>
                </a:lnTo>
                <a:lnTo>
                  <a:pt x="274693" y="229503"/>
                </a:lnTo>
                <a:lnTo>
                  <a:pt x="274642" y="229613"/>
                </a:lnTo>
                <a:lnTo>
                  <a:pt x="274588" y="229716"/>
                </a:lnTo>
                <a:lnTo>
                  <a:pt x="274533" y="229811"/>
                </a:lnTo>
                <a:lnTo>
                  <a:pt x="274475" y="229900"/>
                </a:lnTo>
                <a:lnTo>
                  <a:pt x="274415" y="229982"/>
                </a:lnTo>
                <a:lnTo>
                  <a:pt x="274352" y="230058"/>
                </a:lnTo>
                <a:lnTo>
                  <a:pt x="274285" y="230127"/>
                </a:lnTo>
                <a:lnTo>
                  <a:pt x="274215" y="230191"/>
                </a:lnTo>
                <a:lnTo>
                  <a:pt x="274140" y="230248"/>
                </a:lnTo>
                <a:lnTo>
                  <a:pt x="274061" y="230299"/>
                </a:lnTo>
                <a:lnTo>
                  <a:pt x="273978" y="230345"/>
                </a:lnTo>
                <a:lnTo>
                  <a:pt x="273889" y="230385"/>
                </a:lnTo>
                <a:lnTo>
                  <a:pt x="273795" y="230420"/>
                </a:lnTo>
                <a:lnTo>
                  <a:pt x="273696" y="230449"/>
                </a:lnTo>
                <a:lnTo>
                  <a:pt x="273590" y="230474"/>
                </a:lnTo>
                <a:lnTo>
                  <a:pt x="273478" y="230493"/>
                </a:lnTo>
                <a:lnTo>
                  <a:pt x="273360" y="230509"/>
                </a:lnTo>
                <a:lnTo>
                  <a:pt x="273234" y="230519"/>
                </a:lnTo>
                <a:lnTo>
                  <a:pt x="273101" y="230525"/>
                </a:lnTo>
                <a:lnTo>
                  <a:pt x="272960" y="230527"/>
                </a:lnTo>
                <a:lnTo>
                  <a:pt x="272431" y="231201"/>
                </a:lnTo>
                <a:lnTo>
                  <a:pt x="271906" y="231875"/>
                </a:lnTo>
                <a:lnTo>
                  <a:pt x="271383" y="232550"/>
                </a:lnTo>
                <a:lnTo>
                  <a:pt x="270862" y="233227"/>
                </a:lnTo>
                <a:lnTo>
                  <a:pt x="270343" y="233905"/>
                </a:lnTo>
                <a:lnTo>
                  <a:pt x="269824" y="234586"/>
                </a:lnTo>
                <a:lnTo>
                  <a:pt x="269305" y="235270"/>
                </a:lnTo>
                <a:lnTo>
                  <a:pt x="268786" y="235958"/>
                </a:lnTo>
                <a:lnTo>
                  <a:pt x="268265" y="236650"/>
                </a:lnTo>
                <a:lnTo>
                  <a:pt x="267742" y="237346"/>
                </a:lnTo>
                <a:lnTo>
                  <a:pt x="267217" y="238047"/>
                </a:lnTo>
                <a:lnTo>
                  <a:pt x="266688" y="238754"/>
                </a:lnTo>
                <a:lnTo>
                  <a:pt x="266155" y="239466"/>
                </a:lnTo>
                <a:lnTo>
                  <a:pt x="265617" y="240185"/>
                </a:lnTo>
                <a:lnTo>
                  <a:pt x="265074" y="240912"/>
                </a:lnTo>
                <a:lnTo>
                  <a:pt x="264525" y="241645"/>
                </a:lnTo>
                <a:lnTo>
                  <a:pt x="263970" y="242387"/>
                </a:lnTo>
                <a:lnTo>
                  <a:pt x="263407" y="243137"/>
                </a:lnTo>
                <a:lnTo>
                  <a:pt x="262836" y="243897"/>
                </a:lnTo>
                <a:lnTo>
                  <a:pt x="262256" y="244665"/>
                </a:lnTo>
                <a:lnTo>
                  <a:pt x="261667" y="245444"/>
                </a:lnTo>
                <a:lnTo>
                  <a:pt x="261068" y="246234"/>
                </a:lnTo>
                <a:lnTo>
                  <a:pt x="260458" y="247034"/>
                </a:lnTo>
                <a:lnTo>
                  <a:pt x="259836" y="247846"/>
                </a:lnTo>
                <a:lnTo>
                  <a:pt x="258927" y="246715"/>
                </a:lnTo>
                <a:lnTo>
                  <a:pt x="258125" y="245630"/>
                </a:lnTo>
                <a:lnTo>
                  <a:pt x="257427" y="244590"/>
                </a:lnTo>
                <a:lnTo>
                  <a:pt x="256827" y="243593"/>
                </a:lnTo>
                <a:lnTo>
                  <a:pt x="256321" y="242636"/>
                </a:lnTo>
                <a:lnTo>
                  <a:pt x="255904" y="241718"/>
                </a:lnTo>
                <a:lnTo>
                  <a:pt x="255571" y="240837"/>
                </a:lnTo>
                <a:lnTo>
                  <a:pt x="255319" y="239992"/>
                </a:lnTo>
                <a:lnTo>
                  <a:pt x="255141" y="239180"/>
                </a:lnTo>
                <a:lnTo>
                  <a:pt x="255034" y="238399"/>
                </a:lnTo>
                <a:lnTo>
                  <a:pt x="254992" y="237648"/>
                </a:lnTo>
                <a:lnTo>
                  <a:pt x="255011" y="236926"/>
                </a:lnTo>
                <a:lnTo>
                  <a:pt x="255087" y="236229"/>
                </a:lnTo>
                <a:lnTo>
                  <a:pt x="255214" y="235556"/>
                </a:lnTo>
                <a:lnTo>
                  <a:pt x="255388" y="234906"/>
                </a:lnTo>
                <a:lnTo>
                  <a:pt x="255605" y="234276"/>
                </a:lnTo>
                <a:lnTo>
                  <a:pt x="255859" y="233665"/>
                </a:lnTo>
                <a:lnTo>
                  <a:pt x="256145" y="233071"/>
                </a:lnTo>
                <a:lnTo>
                  <a:pt x="256460" y="232492"/>
                </a:lnTo>
                <a:lnTo>
                  <a:pt x="256798" y="231926"/>
                </a:lnTo>
                <a:lnTo>
                  <a:pt x="257155" y="231371"/>
                </a:lnTo>
                <a:lnTo>
                  <a:pt x="257527" y="230826"/>
                </a:lnTo>
                <a:lnTo>
                  <a:pt x="257907" y="230289"/>
                </a:lnTo>
                <a:lnTo>
                  <a:pt x="258292" y="229758"/>
                </a:lnTo>
                <a:lnTo>
                  <a:pt x="258302" y="229227"/>
                </a:lnTo>
                <a:lnTo>
                  <a:pt x="258328" y="228693"/>
                </a:lnTo>
                <a:lnTo>
                  <a:pt x="258366" y="228157"/>
                </a:lnTo>
                <a:lnTo>
                  <a:pt x="258414" y="227620"/>
                </a:lnTo>
                <a:lnTo>
                  <a:pt x="258467" y="227083"/>
                </a:lnTo>
                <a:lnTo>
                  <a:pt x="258522" y="226547"/>
                </a:lnTo>
                <a:lnTo>
                  <a:pt x="258574" y="226012"/>
                </a:lnTo>
                <a:lnTo>
                  <a:pt x="258621" y="225481"/>
                </a:lnTo>
                <a:lnTo>
                  <a:pt x="258659" y="224954"/>
                </a:lnTo>
                <a:lnTo>
                  <a:pt x="258683" y="224432"/>
                </a:lnTo>
                <a:lnTo>
                  <a:pt x="258691" y="223917"/>
                </a:lnTo>
                <a:lnTo>
                  <a:pt x="258678" y="223408"/>
                </a:lnTo>
                <a:lnTo>
                  <a:pt x="258642" y="222907"/>
                </a:lnTo>
                <a:lnTo>
                  <a:pt x="258577" y="222415"/>
                </a:lnTo>
                <a:lnTo>
                  <a:pt x="258481" y="221933"/>
                </a:lnTo>
                <a:lnTo>
                  <a:pt x="258350" y="221462"/>
                </a:lnTo>
                <a:lnTo>
                  <a:pt x="258179" y="221003"/>
                </a:lnTo>
                <a:lnTo>
                  <a:pt x="257967" y="220557"/>
                </a:lnTo>
                <a:lnTo>
                  <a:pt x="257708" y="220125"/>
                </a:lnTo>
                <a:lnTo>
                  <a:pt x="257399" y="219709"/>
                </a:lnTo>
                <a:lnTo>
                  <a:pt x="257036" y="219308"/>
                </a:lnTo>
                <a:lnTo>
                  <a:pt x="256617" y="218924"/>
                </a:lnTo>
                <a:lnTo>
                  <a:pt x="256136" y="218559"/>
                </a:lnTo>
                <a:lnTo>
                  <a:pt x="255590" y="218212"/>
                </a:lnTo>
                <a:lnTo>
                  <a:pt x="255253" y="218022"/>
                </a:lnTo>
                <a:lnTo>
                  <a:pt x="254915" y="217835"/>
                </a:lnTo>
                <a:lnTo>
                  <a:pt x="254577" y="217651"/>
                </a:lnTo>
                <a:lnTo>
                  <a:pt x="254239" y="217471"/>
                </a:lnTo>
                <a:lnTo>
                  <a:pt x="253902" y="217293"/>
                </a:lnTo>
                <a:lnTo>
                  <a:pt x="253564" y="217118"/>
                </a:lnTo>
                <a:lnTo>
                  <a:pt x="253226" y="216944"/>
                </a:lnTo>
                <a:lnTo>
                  <a:pt x="252888" y="216772"/>
                </a:lnTo>
                <a:lnTo>
                  <a:pt x="252551" y="216602"/>
                </a:lnTo>
                <a:lnTo>
                  <a:pt x="252213" y="216433"/>
                </a:lnTo>
                <a:lnTo>
                  <a:pt x="251875" y="216264"/>
                </a:lnTo>
                <a:lnTo>
                  <a:pt x="251537" y="216095"/>
                </a:lnTo>
                <a:lnTo>
                  <a:pt x="251200" y="215927"/>
                </a:lnTo>
                <a:lnTo>
                  <a:pt x="250862" y="215758"/>
                </a:lnTo>
                <a:lnTo>
                  <a:pt x="250524" y="215589"/>
                </a:lnTo>
                <a:lnTo>
                  <a:pt x="250186" y="215418"/>
                </a:lnTo>
                <a:lnTo>
                  <a:pt x="249849" y="215246"/>
                </a:lnTo>
                <a:lnTo>
                  <a:pt x="249511" y="215073"/>
                </a:lnTo>
                <a:lnTo>
                  <a:pt x="249173" y="214898"/>
                </a:lnTo>
                <a:lnTo>
                  <a:pt x="248835" y="214720"/>
                </a:lnTo>
                <a:lnTo>
                  <a:pt x="248498" y="214539"/>
                </a:lnTo>
                <a:lnTo>
                  <a:pt x="248160" y="214356"/>
                </a:lnTo>
                <a:lnTo>
                  <a:pt x="247822" y="214169"/>
                </a:lnTo>
                <a:lnTo>
                  <a:pt x="247485" y="213979"/>
                </a:lnTo>
                <a:lnTo>
                  <a:pt x="246126" y="214670"/>
                </a:lnTo>
                <a:lnTo>
                  <a:pt x="244940" y="215394"/>
                </a:lnTo>
                <a:lnTo>
                  <a:pt x="243919" y="216149"/>
                </a:lnTo>
                <a:lnTo>
                  <a:pt x="243053" y="216933"/>
                </a:lnTo>
                <a:lnTo>
                  <a:pt x="242334" y="217741"/>
                </a:lnTo>
                <a:lnTo>
                  <a:pt x="241755" y="218573"/>
                </a:lnTo>
                <a:lnTo>
                  <a:pt x="241306" y="219424"/>
                </a:lnTo>
                <a:lnTo>
                  <a:pt x="240980" y="220293"/>
                </a:lnTo>
                <a:lnTo>
                  <a:pt x="240767" y="221177"/>
                </a:lnTo>
                <a:lnTo>
                  <a:pt x="240660" y="222072"/>
                </a:lnTo>
                <a:lnTo>
                  <a:pt x="240651" y="222977"/>
                </a:lnTo>
                <a:lnTo>
                  <a:pt x="240730" y="223889"/>
                </a:lnTo>
                <a:lnTo>
                  <a:pt x="240889" y="224804"/>
                </a:lnTo>
                <a:lnTo>
                  <a:pt x="241121" y="225721"/>
                </a:lnTo>
                <a:lnTo>
                  <a:pt x="241416" y="226637"/>
                </a:lnTo>
                <a:lnTo>
                  <a:pt x="241766" y="227548"/>
                </a:lnTo>
                <a:lnTo>
                  <a:pt x="242163" y="228453"/>
                </a:lnTo>
                <a:lnTo>
                  <a:pt x="242599" y="229349"/>
                </a:lnTo>
                <a:lnTo>
                  <a:pt x="243065" y="230232"/>
                </a:lnTo>
                <a:lnTo>
                  <a:pt x="243553" y="231101"/>
                </a:lnTo>
                <a:lnTo>
                  <a:pt x="244054" y="231952"/>
                </a:lnTo>
                <a:lnTo>
                  <a:pt x="244561" y="232784"/>
                </a:lnTo>
                <a:lnTo>
                  <a:pt x="245063" y="233593"/>
                </a:lnTo>
                <a:lnTo>
                  <a:pt x="245555" y="234376"/>
                </a:lnTo>
                <a:lnTo>
                  <a:pt x="246456" y="235878"/>
                </a:lnTo>
                <a:lnTo>
                  <a:pt x="247230" y="237306"/>
                </a:lnTo>
                <a:lnTo>
                  <a:pt x="247880" y="238664"/>
                </a:lnTo>
                <a:lnTo>
                  <a:pt x="248408" y="239954"/>
                </a:lnTo>
                <a:lnTo>
                  <a:pt x="248817" y="241180"/>
                </a:lnTo>
                <a:lnTo>
                  <a:pt x="249107" y="242344"/>
                </a:lnTo>
                <a:lnTo>
                  <a:pt x="249282" y="243448"/>
                </a:lnTo>
                <a:lnTo>
                  <a:pt x="249343" y="244496"/>
                </a:lnTo>
                <a:lnTo>
                  <a:pt x="249293" y="245491"/>
                </a:lnTo>
                <a:lnTo>
                  <a:pt x="249134" y="246435"/>
                </a:lnTo>
                <a:lnTo>
                  <a:pt x="248868" y="247331"/>
                </a:lnTo>
                <a:lnTo>
                  <a:pt x="248498" y="248182"/>
                </a:lnTo>
                <a:lnTo>
                  <a:pt x="248025" y="248992"/>
                </a:lnTo>
                <a:lnTo>
                  <a:pt x="247451" y="249762"/>
                </a:lnTo>
                <a:lnTo>
                  <a:pt x="246780" y="250495"/>
                </a:lnTo>
                <a:lnTo>
                  <a:pt x="246012" y="251195"/>
                </a:lnTo>
                <a:lnTo>
                  <a:pt x="245151" y="251865"/>
                </a:lnTo>
                <a:lnTo>
                  <a:pt x="244198" y="252506"/>
                </a:lnTo>
                <a:lnTo>
                  <a:pt x="243155" y="253122"/>
                </a:lnTo>
                <a:lnTo>
                  <a:pt x="242025" y="253717"/>
                </a:lnTo>
                <a:lnTo>
                  <a:pt x="240810" y="254291"/>
                </a:lnTo>
                <a:lnTo>
                  <a:pt x="239512" y="254850"/>
                </a:lnTo>
                <a:lnTo>
                  <a:pt x="238134" y="255394"/>
                </a:lnTo>
                <a:lnTo>
                  <a:pt x="236677" y="255928"/>
                </a:lnTo>
                <a:lnTo>
                  <a:pt x="235420" y="256405"/>
                </a:lnTo>
                <a:lnTo>
                  <a:pt x="234160" y="256873"/>
                </a:lnTo>
                <a:lnTo>
                  <a:pt x="232895" y="257333"/>
                </a:lnTo>
                <a:lnTo>
                  <a:pt x="231627" y="257784"/>
                </a:lnTo>
                <a:lnTo>
                  <a:pt x="230354" y="258226"/>
                </a:lnTo>
                <a:lnTo>
                  <a:pt x="229077" y="258658"/>
                </a:lnTo>
                <a:lnTo>
                  <a:pt x="227797" y="259080"/>
                </a:lnTo>
                <a:lnTo>
                  <a:pt x="226512" y="259491"/>
                </a:lnTo>
                <a:lnTo>
                  <a:pt x="225224" y="259892"/>
                </a:lnTo>
                <a:lnTo>
                  <a:pt x="223931" y="260282"/>
                </a:lnTo>
                <a:lnTo>
                  <a:pt x="222634" y="260660"/>
                </a:lnTo>
                <a:lnTo>
                  <a:pt x="221333" y="261027"/>
                </a:lnTo>
                <a:lnTo>
                  <a:pt x="220029" y="261382"/>
                </a:lnTo>
                <a:lnTo>
                  <a:pt x="218720" y="261724"/>
                </a:lnTo>
                <a:lnTo>
                  <a:pt x="217407" y="262054"/>
                </a:lnTo>
                <a:lnTo>
                  <a:pt x="216090" y="262370"/>
                </a:lnTo>
                <a:lnTo>
                  <a:pt x="214770" y="262674"/>
                </a:lnTo>
                <a:lnTo>
                  <a:pt x="213445" y="262963"/>
                </a:lnTo>
                <a:lnTo>
                  <a:pt x="212116" y="263239"/>
                </a:lnTo>
                <a:lnTo>
                  <a:pt x="210783" y="263500"/>
                </a:lnTo>
                <a:lnTo>
                  <a:pt x="209446" y="263747"/>
                </a:lnTo>
                <a:lnTo>
                  <a:pt x="208105" y="263978"/>
                </a:lnTo>
                <a:lnTo>
                  <a:pt x="206760" y="264194"/>
                </a:lnTo>
                <a:lnTo>
                  <a:pt x="205411" y="264394"/>
                </a:lnTo>
                <a:lnTo>
                  <a:pt x="205076" y="264445"/>
                </a:lnTo>
                <a:lnTo>
                  <a:pt x="204744" y="264498"/>
                </a:lnTo>
                <a:lnTo>
                  <a:pt x="204415" y="264555"/>
                </a:lnTo>
                <a:lnTo>
                  <a:pt x="204091" y="264615"/>
                </a:lnTo>
                <a:lnTo>
                  <a:pt x="203769" y="264678"/>
                </a:lnTo>
                <a:lnTo>
                  <a:pt x="203451" y="264743"/>
                </a:lnTo>
                <a:lnTo>
                  <a:pt x="203136" y="264810"/>
                </a:lnTo>
                <a:lnTo>
                  <a:pt x="202824" y="264879"/>
                </a:lnTo>
                <a:lnTo>
                  <a:pt x="202514" y="264949"/>
                </a:lnTo>
                <a:lnTo>
                  <a:pt x="202207" y="265020"/>
                </a:lnTo>
                <a:lnTo>
                  <a:pt x="201902" y="265092"/>
                </a:lnTo>
                <a:lnTo>
                  <a:pt x="201600" y="265164"/>
                </a:lnTo>
                <a:lnTo>
                  <a:pt x="201299" y="265236"/>
                </a:lnTo>
                <a:lnTo>
                  <a:pt x="201000" y="265308"/>
                </a:lnTo>
                <a:lnTo>
                  <a:pt x="200703" y="265379"/>
                </a:lnTo>
                <a:lnTo>
                  <a:pt x="200408" y="265449"/>
                </a:lnTo>
                <a:lnTo>
                  <a:pt x="200113" y="265518"/>
                </a:lnTo>
                <a:lnTo>
                  <a:pt x="199820" y="265585"/>
                </a:lnTo>
                <a:lnTo>
                  <a:pt x="199528" y="265650"/>
                </a:lnTo>
                <a:lnTo>
                  <a:pt x="199237" y="265713"/>
                </a:lnTo>
                <a:lnTo>
                  <a:pt x="198947" y="265773"/>
                </a:lnTo>
                <a:lnTo>
                  <a:pt x="198657" y="265830"/>
                </a:lnTo>
                <a:lnTo>
                  <a:pt x="198367" y="265884"/>
                </a:lnTo>
                <a:lnTo>
                  <a:pt x="198077" y="265934"/>
                </a:lnTo>
                <a:lnTo>
                  <a:pt x="189972" y="267088"/>
                </a:lnTo>
                <a:lnTo>
                  <a:pt x="189636" y="267090"/>
                </a:lnTo>
                <a:lnTo>
                  <a:pt x="189304" y="267096"/>
                </a:lnTo>
                <a:lnTo>
                  <a:pt x="188975" y="267105"/>
                </a:lnTo>
                <a:lnTo>
                  <a:pt x="188649" y="267117"/>
                </a:lnTo>
                <a:lnTo>
                  <a:pt x="188326" y="267132"/>
                </a:lnTo>
                <a:lnTo>
                  <a:pt x="188005" y="267149"/>
                </a:lnTo>
                <a:lnTo>
                  <a:pt x="187687" y="267168"/>
                </a:lnTo>
                <a:lnTo>
                  <a:pt x="187370" y="267188"/>
                </a:lnTo>
                <a:lnTo>
                  <a:pt x="187054" y="267210"/>
                </a:lnTo>
                <a:lnTo>
                  <a:pt x="186739" y="267233"/>
                </a:lnTo>
                <a:lnTo>
                  <a:pt x="186425" y="267257"/>
                </a:lnTo>
                <a:lnTo>
                  <a:pt x="186112" y="267281"/>
                </a:lnTo>
                <a:lnTo>
                  <a:pt x="185798" y="267305"/>
                </a:lnTo>
                <a:lnTo>
                  <a:pt x="185484" y="267329"/>
                </a:lnTo>
                <a:lnTo>
                  <a:pt x="185169" y="267352"/>
                </a:lnTo>
                <a:lnTo>
                  <a:pt x="184854" y="267374"/>
                </a:lnTo>
                <a:lnTo>
                  <a:pt x="184537" y="267394"/>
                </a:lnTo>
                <a:lnTo>
                  <a:pt x="184218" y="267413"/>
                </a:lnTo>
                <a:lnTo>
                  <a:pt x="183897" y="267430"/>
                </a:lnTo>
                <a:lnTo>
                  <a:pt x="183574" y="267445"/>
                </a:lnTo>
                <a:lnTo>
                  <a:pt x="183248" y="267457"/>
                </a:lnTo>
                <a:lnTo>
                  <a:pt x="182920" y="267466"/>
                </a:lnTo>
                <a:lnTo>
                  <a:pt x="182587" y="267471"/>
                </a:lnTo>
                <a:lnTo>
                  <a:pt x="182252" y="267473"/>
                </a:lnTo>
                <a:lnTo>
                  <a:pt x="180901" y="267604"/>
                </a:lnTo>
                <a:lnTo>
                  <a:pt x="179550" y="267706"/>
                </a:lnTo>
                <a:lnTo>
                  <a:pt x="178200" y="267781"/>
                </a:lnTo>
                <a:lnTo>
                  <a:pt x="176851" y="267828"/>
                </a:lnTo>
                <a:lnTo>
                  <a:pt x="175504" y="267848"/>
                </a:lnTo>
                <a:lnTo>
                  <a:pt x="174158" y="267840"/>
                </a:lnTo>
                <a:lnTo>
                  <a:pt x="172814" y="267806"/>
                </a:lnTo>
                <a:lnTo>
                  <a:pt x="171472" y="267744"/>
                </a:lnTo>
                <a:lnTo>
                  <a:pt x="170134" y="267656"/>
                </a:lnTo>
                <a:lnTo>
                  <a:pt x="168798" y="267541"/>
                </a:lnTo>
                <a:lnTo>
                  <a:pt x="167465" y="267400"/>
                </a:lnTo>
                <a:lnTo>
                  <a:pt x="166136" y="267233"/>
                </a:lnTo>
                <a:lnTo>
                  <a:pt x="164812" y="267039"/>
                </a:lnTo>
                <a:lnTo>
                  <a:pt x="163491" y="266820"/>
                </a:lnTo>
                <a:lnTo>
                  <a:pt x="162176" y="266575"/>
                </a:lnTo>
                <a:lnTo>
                  <a:pt x="160865" y="266304"/>
                </a:lnTo>
                <a:lnTo>
                  <a:pt x="159559" y="266009"/>
                </a:lnTo>
                <a:lnTo>
                  <a:pt x="158260" y="265687"/>
                </a:lnTo>
                <a:lnTo>
                  <a:pt x="156966" y="265341"/>
                </a:lnTo>
                <a:lnTo>
                  <a:pt x="155679" y="264970"/>
                </a:lnTo>
                <a:lnTo>
                  <a:pt x="154398" y="264574"/>
                </a:lnTo>
                <a:lnTo>
                  <a:pt x="153125" y="264154"/>
                </a:lnTo>
                <a:lnTo>
                  <a:pt x="151859" y="263709"/>
                </a:lnTo>
                <a:lnTo>
                  <a:pt x="150600" y="263240"/>
                </a:lnTo>
                <a:lnTo>
                  <a:pt x="150021" y="263190"/>
                </a:lnTo>
                <a:lnTo>
                  <a:pt x="149443" y="263133"/>
                </a:lnTo>
                <a:lnTo>
                  <a:pt x="148867" y="263070"/>
                </a:lnTo>
                <a:lnTo>
                  <a:pt x="148293" y="262998"/>
                </a:lnTo>
                <a:lnTo>
                  <a:pt x="147723" y="262914"/>
                </a:lnTo>
                <a:lnTo>
                  <a:pt x="147156" y="262819"/>
                </a:lnTo>
                <a:lnTo>
                  <a:pt x="146595" y="262709"/>
                </a:lnTo>
                <a:lnTo>
                  <a:pt x="146040" y="262584"/>
                </a:lnTo>
                <a:lnTo>
                  <a:pt x="145491" y="262442"/>
                </a:lnTo>
                <a:lnTo>
                  <a:pt x="144950" y="262280"/>
                </a:lnTo>
                <a:lnTo>
                  <a:pt x="144417" y="262098"/>
                </a:lnTo>
                <a:lnTo>
                  <a:pt x="143894" y="261893"/>
                </a:lnTo>
                <a:lnTo>
                  <a:pt x="143380" y="261664"/>
                </a:lnTo>
                <a:lnTo>
                  <a:pt x="142877" y="261410"/>
                </a:lnTo>
                <a:lnTo>
                  <a:pt x="142387" y="261128"/>
                </a:lnTo>
                <a:lnTo>
                  <a:pt x="141908" y="260817"/>
                </a:lnTo>
                <a:lnTo>
                  <a:pt x="141443" y="260475"/>
                </a:lnTo>
                <a:lnTo>
                  <a:pt x="140993" y="260101"/>
                </a:lnTo>
                <a:lnTo>
                  <a:pt x="140557" y="259693"/>
                </a:lnTo>
                <a:lnTo>
                  <a:pt x="140137" y="259249"/>
                </a:lnTo>
                <a:lnTo>
                  <a:pt x="139734" y="258767"/>
                </a:lnTo>
                <a:lnTo>
                  <a:pt x="139349" y="258247"/>
                </a:lnTo>
                <a:lnTo>
                  <a:pt x="138982" y="257686"/>
                </a:lnTo>
                <a:lnTo>
                  <a:pt x="138634" y="257082"/>
                </a:lnTo>
                <a:lnTo>
                  <a:pt x="138634" y="253234"/>
                </a:lnTo>
                <a:lnTo>
                  <a:pt x="138546" y="252273"/>
                </a:lnTo>
                <a:lnTo>
                  <a:pt x="138561" y="251317"/>
                </a:lnTo>
                <a:lnTo>
                  <a:pt x="138668" y="250363"/>
                </a:lnTo>
                <a:lnTo>
                  <a:pt x="138854" y="249412"/>
                </a:lnTo>
                <a:lnTo>
                  <a:pt x="139106" y="248463"/>
                </a:lnTo>
                <a:lnTo>
                  <a:pt x="139412" y="247515"/>
                </a:lnTo>
                <a:lnTo>
                  <a:pt x="139760" y="246568"/>
                </a:lnTo>
                <a:lnTo>
                  <a:pt x="140136" y="245622"/>
                </a:lnTo>
                <a:lnTo>
                  <a:pt x="140527" y="244676"/>
                </a:lnTo>
                <a:lnTo>
                  <a:pt x="140923" y="243729"/>
                </a:lnTo>
                <a:lnTo>
                  <a:pt x="141309" y="242782"/>
                </a:lnTo>
                <a:lnTo>
                  <a:pt x="141674" y="241832"/>
                </a:lnTo>
                <a:lnTo>
                  <a:pt x="142005" y="240881"/>
                </a:lnTo>
                <a:lnTo>
                  <a:pt x="142289" y="239928"/>
                </a:lnTo>
                <a:lnTo>
                  <a:pt x="142513" y="238971"/>
                </a:lnTo>
                <a:lnTo>
                  <a:pt x="142666" y="238011"/>
                </a:lnTo>
                <a:lnTo>
                  <a:pt x="142734" y="237046"/>
                </a:lnTo>
                <a:lnTo>
                  <a:pt x="142705" y="236078"/>
                </a:lnTo>
                <a:lnTo>
                  <a:pt x="142567" y="235104"/>
                </a:lnTo>
                <a:lnTo>
                  <a:pt x="142307" y="234125"/>
                </a:lnTo>
                <a:lnTo>
                  <a:pt x="141912" y="233139"/>
                </a:lnTo>
                <a:lnTo>
                  <a:pt x="141369" y="232148"/>
                </a:lnTo>
                <a:lnTo>
                  <a:pt x="140667" y="231149"/>
                </a:lnTo>
                <a:lnTo>
                  <a:pt x="139792" y="230142"/>
                </a:lnTo>
                <a:lnTo>
                  <a:pt x="139264" y="230141"/>
                </a:lnTo>
                <a:lnTo>
                  <a:pt x="138739" y="230135"/>
                </a:lnTo>
                <a:lnTo>
                  <a:pt x="138218" y="230126"/>
                </a:lnTo>
                <a:lnTo>
                  <a:pt x="137700" y="230114"/>
                </a:lnTo>
                <a:lnTo>
                  <a:pt x="137186" y="230099"/>
                </a:lnTo>
                <a:lnTo>
                  <a:pt x="136674" y="230082"/>
                </a:lnTo>
                <a:lnTo>
                  <a:pt x="136166" y="230063"/>
                </a:lnTo>
                <a:lnTo>
                  <a:pt x="135661" y="230043"/>
                </a:lnTo>
                <a:lnTo>
                  <a:pt x="135158" y="230021"/>
                </a:lnTo>
                <a:lnTo>
                  <a:pt x="134658" y="229998"/>
                </a:lnTo>
                <a:lnTo>
                  <a:pt x="134160" y="229974"/>
                </a:lnTo>
                <a:lnTo>
                  <a:pt x="133665" y="229950"/>
                </a:lnTo>
                <a:lnTo>
                  <a:pt x="133171" y="229926"/>
                </a:lnTo>
                <a:lnTo>
                  <a:pt x="132679" y="229902"/>
                </a:lnTo>
                <a:lnTo>
                  <a:pt x="132189" y="229879"/>
                </a:lnTo>
                <a:lnTo>
                  <a:pt x="131701" y="229857"/>
                </a:lnTo>
                <a:lnTo>
                  <a:pt x="131214" y="229837"/>
                </a:lnTo>
                <a:lnTo>
                  <a:pt x="130728" y="229818"/>
                </a:lnTo>
                <a:lnTo>
                  <a:pt x="130243" y="229801"/>
                </a:lnTo>
                <a:lnTo>
                  <a:pt x="129758" y="229786"/>
                </a:lnTo>
                <a:lnTo>
                  <a:pt x="129275" y="229774"/>
                </a:lnTo>
                <a:lnTo>
                  <a:pt x="128792" y="229765"/>
                </a:lnTo>
                <a:lnTo>
                  <a:pt x="128309" y="229760"/>
                </a:lnTo>
                <a:lnTo>
                  <a:pt x="127827" y="229758"/>
                </a:lnTo>
                <a:lnTo>
                  <a:pt x="126917" y="230722"/>
                </a:lnTo>
                <a:lnTo>
                  <a:pt x="126204" y="231690"/>
                </a:lnTo>
                <a:lnTo>
                  <a:pt x="125671" y="232662"/>
                </a:lnTo>
                <a:lnTo>
                  <a:pt x="125300" y="233638"/>
                </a:lnTo>
                <a:lnTo>
                  <a:pt x="125075" y="234618"/>
                </a:lnTo>
                <a:lnTo>
                  <a:pt x="124980" y="235603"/>
                </a:lnTo>
                <a:lnTo>
                  <a:pt x="124997" y="236591"/>
                </a:lnTo>
                <a:lnTo>
                  <a:pt x="125110" y="237583"/>
                </a:lnTo>
                <a:lnTo>
                  <a:pt x="125303" y="238579"/>
                </a:lnTo>
                <a:lnTo>
                  <a:pt x="125557" y="239579"/>
                </a:lnTo>
                <a:lnTo>
                  <a:pt x="125857" y="240584"/>
                </a:lnTo>
                <a:lnTo>
                  <a:pt x="126186" y="241592"/>
                </a:lnTo>
                <a:lnTo>
                  <a:pt x="126527" y="242604"/>
                </a:lnTo>
                <a:lnTo>
                  <a:pt x="126863" y="243620"/>
                </a:lnTo>
                <a:lnTo>
                  <a:pt x="127178" y="244641"/>
                </a:lnTo>
                <a:lnTo>
                  <a:pt x="127455" y="245665"/>
                </a:lnTo>
                <a:lnTo>
                  <a:pt x="127677" y="246693"/>
                </a:lnTo>
                <a:lnTo>
                  <a:pt x="127827" y="247725"/>
                </a:lnTo>
                <a:lnTo>
                  <a:pt x="127888" y="248762"/>
                </a:lnTo>
                <a:lnTo>
                  <a:pt x="127845" y="249802"/>
                </a:lnTo>
                <a:lnTo>
                  <a:pt x="127679" y="250846"/>
                </a:lnTo>
                <a:lnTo>
                  <a:pt x="127375" y="251895"/>
                </a:lnTo>
                <a:lnTo>
                  <a:pt x="126915" y="252947"/>
                </a:lnTo>
                <a:lnTo>
                  <a:pt x="126283" y="254003"/>
                </a:lnTo>
                <a:lnTo>
                  <a:pt x="125135" y="253789"/>
                </a:lnTo>
                <a:lnTo>
                  <a:pt x="124005" y="253533"/>
                </a:lnTo>
                <a:lnTo>
                  <a:pt x="122894" y="253237"/>
                </a:lnTo>
                <a:lnTo>
                  <a:pt x="121799" y="252904"/>
                </a:lnTo>
                <a:lnTo>
                  <a:pt x="120720" y="252535"/>
                </a:lnTo>
                <a:lnTo>
                  <a:pt x="119654" y="252133"/>
                </a:lnTo>
                <a:lnTo>
                  <a:pt x="118602" y="251700"/>
                </a:lnTo>
                <a:lnTo>
                  <a:pt x="117562" y="251238"/>
                </a:lnTo>
                <a:lnTo>
                  <a:pt x="116533" y="250749"/>
                </a:lnTo>
                <a:lnTo>
                  <a:pt x="115513" y="250236"/>
                </a:lnTo>
                <a:lnTo>
                  <a:pt x="114501" y="249700"/>
                </a:lnTo>
                <a:lnTo>
                  <a:pt x="113497" y="249145"/>
                </a:lnTo>
                <a:lnTo>
                  <a:pt x="112498" y="248571"/>
                </a:lnTo>
                <a:lnTo>
                  <a:pt x="111505" y="247981"/>
                </a:lnTo>
                <a:lnTo>
                  <a:pt x="110515" y="247377"/>
                </a:lnTo>
                <a:lnTo>
                  <a:pt x="109528" y="246762"/>
                </a:lnTo>
                <a:lnTo>
                  <a:pt x="108542" y="246138"/>
                </a:lnTo>
                <a:lnTo>
                  <a:pt x="107556" y="245507"/>
                </a:lnTo>
                <a:lnTo>
                  <a:pt x="106569" y="244870"/>
                </a:lnTo>
                <a:lnTo>
                  <a:pt x="105580" y="244231"/>
                </a:lnTo>
                <a:lnTo>
                  <a:pt x="104588" y="243591"/>
                </a:lnTo>
                <a:lnTo>
                  <a:pt x="103591" y="242952"/>
                </a:lnTo>
                <a:lnTo>
                  <a:pt x="102589" y="242317"/>
                </a:lnTo>
                <a:lnTo>
                  <a:pt x="101579" y="241688"/>
                </a:lnTo>
                <a:lnTo>
                  <a:pt x="100735" y="241153"/>
                </a:lnTo>
                <a:lnTo>
                  <a:pt x="99940" y="240605"/>
                </a:lnTo>
                <a:lnTo>
                  <a:pt x="99194" y="240043"/>
                </a:lnTo>
                <a:lnTo>
                  <a:pt x="98498" y="239468"/>
                </a:lnTo>
                <a:lnTo>
                  <a:pt x="97854" y="238878"/>
                </a:lnTo>
                <a:lnTo>
                  <a:pt x="97261" y="238273"/>
                </a:lnTo>
                <a:lnTo>
                  <a:pt x="96720" y="237651"/>
                </a:lnTo>
                <a:lnTo>
                  <a:pt x="96232" y="237013"/>
                </a:lnTo>
                <a:lnTo>
                  <a:pt x="95798" y="236357"/>
                </a:lnTo>
                <a:lnTo>
                  <a:pt x="95418" y="235684"/>
                </a:lnTo>
                <a:lnTo>
                  <a:pt x="95094" y="234991"/>
                </a:lnTo>
                <a:lnTo>
                  <a:pt x="94824" y="234280"/>
                </a:lnTo>
                <a:lnTo>
                  <a:pt x="94611" y="233548"/>
                </a:lnTo>
                <a:lnTo>
                  <a:pt x="94455" y="232795"/>
                </a:lnTo>
                <a:lnTo>
                  <a:pt x="94357" y="232022"/>
                </a:lnTo>
                <a:lnTo>
                  <a:pt x="94317" y="231226"/>
                </a:lnTo>
                <a:lnTo>
                  <a:pt x="94336" y="230407"/>
                </a:lnTo>
                <a:lnTo>
                  <a:pt x="94414" y="229565"/>
                </a:lnTo>
                <a:lnTo>
                  <a:pt x="94553" y="228699"/>
                </a:lnTo>
                <a:lnTo>
                  <a:pt x="94753" y="227808"/>
                </a:lnTo>
                <a:lnTo>
                  <a:pt x="95014" y="226892"/>
                </a:lnTo>
                <a:lnTo>
                  <a:pt x="95338" y="225950"/>
                </a:lnTo>
                <a:lnTo>
                  <a:pt x="95725" y="224981"/>
                </a:lnTo>
                <a:lnTo>
                  <a:pt x="96175" y="223985"/>
                </a:lnTo>
                <a:lnTo>
                  <a:pt x="96603" y="223115"/>
                </a:lnTo>
                <a:lnTo>
                  <a:pt x="97014" y="222239"/>
                </a:lnTo>
                <a:lnTo>
                  <a:pt x="97404" y="221357"/>
                </a:lnTo>
                <a:lnTo>
                  <a:pt x="97769" y="220471"/>
                </a:lnTo>
                <a:lnTo>
                  <a:pt x="98105" y="219583"/>
                </a:lnTo>
                <a:lnTo>
                  <a:pt x="98407" y="218693"/>
                </a:lnTo>
                <a:lnTo>
                  <a:pt x="98670" y="217803"/>
                </a:lnTo>
                <a:lnTo>
                  <a:pt x="98891" y="216915"/>
                </a:lnTo>
                <a:lnTo>
                  <a:pt x="99066" y="216029"/>
                </a:lnTo>
                <a:lnTo>
                  <a:pt x="99189" y="215147"/>
                </a:lnTo>
                <a:lnTo>
                  <a:pt x="99256" y="214271"/>
                </a:lnTo>
                <a:lnTo>
                  <a:pt x="99263" y="213401"/>
                </a:lnTo>
                <a:lnTo>
                  <a:pt x="99206" y="212540"/>
                </a:lnTo>
                <a:lnTo>
                  <a:pt x="99080" y="211687"/>
                </a:lnTo>
                <a:lnTo>
                  <a:pt x="98882" y="210846"/>
                </a:lnTo>
                <a:lnTo>
                  <a:pt x="98606" y="210016"/>
                </a:lnTo>
                <a:lnTo>
                  <a:pt x="98248" y="209200"/>
                </a:lnTo>
                <a:lnTo>
                  <a:pt x="97804" y="208398"/>
                </a:lnTo>
                <a:lnTo>
                  <a:pt x="97269" y="207613"/>
                </a:lnTo>
                <a:lnTo>
                  <a:pt x="96640" y="206845"/>
                </a:lnTo>
                <a:lnTo>
                  <a:pt x="95911" y="206095"/>
                </a:lnTo>
                <a:lnTo>
                  <a:pt x="95079" y="205366"/>
                </a:lnTo>
                <a:lnTo>
                  <a:pt x="94139" y="204658"/>
                </a:lnTo>
                <a:lnTo>
                  <a:pt x="93087" y="203972"/>
                </a:lnTo>
                <a:lnTo>
                  <a:pt x="92800" y="203974"/>
                </a:lnTo>
                <a:lnTo>
                  <a:pt x="92516" y="203980"/>
                </a:lnTo>
                <a:lnTo>
                  <a:pt x="92235" y="203989"/>
                </a:lnTo>
                <a:lnTo>
                  <a:pt x="91958" y="204001"/>
                </a:lnTo>
                <a:lnTo>
                  <a:pt x="91683" y="204016"/>
                </a:lnTo>
                <a:lnTo>
                  <a:pt x="91411" y="204033"/>
                </a:lnTo>
                <a:lnTo>
                  <a:pt x="91140" y="204052"/>
                </a:lnTo>
                <a:lnTo>
                  <a:pt x="90871" y="204072"/>
                </a:lnTo>
                <a:lnTo>
                  <a:pt x="90604" y="204094"/>
                </a:lnTo>
                <a:lnTo>
                  <a:pt x="90338" y="204117"/>
                </a:lnTo>
                <a:lnTo>
                  <a:pt x="90072" y="204141"/>
                </a:lnTo>
                <a:lnTo>
                  <a:pt x="89806" y="204165"/>
                </a:lnTo>
                <a:lnTo>
                  <a:pt x="89541" y="204189"/>
                </a:lnTo>
                <a:lnTo>
                  <a:pt x="89275" y="204213"/>
                </a:lnTo>
                <a:lnTo>
                  <a:pt x="89009" y="204236"/>
                </a:lnTo>
                <a:lnTo>
                  <a:pt x="88741" y="204258"/>
                </a:lnTo>
                <a:lnTo>
                  <a:pt x="88473" y="204278"/>
                </a:lnTo>
                <a:lnTo>
                  <a:pt x="88202" y="204297"/>
                </a:lnTo>
                <a:lnTo>
                  <a:pt x="87930" y="204314"/>
                </a:lnTo>
                <a:lnTo>
                  <a:pt x="87655" y="204329"/>
                </a:lnTo>
                <a:lnTo>
                  <a:pt x="87377" y="204341"/>
                </a:lnTo>
                <a:lnTo>
                  <a:pt x="87097" y="204350"/>
                </a:lnTo>
                <a:lnTo>
                  <a:pt x="86813" y="204355"/>
                </a:lnTo>
                <a:lnTo>
                  <a:pt x="86525" y="204357"/>
                </a:lnTo>
                <a:lnTo>
                  <a:pt x="85622" y="204904"/>
                </a:lnTo>
                <a:lnTo>
                  <a:pt x="84835" y="205485"/>
                </a:lnTo>
                <a:lnTo>
                  <a:pt x="84158" y="206098"/>
                </a:lnTo>
                <a:lnTo>
                  <a:pt x="83584" y="206741"/>
                </a:lnTo>
                <a:lnTo>
                  <a:pt x="83105" y="207412"/>
                </a:lnTo>
                <a:lnTo>
                  <a:pt x="82714" y="208110"/>
                </a:lnTo>
                <a:lnTo>
                  <a:pt x="82403" y="208831"/>
                </a:lnTo>
                <a:lnTo>
                  <a:pt x="82165" y="209574"/>
                </a:lnTo>
                <a:lnTo>
                  <a:pt x="81993" y="210338"/>
                </a:lnTo>
                <a:lnTo>
                  <a:pt x="81879" y="211119"/>
                </a:lnTo>
                <a:lnTo>
                  <a:pt x="81816" y="211916"/>
                </a:lnTo>
                <a:lnTo>
                  <a:pt x="81797" y="212728"/>
                </a:lnTo>
                <a:lnTo>
                  <a:pt x="81814" y="213551"/>
                </a:lnTo>
                <a:lnTo>
                  <a:pt x="81860" y="214385"/>
                </a:lnTo>
                <a:lnTo>
                  <a:pt x="81927" y="215226"/>
                </a:lnTo>
                <a:lnTo>
                  <a:pt x="82008" y="216074"/>
                </a:lnTo>
                <a:lnTo>
                  <a:pt x="82096" y="216925"/>
                </a:lnTo>
                <a:lnTo>
                  <a:pt x="82183" y="217779"/>
                </a:lnTo>
                <a:lnTo>
                  <a:pt x="82262" y="218633"/>
                </a:lnTo>
                <a:lnTo>
                  <a:pt x="82326" y="219484"/>
                </a:lnTo>
                <a:lnTo>
                  <a:pt x="82367" y="220332"/>
                </a:lnTo>
                <a:lnTo>
                  <a:pt x="82378" y="221173"/>
                </a:lnTo>
                <a:lnTo>
                  <a:pt x="82351" y="222007"/>
                </a:lnTo>
                <a:lnTo>
                  <a:pt x="82279" y="222830"/>
                </a:lnTo>
                <a:lnTo>
                  <a:pt x="79237" y="221329"/>
                </a:lnTo>
                <a:lnTo>
                  <a:pt x="76289" y="219624"/>
                </a:lnTo>
                <a:lnTo>
                  <a:pt x="73443" y="217728"/>
                </a:lnTo>
                <a:lnTo>
                  <a:pt x="70705" y="215653"/>
                </a:lnTo>
                <a:lnTo>
                  <a:pt x="68082" y="213413"/>
                </a:lnTo>
                <a:lnTo>
                  <a:pt x="65579" y="211020"/>
                </a:lnTo>
                <a:lnTo>
                  <a:pt x="63205" y="208487"/>
                </a:lnTo>
                <a:lnTo>
                  <a:pt x="60964" y="205825"/>
                </a:lnTo>
                <a:lnTo>
                  <a:pt x="58864" y="203049"/>
                </a:lnTo>
                <a:lnTo>
                  <a:pt x="56912" y="200171"/>
                </a:lnTo>
                <a:lnTo>
                  <a:pt x="55113" y="197203"/>
                </a:lnTo>
                <a:lnTo>
                  <a:pt x="53475" y="194159"/>
                </a:lnTo>
                <a:lnTo>
                  <a:pt x="52003" y="191050"/>
                </a:lnTo>
                <a:lnTo>
                  <a:pt x="50705" y="187890"/>
                </a:lnTo>
                <a:lnTo>
                  <a:pt x="49587" y="184691"/>
                </a:lnTo>
                <a:lnTo>
                  <a:pt x="48655" y="181466"/>
                </a:lnTo>
                <a:lnTo>
                  <a:pt x="47916" y="178227"/>
                </a:lnTo>
                <a:lnTo>
                  <a:pt x="47377" y="174988"/>
                </a:lnTo>
                <a:lnTo>
                  <a:pt x="47044" y="171761"/>
                </a:lnTo>
                <a:lnTo>
                  <a:pt x="46924" y="168559"/>
                </a:lnTo>
                <a:lnTo>
                  <a:pt x="47022" y="165394"/>
                </a:lnTo>
                <a:lnTo>
                  <a:pt x="47346" y="162279"/>
                </a:lnTo>
                <a:lnTo>
                  <a:pt x="47903" y="159227"/>
                </a:lnTo>
                <a:lnTo>
                  <a:pt x="48698" y="156251"/>
                </a:lnTo>
                <a:lnTo>
                  <a:pt x="48937" y="155439"/>
                </a:lnTo>
                <a:lnTo>
                  <a:pt x="49168" y="154638"/>
                </a:lnTo>
                <a:lnTo>
                  <a:pt x="49390" y="153849"/>
                </a:lnTo>
                <a:lnTo>
                  <a:pt x="49599" y="153070"/>
                </a:lnTo>
                <a:lnTo>
                  <a:pt x="49791" y="152301"/>
                </a:lnTo>
                <a:lnTo>
                  <a:pt x="49965" y="151542"/>
                </a:lnTo>
                <a:lnTo>
                  <a:pt x="50116" y="150792"/>
                </a:lnTo>
                <a:lnTo>
                  <a:pt x="50242" y="150050"/>
                </a:lnTo>
                <a:lnTo>
                  <a:pt x="50340" y="149316"/>
                </a:lnTo>
                <a:lnTo>
                  <a:pt x="50407" y="148590"/>
                </a:lnTo>
                <a:lnTo>
                  <a:pt x="50440" y="147871"/>
                </a:lnTo>
                <a:lnTo>
                  <a:pt x="50435" y="147158"/>
                </a:lnTo>
                <a:lnTo>
                  <a:pt x="50390" y="146452"/>
                </a:lnTo>
                <a:lnTo>
                  <a:pt x="50302" y="145751"/>
                </a:lnTo>
                <a:lnTo>
                  <a:pt x="50168" y="145054"/>
                </a:lnTo>
                <a:lnTo>
                  <a:pt x="49985" y="144363"/>
                </a:lnTo>
                <a:lnTo>
                  <a:pt x="49749" y="143675"/>
                </a:lnTo>
                <a:lnTo>
                  <a:pt x="49458" y="142991"/>
                </a:lnTo>
                <a:lnTo>
                  <a:pt x="49109" y="142310"/>
                </a:lnTo>
                <a:lnTo>
                  <a:pt x="48698" y="141631"/>
                </a:lnTo>
                <a:lnTo>
                  <a:pt x="48223" y="140955"/>
                </a:lnTo>
                <a:lnTo>
                  <a:pt x="47681" y="140280"/>
                </a:lnTo>
                <a:lnTo>
                  <a:pt x="47068" y="139606"/>
                </a:lnTo>
                <a:lnTo>
                  <a:pt x="46382" y="138932"/>
                </a:lnTo>
                <a:lnTo>
                  <a:pt x="46046" y="138886"/>
                </a:lnTo>
                <a:lnTo>
                  <a:pt x="45714" y="138844"/>
                </a:lnTo>
                <a:lnTo>
                  <a:pt x="45386" y="138804"/>
                </a:lnTo>
                <a:lnTo>
                  <a:pt x="45062" y="138768"/>
                </a:lnTo>
                <a:lnTo>
                  <a:pt x="44740" y="138735"/>
                </a:lnTo>
                <a:lnTo>
                  <a:pt x="44422" y="138704"/>
                </a:lnTo>
                <a:lnTo>
                  <a:pt x="44107" y="138675"/>
                </a:lnTo>
                <a:lnTo>
                  <a:pt x="43795" y="138647"/>
                </a:lnTo>
                <a:lnTo>
                  <a:pt x="43485" y="138621"/>
                </a:lnTo>
                <a:lnTo>
                  <a:pt x="43178" y="138596"/>
                </a:lnTo>
                <a:lnTo>
                  <a:pt x="42873" y="138571"/>
                </a:lnTo>
                <a:lnTo>
                  <a:pt x="42570" y="138547"/>
                </a:lnTo>
                <a:lnTo>
                  <a:pt x="42270" y="138523"/>
                </a:lnTo>
                <a:lnTo>
                  <a:pt x="41971" y="138499"/>
                </a:lnTo>
                <a:lnTo>
                  <a:pt x="41674" y="138474"/>
                </a:lnTo>
                <a:lnTo>
                  <a:pt x="41378" y="138448"/>
                </a:lnTo>
                <a:lnTo>
                  <a:pt x="41084" y="138420"/>
                </a:lnTo>
                <a:lnTo>
                  <a:pt x="40791" y="138391"/>
                </a:lnTo>
                <a:lnTo>
                  <a:pt x="40499" y="138360"/>
                </a:lnTo>
                <a:lnTo>
                  <a:pt x="40208" y="138326"/>
                </a:lnTo>
                <a:lnTo>
                  <a:pt x="39917" y="138290"/>
                </a:lnTo>
                <a:lnTo>
                  <a:pt x="39627" y="138251"/>
                </a:lnTo>
                <a:lnTo>
                  <a:pt x="39338" y="138209"/>
                </a:lnTo>
                <a:lnTo>
                  <a:pt x="39048" y="138162"/>
                </a:lnTo>
                <a:lnTo>
                  <a:pt x="37886" y="139005"/>
                </a:lnTo>
                <a:lnTo>
                  <a:pt x="36807" y="139709"/>
                </a:lnTo>
                <a:lnTo>
                  <a:pt x="35809" y="140280"/>
                </a:lnTo>
                <a:lnTo>
                  <a:pt x="34886" y="140723"/>
                </a:lnTo>
                <a:lnTo>
                  <a:pt x="34036" y="141043"/>
                </a:lnTo>
                <a:lnTo>
                  <a:pt x="33252" y="141247"/>
                </a:lnTo>
                <a:lnTo>
                  <a:pt x="32532" y="141340"/>
                </a:lnTo>
                <a:lnTo>
                  <a:pt x="31872" y="141327"/>
                </a:lnTo>
                <a:lnTo>
                  <a:pt x="31266" y="141213"/>
                </a:lnTo>
                <a:lnTo>
                  <a:pt x="30711" y="141005"/>
                </a:lnTo>
                <a:lnTo>
                  <a:pt x="30202" y="140708"/>
                </a:lnTo>
                <a:lnTo>
                  <a:pt x="29736" y="140327"/>
                </a:lnTo>
                <a:lnTo>
                  <a:pt x="29308" y="139868"/>
                </a:lnTo>
                <a:lnTo>
                  <a:pt x="28914" y="139336"/>
                </a:lnTo>
                <a:lnTo>
                  <a:pt x="28550" y="138737"/>
                </a:lnTo>
                <a:lnTo>
                  <a:pt x="28212" y="138077"/>
                </a:lnTo>
                <a:lnTo>
                  <a:pt x="27895" y="137360"/>
                </a:lnTo>
                <a:lnTo>
                  <a:pt x="27595" y="136593"/>
                </a:lnTo>
                <a:lnTo>
                  <a:pt x="27308" y="135781"/>
                </a:lnTo>
                <a:lnTo>
                  <a:pt x="27031" y="134929"/>
                </a:lnTo>
                <a:lnTo>
                  <a:pt x="26758" y="134043"/>
                </a:lnTo>
                <a:lnTo>
                  <a:pt x="26485" y="133128"/>
                </a:lnTo>
                <a:lnTo>
                  <a:pt x="26209" y="132190"/>
                </a:lnTo>
                <a:lnTo>
                  <a:pt x="25924" y="131235"/>
                </a:lnTo>
                <a:lnTo>
                  <a:pt x="24434" y="125843"/>
                </a:lnTo>
                <a:lnTo>
                  <a:pt x="23050" y="120443"/>
                </a:lnTo>
                <a:lnTo>
                  <a:pt x="21770" y="115036"/>
                </a:lnTo>
                <a:lnTo>
                  <a:pt x="20590" y="109621"/>
                </a:lnTo>
                <a:lnTo>
                  <a:pt x="19509" y="104199"/>
                </a:lnTo>
                <a:lnTo>
                  <a:pt x="18524" y="98769"/>
                </a:lnTo>
                <a:lnTo>
                  <a:pt x="17633" y="93333"/>
                </a:lnTo>
                <a:lnTo>
                  <a:pt x="16832" y="87889"/>
                </a:lnTo>
                <a:lnTo>
                  <a:pt x="16120" y="82439"/>
                </a:lnTo>
                <a:lnTo>
                  <a:pt x="15494" y="76983"/>
                </a:lnTo>
                <a:lnTo>
                  <a:pt x="14951" y="71520"/>
                </a:lnTo>
                <a:lnTo>
                  <a:pt x="14489" y="66051"/>
                </a:lnTo>
                <a:lnTo>
                  <a:pt x="14106" y="60575"/>
                </a:lnTo>
                <a:lnTo>
                  <a:pt x="13799" y="55094"/>
                </a:lnTo>
                <a:lnTo>
                  <a:pt x="13564" y="49608"/>
                </a:lnTo>
                <a:lnTo>
                  <a:pt x="13401" y="44116"/>
                </a:lnTo>
                <a:lnTo>
                  <a:pt x="13306" y="38618"/>
                </a:lnTo>
                <a:lnTo>
                  <a:pt x="13277" y="33115"/>
                </a:lnTo>
                <a:lnTo>
                  <a:pt x="13311" y="27608"/>
                </a:lnTo>
                <a:lnTo>
                  <a:pt x="13407" y="22095"/>
                </a:lnTo>
                <a:lnTo>
                  <a:pt x="13560" y="16578"/>
                </a:lnTo>
                <a:lnTo>
                  <a:pt x="13769" y="11056"/>
                </a:lnTo>
                <a:lnTo>
                  <a:pt x="14031" y="5530"/>
                </a:lnTo>
                <a:lnTo>
                  <a:pt x="14345" y="0"/>
                </a:lnTo>
                <a:lnTo>
                  <a:pt x="14101" y="144"/>
                </a:lnTo>
                <a:lnTo>
                  <a:pt x="13854" y="289"/>
                </a:lnTo>
                <a:lnTo>
                  <a:pt x="13604" y="433"/>
                </a:lnTo>
                <a:lnTo>
                  <a:pt x="13349" y="577"/>
                </a:lnTo>
                <a:lnTo>
                  <a:pt x="13092" y="722"/>
                </a:lnTo>
                <a:lnTo>
                  <a:pt x="12831" y="866"/>
                </a:lnTo>
                <a:lnTo>
                  <a:pt x="12567" y="1010"/>
                </a:lnTo>
                <a:lnTo>
                  <a:pt x="12300" y="1155"/>
                </a:lnTo>
                <a:lnTo>
                  <a:pt x="12031" y="1299"/>
                </a:lnTo>
                <a:lnTo>
                  <a:pt x="11759" y="1443"/>
                </a:lnTo>
                <a:lnTo>
                  <a:pt x="11485" y="1588"/>
                </a:lnTo>
                <a:lnTo>
                  <a:pt x="11208" y="1732"/>
                </a:lnTo>
                <a:lnTo>
                  <a:pt x="10930" y="1876"/>
                </a:lnTo>
                <a:lnTo>
                  <a:pt x="10650" y="2020"/>
                </a:lnTo>
                <a:lnTo>
                  <a:pt x="10368" y="2165"/>
                </a:lnTo>
                <a:lnTo>
                  <a:pt x="10084" y="2309"/>
                </a:lnTo>
                <a:lnTo>
                  <a:pt x="9800" y="2453"/>
                </a:lnTo>
                <a:lnTo>
                  <a:pt x="9514" y="2598"/>
                </a:lnTo>
                <a:lnTo>
                  <a:pt x="9227" y="2742"/>
                </a:lnTo>
                <a:lnTo>
                  <a:pt x="8939" y="2886"/>
                </a:lnTo>
                <a:lnTo>
                  <a:pt x="8651" y="3031"/>
                </a:lnTo>
                <a:lnTo>
                  <a:pt x="8362" y="3175"/>
                </a:lnTo>
                <a:lnTo>
                  <a:pt x="8072" y="3319"/>
                </a:lnTo>
                <a:lnTo>
                  <a:pt x="7783" y="3464"/>
                </a:lnTo>
                <a:lnTo>
                  <a:pt x="7447" y="3752"/>
                </a:lnTo>
                <a:lnTo>
                  <a:pt x="7115" y="4041"/>
                </a:lnTo>
                <a:lnTo>
                  <a:pt x="6786" y="4330"/>
                </a:lnTo>
                <a:lnTo>
                  <a:pt x="6460" y="4618"/>
                </a:lnTo>
                <a:lnTo>
                  <a:pt x="6137" y="4907"/>
                </a:lnTo>
                <a:lnTo>
                  <a:pt x="5817" y="5196"/>
                </a:lnTo>
                <a:lnTo>
                  <a:pt x="5498" y="5484"/>
                </a:lnTo>
                <a:lnTo>
                  <a:pt x="5181" y="5773"/>
                </a:lnTo>
                <a:lnTo>
                  <a:pt x="4865" y="6061"/>
                </a:lnTo>
                <a:lnTo>
                  <a:pt x="4551" y="6350"/>
                </a:lnTo>
                <a:lnTo>
                  <a:pt x="4237" y="6639"/>
                </a:lnTo>
                <a:lnTo>
                  <a:pt x="3923" y="6927"/>
                </a:lnTo>
                <a:lnTo>
                  <a:pt x="3609" y="7216"/>
                </a:lnTo>
                <a:lnTo>
                  <a:pt x="3295" y="7505"/>
                </a:lnTo>
                <a:lnTo>
                  <a:pt x="2981" y="7793"/>
                </a:lnTo>
                <a:lnTo>
                  <a:pt x="2665" y="8082"/>
                </a:lnTo>
                <a:lnTo>
                  <a:pt x="2348" y="8371"/>
                </a:lnTo>
                <a:lnTo>
                  <a:pt x="2029" y="8659"/>
                </a:lnTo>
                <a:lnTo>
                  <a:pt x="1708" y="8948"/>
                </a:lnTo>
                <a:lnTo>
                  <a:pt x="1385" y="9236"/>
                </a:lnTo>
                <a:lnTo>
                  <a:pt x="1060" y="9525"/>
                </a:lnTo>
                <a:lnTo>
                  <a:pt x="731" y="9814"/>
                </a:lnTo>
                <a:lnTo>
                  <a:pt x="399" y="10102"/>
                </a:lnTo>
                <a:lnTo>
                  <a:pt x="63" y="10391"/>
                </a:lnTo>
                <a:lnTo>
                  <a:pt x="59" y="13518"/>
                </a:lnTo>
                <a:lnTo>
                  <a:pt x="50" y="16645"/>
                </a:lnTo>
                <a:lnTo>
                  <a:pt x="37" y="19771"/>
                </a:lnTo>
                <a:lnTo>
                  <a:pt x="24" y="22897"/>
                </a:lnTo>
                <a:lnTo>
                  <a:pt x="11" y="26022"/>
                </a:lnTo>
                <a:lnTo>
                  <a:pt x="3" y="29147"/>
                </a:lnTo>
                <a:lnTo>
                  <a:pt x="0" y="32270"/>
                </a:lnTo>
                <a:lnTo>
                  <a:pt x="6" y="35392"/>
                </a:lnTo>
                <a:lnTo>
                  <a:pt x="22" y="38513"/>
                </a:lnTo>
                <a:lnTo>
                  <a:pt x="52" y="41633"/>
                </a:lnTo>
                <a:lnTo>
                  <a:pt x="97" y="44750"/>
                </a:lnTo>
                <a:lnTo>
                  <a:pt x="159" y="47866"/>
                </a:lnTo>
                <a:lnTo>
                  <a:pt x="242" y="50980"/>
                </a:lnTo>
                <a:lnTo>
                  <a:pt x="348" y="54092"/>
                </a:lnTo>
                <a:lnTo>
                  <a:pt x="478" y="57201"/>
                </a:lnTo>
                <a:lnTo>
                  <a:pt x="635" y="60308"/>
                </a:lnTo>
                <a:lnTo>
                  <a:pt x="821" y="63412"/>
                </a:lnTo>
                <a:lnTo>
                  <a:pt x="1040" y="66514"/>
                </a:lnTo>
                <a:lnTo>
                  <a:pt x="1293" y="69612"/>
                </a:lnTo>
                <a:lnTo>
                  <a:pt x="1582" y="72707"/>
                </a:lnTo>
                <a:lnTo>
                  <a:pt x="1910" y="75799"/>
                </a:lnTo>
                <a:lnTo>
                  <a:pt x="2279" y="78887"/>
                </a:lnTo>
                <a:lnTo>
                  <a:pt x="2692" y="81972"/>
                </a:lnTo>
                <a:lnTo>
                  <a:pt x="3151" y="85053"/>
                </a:lnTo>
                <a:lnTo>
                  <a:pt x="4458" y="93392"/>
                </a:lnTo>
                <a:lnTo>
                  <a:pt x="5879" y="101665"/>
                </a:lnTo>
                <a:lnTo>
                  <a:pt x="7428" y="109864"/>
                </a:lnTo>
                <a:lnTo>
                  <a:pt x="9119" y="117984"/>
                </a:lnTo>
                <a:lnTo>
                  <a:pt x="10966" y="126018"/>
                </a:lnTo>
                <a:lnTo>
                  <a:pt x="12982" y="133959"/>
                </a:lnTo>
                <a:lnTo>
                  <a:pt x="15180" y="141801"/>
                </a:lnTo>
                <a:lnTo>
                  <a:pt x="17576" y="149537"/>
                </a:lnTo>
                <a:lnTo>
                  <a:pt x="20181" y="157161"/>
                </a:lnTo>
                <a:lnTo>
                  <a:pt x="23011" y="164666"/>
                </a:lnTo>
                <a:lnTo>
                  <a:pt x="26079" y="172046"/>
                </a:lnTo>
                <a:lnTo>
                  <a:pt x="29398" y="179294"/>
                </a:lnTo>
                <a:lnTo>
                  <a:pt x="32983" y="186403"/>
                </a:lnTo>
                <a:lnTo>
                  <a:pt x="36847" y="193368"/>
                </a:lnTo>
                <a:lnTo>
                  <a:pt x="41004" y="200182"/>
                </a:lnTo>
                <a:lnTo>
                  <a:pt x="45467" y="206837"/>
                </a:lnTo>
                <a:lnTo>
                  <a:pt x="50251" y="213329"/>
                </a:lnTo>
                <a:lnTo>
                  <a:pt x="55369" y="219649"/>
                </a:lnTo>
                <a:lnTo>
                  <a:pt x="60834" y="225792"/>
                </a:lnTo>
                <a:lnTo>
                  <a:pt x="66661" y="231751"/>
                </a:lnTo>
                <a:lnTo>
                  <a:pt x="72863" y="237520"/>
                </a:lnTo>
                <a:lnTo>
                  <a:pt x="79455" y="243092"/>
                </a:lnTo>
                <a:lnTo>
                  <a:pt x="86449" y="248460"/>
                </a:lnTo>
                <a:lnTo>
                  <a:pt x="93859" y="253619"/>
                </a:lnTo>
                <a:lnTo>
                  <a:pt x="102860" y="259223"/>
                </a:lnTo>
                <a:lnTo>
                  <a:pt x="111996" y="264204"/>
                </a:lnTo>
                <a:lnTo>
                  <a:pt x="121244" y="268564"/>
                </a:lnTo>
                <a:lnTo>
                  <a:pt x="130584" y="272304"/>
                </a:lnTo>
                <a:lnTo>
                  <a:pt x="139993" y="275425"/>
                </a:lnTo>
                <a:lnTo>
                  <a:pt x="149448" y="277930"/>
                </a:lnTo>
                <a:lnTo>
                  <a:pt x="158929" y="279821"/>
                </a:lnTo>
                <a:lnTo>
                  <a:pt x="168413" y="281100"/>
                </a:lnTo>
                <a:lnTo>
                  <a:pt x="177878" y="281768"/>
                </a:lnTo>
                <a:lnTo>
                  <a:pt x="187303" y="281827"/>
                </a:lnTo>
                <a:lnTo>
                  <a:pt x="196665" y="281279"/>
                </a:lnTo>
                <a:lnTo>
                  <a:pt x="205942" y="280125"/>
                </a:lnTo>
                <a:lnTo>
                  <a:pt x="215113" y="278369"/>
                </a:lnTo>
                <a:lnTo>
                  <a:pt x="224155" y="276011"/>
                </a:lnTo>
                <a:lnTo>
                  <a:pt x="233047" y="273053"/>
                </a:lnTo>
                <a:lnTo>
                  <a:pt x="241766" y="269497"/>
                </a:lnTo>
                <a:lnTo>
                  <a:pt x="250291" y="265346"/>
                </a:lnTo>
                <a:lnTo>
                  <a:pt x="258600" y="260600"/>
                </a:lnTo>
                <a:lnTo>
                  <a:pt x="266670" y="255262"/>
                </a:lnTo>
                <a:lnTo>
                  <a:pt x="274481" y="249333"/>
                </a:lnTo>
                <a:lnTo>
                  <a:pt x="282009" y="242816"/>
                </a:lnTo>
                <a:lnTo>
                  <a:pt x="289233" y="235712"/>
                </a:lnTo>
                <a:lnTo>
                  <a:pt x="296131" y="228023"/>
                </a:lnTo>
                <a:lnTo>
                  <a:pt x="302682" y="219751"/>
                </a:lnTo>
                <a:lnTo>
                  <a:pt x="305727" y="215592"/>
                </a:lnTo>
                <a:lnTo>
                  <a:pt x="308687" y="211389"/>
                </a:lnTo>
                <a:lnTo>
                  <a:pt x="311561" y="207141"/>
                </a:lnTo>
                <a:lnTo>
                  <a:pt x="314347" y="202850"/>
                </a:lnTo>
                <a:lnTo>
                  <a:pt x="317045" y="198514"/>
                </a:lnTo>
                <a:lnTo>
                  <a:pt x="319653" y="194135"/>
                </a:lnTo>
                <a:lnTo>
                  <a:pt x="322171" y="189711"/>
                </a:lnTo>
                <a:lnTo>
                  <a:pt x="324597" y="185243"/>
                </a:lnTo>
                <a:lnTo>
                  <a:pt x="326931" y="180731"/>
                </a:lnTo>
                <a:lnTo>
                  <a:pt x="329172" y="176175"/>
                </a:lnTo>
                <a:lnTo>
                  <a:pt x="331318" y="171575"/>
                </a:lnTo>
                <a:lnTo>
                  <a:pt x="333368" y="166930"/>
                </a:lnTo>
                <a:lnTo>
                  <a:pt x="335322" y="162242"/>
                </a:lnTo>
                <a:lnTo>
                  <a:pt x="337178" y="157509"/>
                </a:lnTo>
                <a:lnTo>
                  <a:pt x="338936" y="152733"/>
                </a:lnTo>
                <a:lnTo>
                  <a:pt x="340595" y="147912"/>
                </a:lnTo>
                <a:lnTo>
                  <a:pt x="342153" y="143047"/>
                </a:lnTo>
                <a:lnTo>
                  <a:pt x="343609" y="138138"/>
                </a:lnTo>
                <a:lnTo>
                  <a:pt x="344963" y="133185"/>
                </a:lnTo>
                <a:lnTo>
                  <a:pt x="346213" y="128188"/>
                </a:lnTo>
                <a:lnTo>
                  <a:pt x="347359" y="123147"/>
                </a:lnTo>
                <a:lnTo>
                  <a:pt x="348399" y="118062"/>
                </a:lnTo>
                <a:lnTo>
                  <a:pt x="349333" y="112932"/>
                </a:lnTo>
                <a:lnTo>
                  <a:pt x="350159" y="107759"/>
                </a:lnTo>
                <a:lnTo>
                  <a:pt x="350547" y="105111"/>
                </a:lnTo>
                <a:lnTo>
                  <a:pt x="350938" y="102459"/>
                </a:lnTo>
                <a:lnTo>
                  <a:pt x="351334" y="99804"/>
                </a:lnTo>
                <a:lnTo>
                  <a:pt x="351733" y="97145"/>
                </a:lnTo>
                <a:lnTo>
                  <a:pt x="352135" y="94483"/>
                </a:lnTo>
                <a:lnTo>
                  <a:pt x="352541" y="91818"/>
                </a:lnTo>
                <a:lnTo>
                  <a:pt x="352950" y="89149"/>
                </a:lnTo>
                <a:lnTo>
                  <a:pt x="353361" y="86478"/>
                </a:lnTo>
                <a:lnTo>
                  <a:pt x="353775" y="83804"/>
                </a:lnTo>
                <a:lnTo>
                  <a:pt x="354192" y="81128"/>
                </a:lnTo>
                <a:lnTo>
                  <a:pt x="354611" y="78449"/>
                </a:lnTo>
                <a:lnTo>
                  <a:pt x="355032" y="75768"/>
                </a:lnTo>
                <a:lnTo>
                  <a:pt x="355455" y="73085"/>
                </a:lnTo>
                <a:lnTo>
                  <a:pt x="355880" y="70400"/>
                </a:lnTo>
                <a:lnTo>
                  <a:pt x="356307" y="67714"/>
                </a:lnTo>
                <a:lnTo>
                  <a:pt x="356735" y="65026"/>
                </a:lnTo>
                <a:lnTo>
                  <a:pt x="357164" y="62337"/>
                </a:lnTo>
                <a:lnTo>
                  <a:pt x="357595" y="59646"/>
                </a:lnTo>
                <a:lnTo>
                  <a:pt x="358027" y="56955"/>
                </a:lnTo>
                <a:lnTo>
                  <a:pt x="358459" y="54263"/>
                </a:lnTo>
                <a:lnTo>
                  <a:pt x="358893" y="51570"/>
                </a:lnTo>
                <a:lnTo>
                  <a:pt x="359326" y="48876"/>
                </a:lnTo>
                <a:lnTo>
                  <a:pt x="359760" y="46182"/>
                </a:lnTo>
                <a:lnTo>
                  <a:pt x="360194" y="43488"/>
                </a:lnTo>
                <a:lnTo>
                  <a:pt x="359565" y="43488"/>
                </a:lnTo>
                <a:lnTo>
                  <a:pt x="358932" y="43487"/>
                </a:lnTo>
                <a:close/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756E37-BC03-4D33-A2ED-CCFEFC2E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595" y="2134424"/>
            <a:ext cx="364377" cy="248231"/>
          </a:xfrm>
          <a:custGeom xmlns:a="http://schemas.openxmlformats.org/drawingml/2006/main">
            <a:pathLst>
              <a:path w="364377" h="248231">
                <a:moveTo>
                  <a:pt x="40143" y="66965"/>
                </a:moveTo>
                <a:cubicBezTo>
                  <a:pt x="71023" y="25785"/>
                  <a:pt x="113482" y="6927"/>
                  <a:pt x="163275" y="770"/>
                </a:cubicBezTo>
                <a:cubicBezTo>
                  <a:pt x="169065" y="0"/>
                  <a:pt x="172539" y="3464"/>
                  <a:pt x="177557" y="4233"/>
                </a:cubicBezTo>
                <a:cubicBezTo>
                  <a:pt x="269423" y="17318"/>
                  <a:pt x="317672" y="77356"/>
                  <a:pt x="345078" y="159329"/>
                </a:cubicBezTo>
                <a:cubicBezTo>
                  <a:pt x="353956" y="185884"/>
                  <a:pt x="360132" y="213209"/>
                  <a:pt x="364377" y="240918"/>
                </a:cubicBezTo>
                <a:cubicBezTo>
                  <a:pt x="363991" y="242458"/>
                  <a:pt x="363991" y="243612"/>
                  <a:pt x="363606" y="245152"/>
                </a:cubicBezTo>
                <a:cubicBezTo>
                  <a:pt x="358588" y="247846"/>
                  <a:pt x="353956" y="248231"/>
                  <a:pt x="349710" y="243612"/>
                </a:cubicBezTo>
                <a:cubicBezTo>
                  <a:pt x="347394" y="209360"/>
                  <a:pt x="338130" y="177418"/>
                  <a:pt x="326164" y="145475"/>
                </a:cubicBezTo>
                <a:cubicBezTo>
                  <a:pt x="324620" y="141241"/>
                  <a:pt x="323848" y="136623"/>
                  <a:pt x="317672" y="137008"/>
                </a:cubicBezTo>
                <a:cubicBezTo>
                  <a:pt x="313812" y="136623"/>
                  <a:pt x="309566" y="135853"/>
                  <a:pt x="305707" y="135468"/>
                </a:cubicBezTo>
                <a:cubicBezTo>
                  <a:pt x="303005" y="128926"/>
                  <a:pt x="306093" y="123153"/>
                  <a:pt x="307251" y="116996"/>
                </a:cubicBezTo>
                <a:cubicBezTo>
                  <a:pt x="309952" y="103141"/>
                  <a:pt x="297601" y="95444"/>
                  <a:pt x="291811" y="85438"/>
                </a:cubicBezTo>
                <a:cubicBezTo>
                  <a:pt x="287179" y="77740"/>
                  <a:pt x="283319" y="86592"/>
                  <a:pt x="279073" y="86977"/>
                </a:cubicBezTo>
                <a:cubicBezTo>
                  <a:pt x="275985" y="86207"/>
                  <a:pt x="272511" y="85822"/>
                  <a:pt x="270581" y="89286"/>
                </a:cubicBezTo>
                <a:cubicBezTo>
                  <a:pt x="264791" y="86592"/>
                  <a:pt x="260159" y="81589"/>
                  <a:pt x="264791" y="76586"/>
                </a:cubicBezTo>
                <a:cubicBezTo>
                  <a:pt x="278301" y="61961"/>
                  <a:pt x="266335" y="56573"/>
                  <a:pt x="256685" y="49646"/>
                </a:cubicBezTo>
                <a:cubicBezTo>
                  <a:pt x="255141" y="49261"/>
                  <a:pt x="253597" y="48876"/>
                  <a:pt x="252053" y="48492"/>
                </a:cubicBezTo>
                <a:cubicBezTo>
                  <a:pt x="252439" y="50031"/>
                  <a:pt x="252825" y="51570"/>
                  <a:pt x="252825" y="53110"/>
                </a:cubicBezTo>
                <a:cubicBezTo>
                  <a:pt x="252439" y="57343"/>
                  <a:pt x="252439" y="61577"/>
                  <a:pt x="247422" y="62731"/>
                </a:cubicBezTo>
                <a:cubicBezTo>
                  <a:pt x="243948" y="62346"/>
                  <a:pt x="240474" y="62346"/>
                  <a:pt x="236614" y="61961"/>
                </a:cubicBezTo>
                <a:cubicBezTo>
                  <a:pt x="235456" y="59267"/>
                  <a:pt x="231982" y="55419"/>
                  <a:pt x="233140" y="53880"/>
                </a:cubicBezTo>
                <a:cubicBezTo>
                  <a:pt x="245106" y="32713"/>
                  <a:pt x="226578" y="33482"/>
                  <a:pt x="213068" y="26555"/>
                </a:cubicBezTo>
                <a:cubicBezTo>
                  <a:pt x="215770" y="37331"/>
                  <a:pt x="213840" y="44643"/>
                  <a:pt x="208436" y="50801"/>
                </a:cubicBezTo>
                <a:cubicBezTo>
                  <a:pt x="205734" y="48876"/>
                  <a:pt x="203032" y="46567"/>
                  <a:pt x="200330" y="44643"/>
                </a:cubicBezTo>
                <a:cubicBezTo>
                  <a:pt x="199558" y="43488"/>
                  <a:pt x="198400" y="42334"/>
                  <a:pt x="198400" y="41564"/>
                </a:cubicBezTo>
                <a:cubicBezTo>
                  <a:pt x="201488" y="28864"/>
                  <a:pt x="200330" y="21552"/>
                  <a:pt x="183733" y="19243"/>
                </a:cubicBezTo>
                <a:cubicBezTo>
                  <a:pt x="164047" y="16549"/>
                  <a:pt x="172153" y="29249"/>
                  <a:pt x="170609" y="36946"/>
                </a:cubicBezTo>
                <a:cubicBezTo>
                  <a:pt x="170223" y="38485"/>
                  <a:pt x="167907" y="39255"/>
                  <a:pt x="166363" y="40410"/>
                </a:cubicBezTo>
                <a:cubicBezTo>
                  <a:pt x="163661" y="40025"/>
                  <a:pt x="161345" y="40025"/>
                  <a:pt x="158643" y="39640"/>
                </a:cubicBezTo>
                <a:cubicBezTo>
                  <a:pt x="154011" y="35791"/>
                  <a:pt x="154397" y="30788"/>
                  <a:pt x="155555" y="25785"/>
                </a:cubicBezTo>
                <a:cubicBezTo>
                  <a:pt x="156327" y="21167"/>
                  <a:pt x="154397" y="19243"/>
                  <a:pt x="149379" y="18473"/>
                </a:cubicBezTo>
                <a:cubicBezTo>
                  <a:pt x="134326" y="15779"/>
                  <a:pt x="124676" y="24246"/>
                  <a:pt x="128150" y="38870"/>
                </a:cubicBezTo>
                <a:cubicBezTo>
                  <a:pt x="129694" y="45798"/>
                  <a:pt x="126220" y="48107"/>
                  <a:pt x="122746" y="51186"/>
                </a:cubicBezTo>
                <a:cubicBezTo>
                  <a:pt x="120430" y="50416"/>
                  <a:pt x="117728" y="49261"/>
                  <a:pt x="115412" y="48492"/>
                </a:cubicBezTo>
                <a:cubicBezTo>
                  <a:pt x="104990" y="44258"/>
                  <a:pt x="118500" y="34252"/>
                  <a:pt x="110394" y="28864"/>
                </a:cubicBezTo>
                <a:cubicBezTo>
                  <a:pt x="95726" y="34637"/>
                  <a:pt x="81059" y="39640"/>
                  <a:pt x="92252" y="60422"/>
                </a:cubicBezTo>
                <a:cubicBezTo>
                  <a:pt x="94568" y="64271"/>
                  <a:pt x="90708" y="67349"/>
                  <a:pt x="88006" y="70043"/>
                </a:cubicBezTo>
                <a:cubicBezTo>
                  <a:pt x="85690" y="70428"/>
                  <a:pt x="83375" y="70428"/>
                  <a:pt x="81059" y="70813"/>
                </a:cubicBezTo>
                <a:cubicBezTo>
                  <a:pt x="73725" y="68889"/>
                  <a:pt x="74883" y="60037"/>
                  <a:pt x="70637" y="55804"/>
                </a:cubicBezTo>
                <a:cubicBezTo>
                  <a:pt x="55583" y="66965"/>
                  <a:pt x="47477" y="78510"/>
                  <a:pt x="57513" y="95444"/>
                </a:cubicBezTo>
                <a:cubicBezTo>
                  <a:pt x="60601" y="100832"/>
                  <a:pt x="57513" y="105065"/>
                  <a:pt x="53653" y="108914"/>
                </a:cubicBezTo>
                <a:cubicBezTo>
                  <a:pt x="50951" y="108144"/>
                  <a:pt x="48249" y="107374"/>
                  <a:pt x="45547" y="106604"/>
                </a:cubicBezTo>
                <a:cubicBezTo>
                  <a:pt x="34739" y="100832"/>
                  <a:pt x="33967" y="110838"/>
                  <a:pt x="32037" y="116226"/>
                </a:cubicBezTo>
                <a:cubicBezTo>
                  <a:pt x="22002" y="143935"/>
                  <a:pt x="16212" y="172414"/>
                  <a:pt x="14282" y="201663"/>
                </a:cubicBezTo>
                <a:cubicBezTo>
                  <a:pt x="9650" y="201278"/>
                  <a:pt x="5018" y="200894"/>
                  <a:pt x="0" y="200894"/>
                </a:cubicBezTo>
                <a:cubicBezTo>
                  <a:pt x="386" y="195891"/>
                  <a:pt x="386" y="191272"/>
                  <a:pt x="772" y="186269"/>
                </a:cubicBezTo>
                <a:cubicBezTo>
                  <a:pt x="5790" y="163178"/>
                  <a:pt x="11194" y="140087"/>
                  <a:pt x="16212" y="116996"/>
                </a:cubicBezTo>
                <a:cubicBezTo>
                  <a:pt x="19686" y="113917"/>
                  <a:pt x="20458" y="109683"/>
                  <a:pt x="20458" y="105450"/>
                </a:cubicBezTo>
                <a:lnTo>
                  <a:pt x="20844" y="103910"/>
                </a:lnTo>
                <a:cubicBezTo>
                  <a:pt x="22002" y="101601"/>
                  <a:pt x="22774" y="99677"/>
                  <a:pt x="23932" y="97368"/>
                </a:cubicBezTo>
                <a:cubicBezTo>
                  <a:pt x="25090" y="95059"/>
                  <a:pt x="25862" y="93135"/>
                  <a:pt x="27020" y="90825"/>
                </a:cubicBezTo>
                <a:cubicBezTo>
                  <a:pt x="33195" y="85053"/>
                  <a:pt x="35511" y="77740"/>
                  <a:pt x="38599" y="70428"/>
                </a:cubicBezTo>
                <a:cubicBezTo>
                  <a:pt x="38985" y="69274"/>
                  <a:pt x="39371" y="68119"/>
                  <a:pt x="40143" y="66965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205350-EA75-4B17-9607-1004C5272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146" y="2393430"/>
            <a:ext cx="335428" cy="277864"/>
          </a:xfrm>
          <a:custGeom xmlns:a="http://schemas.openxmlformats.org/drawingml/2006/main">
            <a:pathLst>
              <a:path w="335428" h="277864">
                <a:moveTo>
                  <a:pt x="335428" y="173569"/>
                </a:moveTo>
                <a:cubicBezTo>
                  <a:pt x="304935" y="240149"/>
                  <a:pt x="252053" y="277864"/>
                  <a:pt x="187979" y="273631"/>
                </a:cubicBezTo>
                <a:cubicBezTo>
                  <a:pt x="132010" y="269782"/>
                  <a:pt x="86076" y="244382"/>
                  <a:pt x="54425" y="197045"/>
                </a:cubicBezTo>
                <a:cubicBezTo>
                  <a:pt x="20458" y="146629"/>
                  <a:pt x="7720" y="89671"/>
                  <a:pt x="4246" y="30403"/>
                </a:cubicBezTo>
                <a:cubicBezTo>
                  <a:pt x="3860" y="23861"/>
                  <a:pt x="7334" y="16164"/>
                  <a:pt x="0" y="10776"/>
                </a:cubicBezTo>
                <a:cubicBezTo>
                  <a:pt x="1544" y="8467"/>
                  <a:pt x="3088" y="6543"/>
                  <a:pt x="4632" y="4233"/>
                </a:cubicBezTo>
                <a:cubicBezTo>
                  <a:pt x="8878" y="3849"/>
                  <a:pt x="13124" y="0"/>
                  <a:pt x="17370" y="3849"/>
                </a:cubicBezTo>
                <a:cubicBezTo>
                  <a:pt x="17370" y="4618"/>
                  <a:pt x="17370" y="5773"/>
                  <a:pt x="17756" y="6543"/>
                </a:cubicBezTo>
                <a:cubicBezTo>
                  <a:pt x="18142" y="25400"/>
                  <a:pt x="17370" y="44643"/>
                  <a:pt x="22002" y="63501"/>
                </a:cubicBezTo>
                <a:cubicBezTo>
                  <a:pt x="22388" y="71198"/>
                  <a:pt x="16598" y="83898"/>
                  <a:pt x="33967" y="77356"/>
                </a:cubicBezTo>
                <a:cubicBezTo>
                  <a:pt x="36669" y="80050"/>
                  <a:pt x="41301" y="82359"/>
                  <a:pt x="38985" y="86977"/>
                </a:cubicBezTo>
                <a:cubicBezTo>
                  <a:pt x="24318" y="114686"/>
                  <a:pt x="40143" y="137778"/>
                  <a:pt x="49793" y="161639"/>
                </a:cubicBezTo>
                <a:cubicBezTo>
                  <a:pt x="50565" y="167411"/>
                  <a:pt x="52495" y="172799"/>
                  <a:pt x="59443" y="176263"/>
                </a:cubicBezTo>
                <a:cubicBezTo>
                  <a:pt x="59443" y="168566"/>
                  <a:pt x="58285" y="162793"/>
                  <a:pt x="54039" y="157790"/>
                </a:cubicBezTo>
                <a:cubicBezTo>
                  <a:pt x="55197" y="156251"/>
                  <a:pt x="55969" y="155096"/>
                  <a:pt x="57127" y="153557"/>
                </a:cubicBezTo>
                <a:lnTo>
                  <a:pt x="69479" y="153557"/>
                </a:lnTo>
                <a:cubicBezTo>
                  <a:pt x="74497" y="157020"/>
                  <a:pt x="71409" y="161254"/>
                  <a:pt x="70637" y="165487"/>
                </a:cubicBezTo>
                <a:cubicBezTo>
                  <a:pt x="64075" y="189733"/>
                  <a:pt x="72567" y="207051"/>
                  <a:pt x="96112" y="217827"/>
                </a:cubicBezTo>
                <a:cubicBezTo>
                  <a:pt x="99200" y="209745"/>
                  <a:pt x="88006" y="200894"/>
                  <a:pt x="97270" y="192812"/>
                </a:cubicBezTo>
                <a:lnTo>
                  <a:pt x="104604" y="192812"/>
                </a:lnTo>
                <a:cubicBezTo>
                  <a:pt x="116570" y="199739"/>
                  <a:pt x="108464" y="208591"/>
                  <a:pt x="106148" y="215903"/>
                </a:cubicBezTo>
                <a:cubicBezTo>
                  <a:pt x="104604" y="221676"/>
                  <a:pt x="101130" y="226679"/>
                  <a:pt x="108078" y="230142"/>
                </a:cubicBezTo>
                <a:cubicBezTo>
                  <a:pt x="119658" y="236300"/>
                  <a:pt x="129308" y="245537"/>
                  <a:pt x="142431" y="248231"/>
                </a:cubicBezTo>
                <a:cubicBezTo>
                  <a:pt x="145133" y="248615"/>
                  <a:pt x="147449" y="249000"/>
                  <a:pt x="150151" y="249385"/>
                </a:cubicBezTo>
                <a:cubicBezTo>
                  <a:pt x="154011" y="255543"/>
                  <a:pt x="160959" y="254773"/>
                  <a:pt x="166749" y="256313"/>
                </a:cubicBezTo>
                <a:cubicBezTo>
                  <a:pt x="172539" y="257467"/>
                  <a:pt x="180645" y="262470"/>
                  <a:pt x="183733" y="255928"/>
                </a:cubicBezTo>
                <a:cubicBezTo>
                  <a:pt x="186435" y="250540"/>
                  <a:pt x="183347" y="242843"/>
                  <a:pt x="177171" y="238224"/>
                </a:cubicBezTo>
                <a:cubicBezTo>
                  <a:pt x="175241" y="228988"/>
                  <a:pt x="185663" y="224370"/>
                  <a:pt x="184891" y="215518"/>
                </a:cubicBezTo>
                <a:lnTo>
                  <a:pt x="187979" y="215518"/>
                </a:lnTo>
                <a:cubicBezTo>
                  <a:pt x="190681" y="227833"/>
                  <a:pt x="198786" y="240149"/>
                  <a:pt x="190681" y="253234"/>
                </a:cubicBezTo>
                <a:cubicBezTo>
                  <a:pt x="187207" y="260931"/>
                  <a:pt x="192997" y="258237"/>
                  <a:pt x="196470" y="258622"/>
                </a:cubicBezTo>
                <a:lnTo>
                  <a:pt x="198400" y="259007"/>
                </a:lnTo>
                <a:lnTo>
                  <a:pt x="200330" y="258622"/>
                </a:lnTo>
                <a:cubicBezTo>
                  <a:pt x="218472" y="259391"/>
                  <a:pt x="235070" y="253619"/>
                  <a:pt x="251668" y="246691"/>
                </a:cubicBezTo>
                <a:cubicBezTo>
                  <a:pt x="260159" y="243228"/>
                  <a:pt x="263247" y="239379"/>
                  <a:pt x="257843" y="229758"/>
                </a:cubicBezTo>
                <a:cubicBezTo>
                  <a:pt x="254755" y="224755"/>
                  <a:pt x="247422" y="216673"/>
                  <a:pt x="257457" y="210130"/>
                </a:cubicBezTo>
                <a:lnTo>
                  <a:pt x="267107" y="210130"/>
                </a:lnTo>
                <a:cubicBezTo>
                  <a:pt x="276757" y="218597"/>
                  <a:pt x="261703" y="227833"/>
                  <a:pt x="267879" y="236300"/>
                </a:cubicBezTo>
                <a:cubicBezTo>
                  <a:pt x="294127" y="221676"/>
                  <a:pt x="295671" y="219367"/>
                  <a:pt x="289881" y="191657"/>
                </a:cubicBezTo>
                <a:cubicBezTo>
                  <a:pt x="289109" y="188193"/>
                  <a:pt x="289495" y="185499"/>
                  <a:pt x="292969" y="183575"/>
                </a:cubicBezTo>
                <a:cubicBezTo>
                  <a:pt x="296057" y="183575"/>
                  <a:pt x="298759" y="183575"/>
                  <a:pt x="301847" y="183960"/>
                </a:cubicBezTo>
                <a:cubicBezTo>
                  <a:pt x="308408" y="185499"/>
                  <a:pt x="302619" y="193197"/>
                  <a:pt x="309180" y="196275"/>
                </a:cubicBezTo>
                <a:cubicBezTo>
                  <a:pt x="314198" y="186654"/>
                  <a:pt x="319216" y="177418"/>
                  <a:pt x="324234" y="168181"/>
                </a:cubicBezTo>
                <a:cubicBezTo>
                  <a:pt x="327708" y="168181"/>
                  <a:pt x="331568" y="170490"/>
                  <a:pt x="335428" y="173569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B51EA3-98EC-4764-AB50-D49F1AC6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522" y="2331469"/>
            <a:ext cx="801708" cy="116611"/>
          </a:xfrm>
          <a:custGeom xmlns:a="http://schemas.openxmlformats.org/drawingml/2006/main">
            <a:pathLst>
              <a:path w="801708" h="116611">
                <a:moveTo>
                  <a:pt x="407995" y="65810"/>
                </a:moveTo>
                <a:cubicBezTo>
                  <a:pt x="403749" y="61961"/>
                  <a:pt x="399503" y="65425"/>
                  <a:pt x="395257" y="66195"/>
                </a:cubicBezTo>
                <a:cubicBezTo>
                  <a:pt x="390239" y="61577"/>
                  <a:pt x="384063" y="61961"/>
                  <a:pt x="377887" y="62346"/>
                </a:cubicBezTo>
                <a:cubicBezTo>
                  <a:pt x="370553" y="60807"/>
                  <a:pt x="363220" y="57728"/>
                  <a:pt x="355500" y="59652"/>
                </a:cubicBezTo>
                <a:cubicBezTo>
                  <a:pt x="352798" y="59267"/>
                  <a:pt x="350096" y="58883"/>
                  <a:pt x="347394" y="58498"/>
                </a:cubicBezTo>
                <a:cubicBezTo>
                  <a:pt x="342376" y="57728"/>
                  <a:pt x="337358" y="57343"/>
                  <a:pt x="332340" y="56573"/>
                </a:cubicBezTo>
                <a:cubicBezTo>
                  <a:pt x="326164" y="55804"/>
                  <a:pt x="319602" y="55034"/>
                  <a:pt x="313426" y="53880"/>
                </a:cubicBezTo>
                <a:cubicBezTo>
                  <a:pt x="306865" y="52340"/>
                  <a:pt x="300303" y="50031"/>
                  <a:pt x="293355" y="51570"/>
                </a:cubicBezTo>
                <a:cubicBezTo>
                  <a:pt x="290653" y="51186"/>
                  <a:pt x="287951" y="50801"/>
                  <a:pt x="285249" y="50801"/>
                </a:cubicBezTo>
                <a:cubicBezTo>
                  <a:pt x="281775" y="47337"/>
                  <a:pt x="277915" y="47722"/>
                  <a:pt x="273669" y="48492"/>
                </a:cubicBezTo>
                <a:cubicBezTo>
                  <a:pt x="267493" y="47722"/>
                  <a:pt x="260931" y="47337"/>
                  <a:pt x="254755" y="46567"/>
                </a:cubicBezTo>
                <a:cubicBezTo>
                  <a:pt x="250510" y="42719"/>
                  <a:pt x="245492" y="43104"/>
                  <a:pt x="240088" y="43488"/>
                </a:cubicBezTo>
                <a:cubicBezTo>
                  <a:pt x="231982" y="42719"/>
                  <a:pt x="223876" y="41949"/>
                  <a:pt x="215770" y="41179"/>
                </a:cubicBezTo>
                <a:cubicBezTo>
                  <a:pt x="212296" y="38485"/>
                  <a:pt x="208436" y="38485"/>
                  <a:pt x="204576" y="39255"/>
                </a:cubicBezTo>
                <a:cubicBezTo>
                  <a:pt x="198014" y="38485"/>
                  <a:pt x="191453" y="37716"/>
                  <a:pt x="184891" y="36946"/>
                </a:cubicBezTo>
                <a:cubicBezTo>
                  <a:pt x="184119" y="35791"/>
                  <a:pt x="182961" y="35407"/>
                  <a:pt x="181803" y="36561"/>
                </a:cubicBezTo>
                <a:cubicBezTo>
                  <a:pt x="179101" y="36176"/>
                  <a:pt x="176013" y="36176"/>
                  <a:pt x="173311" y="35791"/>
                </a:cubicBezTo>
                <a:cubicBezTo>
                  <a:pt x="170995" y="35407"/>
                  <a:pt x="168293" y="35022"/>
                  <a:pt x="165977" y="34637"/>
                </a:cubicBezTo>
                <a:cubicBezTo>
                  <a:pt x="154397" y="31558"/>
                  <a:pt x="142817" y="29634"/>
                  <a:pt x="130852" y="29634"/>
                </a:cubicBezTo>
                <a:cubicBezTo>
                  <a:pt x="126220" y="28864"/>
                  <a:pt x="121202" y="28094"/>
                  <a:pt x="116570" y="27709"/>
                </a:cubicBezTo>
                <a:cubicBezTo>
                  <a:pt x="110780" y="27325"/>
                  <a:pt x="104990" y="26940"/>
                  <a:pt x="99200" y="26555"/>
                </a:cubicBezTo>
                <a:cubicBezTo>
                  <a:pt x="94954" y="21167"/>
                  <a:pt x="89550" y="24246"/>
                  <a:pt x="84532" y="23861"/>
                </a:cubicBezTo>
                <a:cubicBezTo>
                  <a:pt x="74497" y="21552"/>
                  <a:pt x="64075" y="18858"/>
                  <a:pt x="53653" y="20012"/>
                </a:cubicBezTo>
                <a:cubicBezTo>
                  <a:pt x="45161" y="18858"/>
                  <a:pt x="37055" y="17318"/>
                  <a:pt x="28563" y="16164"/>
                </a:cubicBezTo>
                <a:cubicBezTo>
                  <a:pt x="20458" y="15394"/>
                  <a:pt x="12738" y="14624"/>
                  <a:pt x="4632" y="13470"/>
                </a:cubicBezTo>
                <a:cubicBezTo>
                  <a:pt x="3088" y="10391"/>
                  <a:pt x="1544" y="7312"/>
                  <a:pt x="0" y="4233"/>
                </a:cubicBezTo>
                <a:cubicBezTo>
                  <a:pt x="772" y="3079"/>
                  <a:pt x="1930" y="1924"/>
                  <a:pt x="2702" y="770"/>
                </a:cubicBezTo>
                <a:cubicBezTo>
                  <a:pt x="6948" y="385"/>
                  <a:pt x="11194" y="385"/>
                  <a:pt x="15440" y="0"/>
                </a:cubicBezTo>
                <a:cubicBezTo>
                  <a:pt x="24318" y="1155"/>
                  <a:pt x="33195" y="2309"/>
                  <a:pt x="42073" y="3464"/>
                </a:cubicBezTo>
                <a:cubicBezTo>
                  <a:pt x="46705" y="3849"/>
                  <a:pt x="51337" y="4233"/>
                  <a:pt x="56355" y="4233"/>
                </a:cubicBezTo>
                <a:cubicBezTo>
                  <a:pt x="66777" y="8852"/>
                  <a:pt x="77585" y="9621"/>
                  <a:pt x="88392" y="8082"/>
                </a:cubicBezTo>
                <a:cubicBezTo>
                  <a:pt x="90708" y="8467"/>
                  <a:pt x="92638" y="8852"/>
                  <a:pt x="94954" y="9236"/>
                </a:cubicBezTo>
                <a:cubicBezTo>
                  <a:pt x="101516" y="12700"/>
                  <a:pt x="108464" y="12700"/>
                  <a:pt x="115412" y="12315"/>
                </a:cubicBezTo>
                <a:cubicBezTo>
                  <a:pt x="116956" y="12315"/>
                  <a:pt x="118500" y="12315"/>
                  <a:pt x="119658" y="12700"/>
                </a:cubicBezTo>
                <a:cubicBezTo>
                  <a:pt x="125448" y="15394"/>
                  <a:pt x="131238" y="17703"/>
                  <a:pt x="137800" y="16549"/>
                </a:cubicBezTo>
                <a:cubicBezTo>
                  <a:pt x="141659" y="16934"/>
                  <a:pt x="145519" y="17703"/>
                  <a:pt x="149379" y="18088"/>
                </a:cubicBezTo>
                <a:cubicBezTo>
                  <a:pt x="154783" y="21167"/>
                  <a:pt x="160187" y="19243"/>
                  <a:pt x="165591" y="19243"/>
                </a:cubicBezTo>
                <a:cubicBezTo>
                  <a:pt x="176785" y="23091"/>
                  <a:pt x="187979" y="24246"/>
                  <a:pt x="199558" y="23476"/>
                </a:cubicBezTo>
                <a:cubicBezTo>
                  <a:pt x="201874" y="23861"/>
                  <a:pt x="204190" y="24246"/>
                  <a:pt x="206506" y="24631"/>
                </a:cubicBezTo>
                <a:cubicBezTo>
                  <a:pt x="214226" y="28479"/>
                  <a:pt x="222332" y="27325"/>
                  <a:pt x="230438" y="28864"/>
                </a:cubicBezTo>
                <a:cubicBezTo>
                  <a:pt x="236614" y="33097"/>
                  <a:pt x="243562" y="30788"/>
                  <a:pt x="250124" y="30788"/>
                </a:cubicBezTo>
                <a:cubicBezTo>
                  <a:pt x="255141" y="31558"/>
                  <a:pt x="260159" y="32328"/>
                  <a:pt x="265177" y="33097"/>
                </a:cubicBezTo>
                <a:cubicBezTo>
                  <a:pt x="272125" y="37716"/>
                  <a:pt x="280231" y="34252"/>
                  <a:pt x="287565" y="35791"/>
                </a:cubicBezTo>
                <a:cubicBezTo>
                  <a:pt x="294513" y="36561"/>
                  <a:pt x="301075" y="37716"/>
                  <a:pt x="308022" y="38485"/>
                </a:cubicBezTo>
                <a:cubicBezTo>
                  <a:pt x="311496" y="38870"/>
                  <a:pt x="315356" y="38870"/>
                  <a:pt x="318830" y="39255"/>
                </a:cubicBezTo>
                <a:cubicBezTo>
                  <a:pt x="328866" y="43488"/>
                  <a:pt x="339288" y="43488"/>
                  <a:pt x="350096" y="42719"/>
                </a:cubicBezTo>
                <a:cubicBezTo>
                  <a:pt x="352412" y="45413"/>
                  <a:pt x="355114" y="46182"/>
                  <a:pt x="358588" y="45413"/>
                </a:cubicBezTo>
                <a:cubicBezTo>
                  <a:pt x="369395" y="46567"/>
                  <a:pt x="380203" y="50801"/>
                  <a:pt x="391011" y="46952"/>
                </a:cubicBezTo>
                <a:cubicBezTo>
                  <a:pt x="395257" y="51570"/>
                  <a:pt x="399889" y="51186"/>
                  <a:pt x="404907" y="48492"/>
                </a:cubicBezTo>
                <a:cubicBezTo>
                  <a:pt x="412241" y="53880"/>
                  <a:pt x="420732" y="54649"/>
                  <a:pt x="429610" y="54264"/>
                </a:cubicBezTo>
                <a:cubicBezTo>
                  <a:pt x="441190" y="57728"/>
                  <a:pt x="453156" y="58883"/>
                  <a:pt x="465122" y="57728"/>
                </a:cubicBezTo>
                <a:cubicBezTo>
                  <a:pt x="470140" y="60422"/>
                  <a:pt x="475158" y="62346"/>
                  <a:pt x="480947" y="61192"/>
                </a:cubicBezTo>
                <a:cubicBezTo>
                  <a:pt x="491369" y="61961"/>
                  <a:pt x="501405" y="66195"/>
                  <a:pt x="512213" y="64271"/>
                </a:cubicBezTo>
                <a:cubicBezTo>
                  <a:pt x="512213" y="65040"/>
                  <a:pt x="512599" y="65810"/>
                  <a:pt x="512599" y="66580"/>
                </a:cubicBezTo>
                <a:cubicBezTo>
                  <a:pt x="513757" y="68119"/>
                  <a:pt x="514915" y="68504"/>
                  <a:pt x="516073" y="66965"/>
                </a:cubicBezTo>
                <a:cubicBezTo>
                  <a:pt x="518389" y="66965"/>
                  <a:pt x="521091" y="66580"/>
                  <a:pt x="523407" y="66580"/>
                </a:cubicBezTo>
                <a:cubicBezTo>
                  <a:pt x="526109" y="67349"/>
                  <a:pt x="528811" y="68504"/>
                  <a:pt x="531512" y="69274"/>
                </a:cubicBezTo>
                <a:cubicBezTo>
                  <a:pt x="533442" y="73507"/>
                  <a:pt x="535758" y="74662"/>
                  <a:pt x="539232" y="70428"/>
                </a:cubicBezTo>
                <a:cubicBezTo>
                  <a:pt x="541934" y="70043"/>
                  <a:pt x="544636" y="69659"/>
                  <a:pt x="547338" y="69274"/>
                </a:cubicBezTo>
                <a:cubicBezTo>
                  <a:pt x="548496" y="70043"/>
                  <a:pt x="550040" y="71198"/>
                  <a:pt x="551198" y="71968"/>
                </a:cubicBezTo>
                <a:cubicBezTo>
                  <a:pt x="552356" y="76971"/>
                  <a:pt x="555830" y="77740"/>
                  <a:pt x="560076" y="76971"/>
                </a:cubicBezTo>
                <a:lnTo>
                  <a:pt x="577446" y="75816"/>
                </a:lnTo>
                <a:cubicBezTo>
                  <a:pt x="581306" y="75431"/>
                  <a:pt x="584780" y="75046"/>
                  <a:pt x="588639" y="75046"/>
                </a:cubicBezTo>
                <a:cubicBezTo>
                  <a:pt x="593657" y="75816"/>
                  <a:pt x="599061" y="76586"/>
                  <a:pt x="604079" y="76971"/>
                </a:cubicBezTo>
                <a:cubicBezTo>
                  <a:pt x="610255" y="77740"/>
                  <a:pt x="616045" y="78895"/>
                  <a:pt x="622221" y="79665"/>
                </a:cubicBezTo>
                <a:cubicBezTo>
                  <a:pt x="627625" y="80050"/>
                  <a:pt x="633415" y="80819"/>
                  <a:pt x="638819" y="81204"/>
                </a:cubicBezTo>
                <a:cubicBezTo>
                  <a:pt x="646924" y="82359"/>
                  <a:pt x="654644" y="83513"/>
                  <a:pt x="662750" y="84668"/>
                </a:cubicBezTo>
                <a:cubicBezTo>
                  <a:pt x="667382" y="85053"/>
                  <a:pt x="672400" y="85822"/>
                  <a:pt x="677032" y="86207"/>
                </a:cubicBezTo>
                <a:cubicBezTo>
                  <a:pt x="684752" y="88901"/>
                  <a:pt x="692858" y="90441"/>
                  <a:pt x="700963" y="88901"/>
                </a:cubicBezTo>
                <a:cubicBezTo>
                  <a:pt x="704437" y="91210"/>
                  <a:pt x="708297" y="92365"/>
                  <a:pt x="712543" y="90825"/>
                </a:cubicBezTo>
                <a:cubicBezTo>
                  <a:pt x="721421" y="92365"/>
                  <a:pt x="729913" y="93519"/>
                  <a:pt x="738791" y="95059"/>
                </a:cubicBezTo>
                <a:cubicBezTo>
                  <a:pt x="743423" y="95444"/>
                  <a:pt x="748441" y="96213"/>
                  <a:pt x="753073" y="96598"/>
                </a:cubicBezTo>
                <a:cubicBezTo>
                  <a:pt x="763108" y="107759"/>
                  <a:pt x="777004" y="103526"/>
                  <a:pt x="789356" y="106989"/>
                </a:cubicBezTo>
                <a:cubicBezTo>
                  <a:pt x="792058" y="107374"/>
                  <a:pt x="795146" y="107374"/>
                  <a:pt x="797848" y="107759"/>
                </a:cubicBezTo>
                <a:cubicBezTo>
                  <a:pt x="799006" y="108144"/>
                  <a:pt x="800164" y="108144"/>
                  <a:pt x="801708" y="108529"/>
                </a:cubicBezTo>
                <a:cubicBezTo>
                  <a:pt x="799006" y="110838"/>
                  <a:pt x="796690" y="113147"/>
                  <a:pt x="793988" y="115456"/>
                </a:cubicBezTo>
                <a:cubicBezTo>
                  <a:pt x="792830" y="115841"/>
                  <a:pt x="791672" y="116226"/>
                  <a:pt x="790514" y="116611"/>
                </a:cubicBezTo>
                <a:cubicBezTo>
                  <a:pt x="775460" y="115071"/>
                  <a:pt x="760792" y="110453"/>
                  <a:pt x="745353" y="112377"/>
                </a:cubicBezTo>
                <a:cubicBezTo>
                  <a:pt x="741493" y="112377"/>
                  <a:pt x="738019" y="111992"/>
                  <a:pt x="734159" y="111992"/>
                </a:cubicBezTo>
                <a:cubicBezTo>
                  <a:pt x="722193" y="102371"/>
                  <a:pt x="707139" y="106604"/>
                  <a:pt x="693630" y="102756"/>
                </a:cubicBezTo>
                <a:cubicBezTo>
                  <a:pt x="689384" y="102371"/>
                  <a:pt x="685524" y="101986"/>
                  <a:pt x="681278" y="101601"/>
                </a:cubicBezTo>
                <a:cubicBezTo>
                  <a:pt x="673558" y="100832"/>
                  <a:pt x="665838" y="100062"/>
                  <a:pt x="658504" y="99292"/>
                </a:cubicBezTo>
                <a:cubicBezTo>
                  <a:pt x="655802" y="98907"/>
                  <a:pt x="653100" y="98138"/>
                  <a:pt x="650012" y="97753"/>
                </a:cubicBezTo>
                <a:cubicBezTo>
                  <a:pt x="640363" y="96598"/>
                  <a:pt x="630327" y="95444"/>
                  <a:pt x="620677" y="94289"/>
                </a:cubicBezTo>
                <a:cubicBezTo>
                  <a:pt x="617975" y="93904"/>
                  <a:pt x="615273" y="93519"/>
                  <a:pt x="612185" y="93135"/>
                </a:cubicBezTo>
                <a:cubicBezTo>
                  <a:pt x="602149" y="91210"/>
                  <a:pt x="592113" y="88516"/>
                  <a:pt x="582078" y="89671"/>
                </a:cubicBezTo>
                <a:cubicBezTo>
                  <a:pt x="579376" y="89286"/>
                  <a:pt x="577060" y="88516"/>
                  <a:pt x="574358" y="88131"/>
                </a:cubicBezTo>
                <a:cubicBezTo>
                  <a:pt x="567024" y="86592"/>
                  <a:pt x="559690" y="85438"/>
                  <a:pt x="552356" y="83898"/>
                </a:cubicBezTo>
                <a:lnTo>
                  <a:pt x="551970" y="83128"/>
                </a:lnTo>
                <a:lnTo>
                  <a:pt x="551198" y="83513"/>
                </a:lnTo>
                <a:cubicBezTo>
                  <a:pt x="548110" y="83128"/>
                  <a:pt x="545408" y="83128"/>
                  <a:pt x="542320" y="82744"/>
                </a:cubicBezTo>
                <a:lnTo>
                  <a:pt x="542706" y="81204"/>
                </a:lnTo>
                <a:cubicBezTo>
                  <a:pt x="541548" y="78895"/>
                  <a:pt x="540004" y="79280"/>
                  <a:pt x="538846" y="81204"/>
                </a:cubicBezTo>
                <a:cubicBezTo>
                  <a:pt x="537688" y="81589"/>
                  <a:pt x="536530" y="81589"/>
                  <a:pt x="535372" y="82359"/>
                </a:cubicBezTo>
                <a:cubicBezTo>
                  <a:pt x="528811" y="81204"/>
                  <a:pt x="521863" y="79665"/>
                  <a:pt x="515301" y="78510"/>
                </a:cubicBezTo>
                <a:cubicBezTo>
                  <a:pt x="514143" y="78125"/>
                  <a:pt x="512599" y="78125"/>
                  <a:pt x="511441" y="77740"/>
                </a:cubicBezTo>
                <a:lnTo>
                  <a:pt x="497159" y="77740"/>
                </a:lnTo>
                <a:cubicBezTo>
                  <a:pt x="495615" y="77356"/>
                  <a:pt x="494071" y="76586"/>
                  <a:pt x="492913" y="76201"/>
                </a:cubicBezTo>
                <a:cubicBezTo>
                  <a:pt x="490983" y="75816"/>
                  <a:pt x="488667" y="75431"/>
                  <a:pt x="486737" y="75046"/>
                </a:cubicBezTo>
                <a:cubicBezTo>
                  <a:pt x="477473" y="74662"/>
                  <a:pt x="467824" y="74277"/>
                  <a:pt x="458560" y="73892"/>
                </a:cubicBezTo>
                <a:cubicBezTo>
                  <a:pt x="456244" y="73507"/>
                  <a:pt x="453928" y="73507"/>
                  <a:pt x="451612" y="73122"/>
                </a:cubicBezTo>
                <a:cubicBezTo>
                  <a:pt x="442734" y="69659"/>
                  <a:pt x="433856" y="67349"/>
                  <a:pt x="424206" y="70428"/>
                </a:cubicBezTo>
                <a:cubicBezTo>
                  <a:pt x="419960" y="65040"/>
                  <a:pt x="414171" y="65040"/>
                  <a:pt x="407995" y="65810"/>
                </a:cubicBezTo>
              </a:path>
            </a:pathLst>
          </a:custGeom>
          <a:solidFill xmlns:a="http://schemas.openxmlformats.org/drawingml/2006/main">
            <a:srgbClr val="5C2E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D144AC-2BE4-473F-B241-BCA15394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818" y="2347633"/>
            <a:ext cx="419960" cy="147399"/>
          </a:xfrm>
          <a:custGeom xmlns:a="http://schemas.openxmlformats.org/drawingml/2006/main">
            <a:pathLst>
              <a:path w="419960" h="147399">
                <a:moveTo>
                  <a:pt x="402591" y="46182"/>
                </a:moveTo>
                <a:cubicBezTo>
                  <a:pt x="408767" y="45798"/>
                  <a:pt x="414943" y="45413"/>
                  <a:pt x="419960" y="50031"/>
                </a:cubicBezTo>
                <a:cubicBezTo>
                  <a:pt x="418417" y="52340"/>
                  <a:pt x="416873" y="54264"/>
                  <a:pt x="415329" y="56573"/>
                </a:cubicBezTo>
                <a:cubicBezTo>
                  <a:pt x="377501" y="78510"/>
                  <a:pt x="340446" y="101601"/>
                  <a:pt x="299531" y="118150"/>
                </a:cubicBezTo>
                <a:cubicBezTo>
                  <a:pt x="232754" y="144705"/>
                  <a:pt x="164047" y="147399"/>
                  <a:pt x="93796" y="139317"/>
                </a:cubicBezTo>
                <a:cubicBezTo>
                  <a:pt x="85690" y="138547"/>
                  <a:pt x="77199" y="138162"/>
                  <a:pt x="69093" y="137778"/>
                </a:cubicBezTo>
                <a:cubicBezTo>
                  <a:pt x="66391" y="135084"/>
                  <a:pt x="63689" y="133929"/>
                  <a:pt x="60601" y="137393"/>
                </a:cubicBezTo>
                <a:cubicBezTo>
                  <a:pt x="57513" y="133159"/>
                  <a:pt x="52881" y="132775"/>
                  <a:pt x="48249" y="132390"/>
                </a:cubicBezTo>
                <a:cubicBezTo>
                  <a:pt x="40915" y="127387"/>
                  <a:pt x="32809" y="125077"/>
                  <a:pt x="24318" y="122768"/>
                </a:cubicBezTo>
                <a:cubicBezTo>
                  <a:pt x="20844" y="120074"/>
                  <a:pt x="17370" y="117380"/>
                  <a:pt x="13896" y="114686"/>
                </a:cubicBezTo>
                <a:cubicBezTo>
                  <a:pt x="4246" y="98138"/>
                  <a:pt x="0" y="80434"/>
                  <a:pt x="4246" y="61577"/>
                </a:cubicBezTo>
                <a:cubicBezTo>
                  <a:pt x="5018" y="60807"/>
                  <a:pt x="5404" y="59652"/>
                  <a:pt x="5018" y="58498"/>
                </a:cubicBezTo>
                <a:cubicBezTo>
                  <a:pt x="5790" y="56958"/>
                  <a:pt x="6948" y="55419"/>
                  <a:pt x="7720" y="53880"/>
                </a:cubicBezTo>
                <a:cubicBezTo>
                  <a:pt x="8492" y="51955"/>
                  <a:pt x="9264" y="50031"/>
                  <a:pt x="9650" y="48107"/>
                </a:cubicBezTo>
                <a:cubicBezTo>
                  <a:pt x="19686" y="37331"/>
                  <a:pt x="30107" y="27325"/>
                  <a:pt x="39757" y="16164"/>
                </a:cubicBezTo>
                <a:cubicBezTo>
                  <a:pt x="44389" y="10776"/>
                  <a:pt x="55583" y="11161"/>
                  <a:pt x="52881" y="0"/>
                </a:cubicBezTo>
                <a:cubicBezTo>
                  <a:pt x="61373" y="1155"/>
                  <a:pt x="69479" y="2694"/>
                  <a:pt x="77971" y="3849"/>
                </a:cubicBezTo>
                <a:cubicBezTo>
                  <a:pt x="59829" y="18473"/>
                  <a:pt x="39371" y="30788"/>
                  <a:pt x="25476" y="50416"/>
                </a:cubicBezTo>
                <a:cubicBezTo>
                  <a:pt x="23160" y="53880"/>
                  <a:pt x="19686" y="59652"/>
                  <a:pt x="21230" y="62346"/>
                </a:cubicBezTo>
                <a:cubicBezTo>
                  <a:pt x="23932" y="68119"/>
                  <a:pt x="30107" y="63886"/>
                  <a:pt x="34739" y="63886"/>
                </a:cubicBezTo>
                <a:cubicBezTo>
                  <a:pt x="36669" y="64271"/>
                  <a:pt x="38599" y="64655"/>
                  <a:pt x="40915" y="65040"/>
                </a:cubicBezTo>
                <a:cubicBezTo>
                  <a:pt x="35897" y="71198"/>
                  <a:pt x="29335" y="75046"/>
                  <a:pt x="22388" y="78125"/>
                </a:cubicBezTo>
                <a:cubicBezTo>
                  <a:pt x="13124" y="82744"/>
                  <a:pt x="16212" y="89671"/>
                  <a:pt x="19686" y="95829"/>
                </a:cubicBezTo>
                <a:cubicBezTo>
                  <a:pt x="23932" y="102756"/>
                  <a:pt x="28563" y="100062"/>
                  <a:pt x="33967" y="96213"/>
                </a:cubicBezTo>
                <a:cubicBezTo>
                  <a:pt x="38985" y="92365"/>
                  <a:pt x="45161" y="90441"/>
                  <a:pt x="50951" y="87747"/>
                </a:cubicBezTo>
                <a:cubicBezTo>
                  <a:pt x="52495" y="87747"/>
                  <a:pt x="54039" y="87747"/>
                  <a:pt x="55969" y="88131"/>
                </a:cubicBezTo>
                <a:cubicBezTo>
                  <a:pt x="54039" y="100832"/>
                  <a:pt x="38213" y="99292"/>
                  <a:pt x="33195" y="109683"/>
                </a:cubicBezTo>
                <a:cubicBezTo>
                  <a:pt x="47091" y="115456"/>
                  <a:pt x="59829" y="127002"/>
                  <a:pt x="71409" y="105835"/>
                </a:cubicBezTo>
                <a:cubicBezTo>
                  <a:pt x="74497" y="100062"/>
                  <a:pt x="82603" y="98138"/>
                  <a:pt x="90322" y="99292"/>
                </a:cubicBezTo>
                <a:cubicBezTo>
                  <a:pt x="74497" y="123923"/>
                  <a:pt x="74497" y="123923"/>
                  <a:pt x="105376" y="126232"/>
                </a:cubicBezTo>
                <a:cubicBezTo>
                  <a:pt x="109236" y="126232"/>
                  <a:pt x="113096" y="126617"/>
                  <a:pt x="116956" y="126617"/>
                </a:cubicBezTo>
                <a:cubicBezTo>
                  <a:pt x="124290" y="127002"/>
                  <a:pt x="132010" y="127387"/>
                  <a:pt x="139344" y="127771"/>
                </a:cubicBezTo>
                <a:cubicBezTo>
                  <a:pt x="144361" y="134699"/>
                  <a:pt x="149379" y="135853"/>
                  <a:pt x="155555" y="128926"/>
                </a:cubicBezTo>
                <a:cubicBezTo>
                  <a:pt x="157871" y="128541"/>
                  <a:pt x="160187" y="128541"/>
                  <a:pt x="162503" y="128156"/>
                </a:cubicBezTo>
                <a:cubicBezTo>
                  <a:pt x="167907" y="131235"/>
                  <a:pt x="173311" y="136623"/>
                  <a:pt x="179101" y="128926"/>
                </a:cubicBezTo>
                <a:cubicBezTo>
                  <a:pt x="187979" y="128156"/>
                  <a:pt x="196856" y="127002"/>
                  <a:pt x="205734" y="126232"/>
                </a:cubicBezTo>
                <a:cubicBezTo>
                  <a:pt x="209980" y="125847"/>
                  <a:pt x="214226" y="125847"/>
                  <a:pt x="218086" y="125462"/>
                </a:cubicBezTo>
                <a:cubicBezTo>
                  <a:pt x="233912" y="120459"/>
                  <a:pt x="252825" y="123923"/>
                  <a:pt x="264405" y="107759"/>
                </a:cubicBezTo>
                <a:cubicBezTo>
                  <a:pt x="267879" y="107374"/>
                  <a:pt x="271353" y="107374"/>
                  <a:pt x="275213" y="106989"/>
                </a:cubicBezTo>
                <a:cubicBezTo>
                  <a:pt x="282161" y="111223"/>
                  <a:pt x="288337" y="106220"/>
                  <a:pt x="294899" y="104680"/>
                </a:cubicBezTo>
                <a:cubicBezTo>
                  <a:pt x="312268" y="101217"/>
                  <a:pt x="321146" y="86592"/>
                  <a:pt x="333498" y="76201"/>
                </a:cubicBezTo>
                <a:cubicBezTo>
                  <a:pt x="335042" y="75431"/>
                  <a:pt x="336200" y="74277"/>
                  <a:pt x="337744" y="73507"/>
                </a:cubicBezTo>
                <a:cubicBezTo>
                  <a:pt x="340060" y="71968"/>
                  <a:pt x="342762" y="70043"/>
                  <a:pt x="345078" y="68504"/>
                </a:cubicBezTo>
                <a:cubicBezTo>
                  <a:pt x="344692" y="75431"/>
                  <a:pt x="345850" y="83513"/>
                  <a:pt x="354728" y="77740"/>
                </a:cubicBezTo>
                <a:cubicBezTo>
                  <a:pt x="370553" y="67734"/>
                  <a:pt x="389467" y="60807"/>
                  <a:pt x="402591" y="46182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6F8675-6650-4F16-B202-18DCEAB8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90" y="2408054"/>
            <a:ext cx="433470" cy="119689"/>
          </a:xfrm>
          <a:custGeom xmlns:a="http://schemas.openxmlformats.org/drawingml/2006/main">
            <a:pathLst>
              <a:path w="433470" h="119689">
                <a:moveTo>
                  <a:pt x="386" y="67734"/>
                </a:moveTo>
                <a:cubicBezTo>
                  <a:pt x="386" y="67734"/>
                  <a:pt x="0" y="65810"/>
                  <a:pt x="386" y="65810"/>
                </a:cubicBezTo>
                <a:cubicBezTo>
                  <a:pt x="70637" y="38485"/>
                  <a:pt x="142045" y="15394"/>
                  <a:pt x="217314" y="7697"/>
                </a:cubicBezTo>
                <a:cubicBezTo>
                  <a:pt x="278301" y="1155"/>
                  <a:pt x="339288" y="0"/>
                  <a:pt x="395257" y="31943"/>
                </a:cubicBezTo>
                <a:cubicBezTo>
                  <a:pt x="431540" y="52340"/>
                  <a:pt x="433470" y="73507"/>
                  <a:pt x="400661" y="98907"/>
                </a:cubicBezTo>
                <a:cubicBezTo>
                  <a:pt x="392941" y="105065"/>
                  <a:pt x="381361" y="107759"/>
                  <a:pt x="379431" y="119689"/>
                </a:cubicBezTo>
                <a:cubicBezTo>
                  <a:pt x="370167" y="118150"/>
                  <a:pt x="360904" y="116611"/>
                  <a:pt x="351254" y="114686"/>
                </a:cubicBezTo>
                <a:cubicBezTo>
                  <a:pt x="359360" y="101986"/>
                  <a:pt x="374027" y="100062"/>
                  <a:pt x="385607" y="92365"/>
                </a:cubicBezTo>
                <a:cubicBezTo>
                  <a:pt x="417645" y="71198"/>
                  <a:pt x="417259" y="59652"/>
                  <a:pt x="382905" y="41949"/>
                </a:cubicBezTo>
                <a:cubicBezTo>
                  <a:pt x="379045" y="39640"/>
                  <a:pt x="375185" y="37716"/>
                  <a:pt x="371325" y="35407"/>
                </a:cubicBezTo>
                <a:cubicBezTo>
                  <a:pt x="369009" y="35022"/>
                  <a:pt x="366307" y="34252"/>
                  <a:pt x="363991" y="33867"/>
                </a:cubicBezTo>
                <a:cubicBezTo>
                  <a:pt x="360518" y="30788"/>
                  <a:pt x="356272" y="30788"/>
                  <a:pt x="351640" y="30403"/>
                </a:cubicBezTo>
                <a:cubicBezTo>
                  <a:pt x="349710" y="23091"/>
                  <a:pt x="345850" y="21937"/>
                  <a:pt x="340060" y="26940"/>
                </a:cubicBezTo>
                <a:cubicBezTo>
                  <a:pt x="321532" y="25015"/>
                  <a:pt x="304163" y="16934"/>
                  <a:pt x="285249" y="19243"/>
                </a:cubicBezTo>
                <a:cubicBezTo>
                  <a:pt x="280617" y="19243"/>
                  <a:pt x="275599" y="19243"/>
                  <a:pt x="270967" y="19628"/>
                </a:cubicBezTo>
                <a:cubicBezTo>
                  <a:pt x="249738" y="12700"/>
                  <a:pt x="234684" y="28094"/>
                  <a:pt x="216542" y="33482"/>
                </a:cubicBezTo>
                <a:lnTo>
                  <a:pt x="216542" y="27709"/>
                </a:lnTo>
                <a:cubicBezTo>
                  <a:pt x="207278" y="18088"/>
                  <a:pt x="196470" y="25785"/>
                  <a:pt x="186435" y="25400"/>
                </a:cubicBezTo>
                <a:cubicBezTo>
                  <a:pt x="168679" y="25015"/>
                  <a:pt x="159801" y="44258"/>
                  <a:pt x="142045" y="43873"/>
                </a:cubicBezTo>
                <a:cubicBezTo>
                  <a:pt x="142817" y="40410"/>
                  <a:pt x="143589" y="36946"/>
                  <a:pt x="138958" y="35791"/>
                </a:cubicBezTo>
                <a:cubicBezTo>
                  <a:pt x="102288" y="44258"/>
                  <a:pt x="65619" y="54649"/>
                  <a:pt x="31265" y="69659"/>
                </a:cubicBezTo>
                <a:lnTo>
                  <a:pt x="11966" y="69659"/>
                </a:lnTo>
                <a:cubicBezTo>
                  <a:pt x="8492" y="66965"/>
                  <a:pt x="4632" y="67349"/>
                  <a:pt x="386" y="67734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C753D-CD72-445F-9842-247E99B7F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620" y="2478098"/>
            <a:ext cx="591727" cy="88516"/>
          </a:xfrm>
          <a:custGeom xmlns:a="http://schemas.openxmlformats.org/drawingml/2006/main">
            <a:pathLst>
              <a:path w="591727" h="88516">
                <a:moveTo>
                  <a:pt x="10036" y="0"/>
                </a:moveTo>
                <a:lnTo>
                  <a:pt x="29335" y="0"/>
                </a:lnTo>
                <a:cubicBezTo>
                  <a:pt x="30493" y="1155"/>
                  <a:pt x="32037" y="1924"/>
                  <a:pt x="33195" y="3079"/>
                </a:cubicBezTo>
                <a:cubicBezTo>
                  <a:pt x="36283" y="9236"/>
                  <a:pt x="40143" y="9236"/>
                  <a:pt x="44775" y="4233"/>
                </a:cubicBezTo>
                <a:cubicBezTo>
                  <a:pt x="50179" y="5003"/>
                  <a:pt x="55583" y="5773"/>
                  <a:pt x="60987" y="6927"/>
                </a:cubicBezTo>
                <a:cubicBezTo>
                  <a:pt x="62531" y="6927"/>
                  <a:pt x="63689" y="7312"/>
                  <a:pt x="65233" y="7312"/>
                </a:cubicBezTo>
                <a:cubicBezTo>
                  <a:pt x="71409" y="7312"/>
                  <a:pt x="77585" y="7312"/>
                  <a:pt x="83375" y="7697"/>
                </a:cubicBezTo>
                <a:cubicBezTo>
                  <a:pt x="92638" y="9621"/>
                  <a:pt x="101516" y="11161"/>
                  <a:pt x="110780" y="13085"/>
                </a:cubicBezTo>
                <a:cubicBezTo>
                  <a:pt x="119272" y="16164"/>
                  <a:pt x="128150" y="18473"/>
                  <a:pt x="137414" y="16549"/>
                </a:cubicBezTo>
                <a:cubicBezTo>
                  <a:pt x="140115" y="16934"/>
                  <a:pt x="143203" y="16934"/>
                  <a:pt x="145905" y="17318"/>
                </a:cubicBezTo>
                <a:cubicBezTo>
                  <a:pt x="150537" y="21167"/>
                  <a:pt x="155555" y="19243"/>
                  <a:pt x="160573" y="19628"/>
                </a:cubicBezTo>
                <a:cubicBezTo>
                  <a:pt x="163275" y="20012"/>
                  <a:pt x="166363" y="20782"/>
                  <a:pt x="169065" y="21167"/>
                </a:cubicBezTo>
                <a:cubicBezTo>
                  <a:pt x="174469" y="23091"/>
                  <a:pt x="180259" y="25015"/>
                  <a:pt x="185663" y="26940"/>
                </a:cubicBezTo>
                <a:cubicBezTo>
                  <a:pt x="199172" y="25015"/>
                  <a:pt x="212296" y="28479"/>
                  <a:pt x="225806" y="30019"/>
                </a:cubicBezTo>
                <a:cubicBezTo>
                  <a:pt x="228508" y="30019"/>
                  <a:pt x="231596" y="30403"/>
                  <a:pt x="234298" y="30403"/>
                </a:cubicBezTo>
                <a:cubicBezTo>
                  <a:pt x="238158" y="30403"/>
                  <a:pt x="242018" y="30019"/>
                  <a:pt x="245878" y="30019"/>
                </a:cubicBezTo>
                <a:cubicBezTo>
                  <a:pt x="251282" y="38101"/>
                  <a:pt x="259001" y="34252"/>
                  <a:pt x="265949" y="33482"/>
                </a:cubicBezTo>
                <a:cubicBezTo>
                  <a:pt x="271353" y="38485"/>
                  <a:pt x="277915" y="38485"/>
                  <a:pt x="284477" y="37716"/>
                </a:cubicBezTo>
                <a:cubicBezTo>
                  <a:pt x="288723" y="38870"/>
                  <a:pt x="293355" y="39640"/>
                  <a:pt x="297601" y="36946"/>
                </a:cubicBezTo>
                <a:cubicBezTo>
                  <a:pt x="304935" y="44643"/>
                  <a:pt x="314584" y="41179"/>
                  <a:pt x="323076" y="41949"/>
                </a:cubicBezTo>
                <a:cubicBezTo>
                  <a:pt x="331954" y="41949"/>
                  <a:pt x="340446" y="48876"/>
                  <a:pt x="349710" y="45028"/>
                </a:cubicBezTo>
                <a:cubicBezTo>
                  <a:pt x="358974" y="46567"/>
                  <a:pt x="368237" y="48107"/>
                  <a:pt x="377887" y="50031"/>
                </a:cubicBezTo>
                <a:cubicBezTo>
                  <a:pt x="384449" y="48876"/>
                  <a:pt x="390625" y="48107"/>
                  <a:pt x="395643" y="53880"/>
                </a:cubicBezTo>
                <a:lnTo>
                  <a:pt x="396415" y="53880"/>
                </a:lnTo>
                <a:lnTo>
                  <a:pt x="423434" y="53880"/>
                </a:lnTo>
                <a:cubicBezTo>
                  <a:pt x="426908" y="58113"/>
                  <a:pt x="430768" y="58883"/>
                  <a:pt x="435014" y="55034"/>
                </a:cubicBezTo>
                <a:cubicBezTo>
                  <a:pt x="441190" y="55804"/>
                  <a:pt x="447366" y="56573"/>
                  <a:pt x="453542" y="57343"/>
                </a:cubicBezTo>
                <a:cubicBezTo>
                  <a:pt x="459332" y="63501"/>
                  <a:pt x="466280" y="62731"/>
                  <a:pt x="473228" y="59652"/>
                </a:cubicBezTo>
                <a:cubicBezTo>
                  <a:pt x="484035" y="61577"/>
                  <a:pt x="486351" y="51186"/>
                  <a:pt x="492141" y="46182"/>
                </a:cubicBezTo>
                <a:cubicBezTo>
                  <a:pt x="495229" y="46182"/>
                  <a:pt x="498317" y="46182"/>
                  <a:pt x="501405" y="45798"/>
                </a:cubicBezTo>
                <a:cubicBezTo>
                  <a:pt x="531512" y="60037"/>
                  <a:pt x="561620" y="74277"/>
                  <a:pt x="591727" y="88516"/>
                </a:cubicBezTo>
                <a:lnTo>
                  <a:pt x="472456" y="88516"/>
                </a:lnTo>
                <a:cubicBezTo>
                  <a:pt x="470140" y="88516"/>
                  <a:pt x="465508" y="86977"/>
                  <a:pt x="465894" y="86207"/>
                </a:cubicBezTo>
                <a:cubicBezTo>
                  <a:pt x="470140" y="55419"/>
                  <a:pt x="444278" y="76586"/>
                  <a:pt x="435400" y="68504"/>
                </a:cubicBezTo>
                <a:cubicBezTo>
                  <a:pt x="431154" y="62346"/>
                  <a:pt x="426136" y="60807"/>
                  <a:pt x="419960" y="65040"/>
                </a:cubicBezTo>
                <a:cubicBezTo>
                  <a:pt x="413785" y="64271"/>
                  <a:pt x="407609" y="63886"/>
                  <a:pt x="401433" y="63116"/>
                </a:cubicBezTo>
                <a:cubicBezTo>
                  <a:pt x="393713" y="55419"/>
                  <a:pt x="384835" y="58113"/>
                  <a:pt x="375957" y="59652"/>
                </a:cubicBezTo>
                <a:cubicBezTo>
                  <a:pt x="365149" y="58113"/>
                  <a:pt x="353570" y="61577"/>
                  <a:pt x="343148" y="55419"/>
                </a:cubicBezTo>
                <a:cubicBezTo>
                  <a:pt x="337744" y="55419"/>
                  <a:pt x="332726" y="55034"/>
                  <a:pt x="327322" y="55034"/>
                </a:cubicBezTo>
                <a:cubicBezTo>
                  <a:pt x="319602" y="55034"/>
                  <a:pt x="313040" y="48876"/>
                  <a:pt x="304935" y="51955"/>
                </a:cubicBezTo>
                <a:cubicBezTo>
                  <a:pt x="302233" y="51570"/>
                  <a:pt x="299531" y="51570"/>
                  <a:pt x="296443" y="51186"/>
                </a:cubicBezTo>
                <a:cubicBezTo>
                  <a:pt x="293741" y="50416"/>
                  <a:pt x="291425" y="50031"/>
                  <a:pt x="288723" y="49261"/>
                </a:cubicBezTo>
                <a:cubicBezTo>
                  <a:pt x="284091" y="39255"/>
                  <a:pt x="276757" y="42334"/>
                  <a:pt x="269809" y="45798"/>
                </a:cubicBezTo>
                <a:cubicBezTo>
                  <a:pt x="267879" y="46182"/>
                  <a:pt x="265949" y="46182"/>
                  <a:pt x="263633" y="46567"/>
                </a:cubicBezTo>
                <a:lnTo>
                  <a:pt x="264019" y="46567"/>
                </a:lnTo>
                <a:cubicBezTo>
                  <a:pt x="260545" y="45413"/>
                  <a:pt x="257457" y="44643"/>
                  <a:pt x="253983" y="43488"/>
                </a:cubicBezTo>
                <a:cubicBezTo>
                  <a:pt x="249352" y="36561"/>
                  <a:pt x="242790" y="39640"/>
                  <a:pt x="236614" y="40025"/>
                </a:cubicBezTo>
                <a:cubicBezTo>
                  <a:pt x="235070" y="40025"/>
                  <a:pt x="233912" y="40025"/>
                  <a:pt x="232368" y="39640"/>
                </a:cubicBezTo>
                <a:lnTo>
                  <a:pt x="225034" y="39640"/>
                </a:lnTo>
                <a:cubicBezTo>
                  <a:pt x="216542" y="39255"/>
                  <a:pt x="208436" y="39255"/>
                  <a:pt x="199944" y="38870"/>
                </a:cubicBezTo>
                <a:cubicBezTo>
                  <a:pt x="196856" y="35022"/>
                  <a:pt x="192611" y="35407"/>
                  <a:pt x="188365" y="36176"/>
                </a:cubicBezTo>
                <a:cubicBezTo>
                  <a:pt x="179487" y="35022"/>
                  <a:pt x="170609" y="33867"/>
                  <a:pt x="161731" y="32713"/>
                </a:cubicBezTo>
                <a:cubicBezTo>
                  <a:pt x="158643" y="32328"/>
                  <a:pt x="155941" y="32328"/>
                  <a:pt x="152853" y="31943"/>
                </a:cubicBezTo>
                <a:cubicBezTo>
                  <a:pt x="144361" y="27709"/>
                  <a:pt x="135484" y="26555"/>
                  <a:pt x="126220" y="27709"/>
                </a:cubicBezTo>
                <a:cubicBezTo>
                  <a:pt x="121974" y="27709"/>
                  <a:pt x="118114" y="28094"/>
                  <a:pt x="113868" y="28094"/>
                </a:cubicBezTo>
                <a:cubicBezTo>
                  <a:pt x="101130" y="29634"/>
                  <a:pt x="90322" y="19243"/>
                  <a:pt x="77585" y="22706"/>
                </a:cubicBezTo>
                <a:cubicBezTo>
                  <a:pt x="75269" y="22322"/>
                  <a:pt x="73339" y="21937"/>
                  <a:pt x="71023" y="21552"/>
                </a:cubicBezTo>
                <a:cubicBezTo>
                  <a:pt x="57513" y="17703"/>
                  <a:pt x="44003" y="15394"/>
                  <a:pt x="30107" y="16549"/>
                </a:cubicBezTo>
                <a:cubicBezTo>
                  <a:pt x="27792" y="15779"/>
                  <a:pt x="25476" y="15394"/>
                  <a:pt x="23160" y="14624"/>
                </a:cubicBezTo>
                <a:cubicBezTo>
                  <a:pt x="20072" y="13470"/>
                  <a:pt x="17370" y="12700"/>
                  <a:pt x="14282" y="11546"/>
                </a:cubicBezTo>
                <a:cubicBezTo>
                  <a:pt x="12738" y="7697"/>
                  <a:pt x="0" y="7697"/>
                  <a:pt x="10036" y="0"/>
                </a:cubicBezTo>
              </a:path>
            </a:pathLst>
          </a:custGeom>
          <a:solidFill xmlns:a="http://schemas.openxmlformats.org/drawingml/2006/main">
            <a:srgbClr val="5C2E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48E699-BC69-4F8E-AAE7-00EFE33F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747" y="2443461"/>
            <a:ext cx="408381" cy="142011"/>
          </a:xfrm>
          <a:custGeom xmlns:a="http://schemas.openxmlformats.org/drawingml/2006/main">
            <a:pathLst>
              <a:path w="408381" h="142011">
                <a:moveTo>
                  <a:pt x="47091" y="0"/>
                </a:moveTo>
                <a:cubicBezTo>
                  <a:pt x="50951" y="0"/>
                  <a:pt x="54425" y="385"/>
                  <a:pt x="57899" y="385"/>
                </a:cubicBezTo>
                <a:cubicBezTo>
                  <a:pt x="56741" y="7312"/>
                  <a:pt x="49793" y="9621"/>
                  <a:pt x="45933" y="13855"/>
                </a:cubicBezTo>
                <a:cubicBezTo>
                  <a:pt x="31651" y="29249"/>
                  <a:pt x="8878" y="39640"/>
                  <a:pt x="10808" y="68119"/>
                </a:cubicBezTo>
                <a:cubicBezTo>
                  <a:pt x="18528" y="62346"/>
                  <a:pt x="25862" y="60807"/>
                  <a:pt x="33195" y="59652"/>
                </a:cubicBezTo>
                <a:lnTo>
                  <a:pt x="33195" y="65425"/>
                </a:lnTo>
                <a:cubicBezTo>
                  <a:pt x="32037" y="66580"/>
                  <a:pt x="30493" y="67734"/>
                  <a:pt x="29335" y="68889"/>
                </a:cubicBezTo>
                <a:cubicBezTo>
                  <a:pt x="19300" y="73892"/>
                  <a:pt x="0" y="73892"/>
                  <a:pt x="16984" y="92750"/>
                </a:cubicBezTo>
                <a:lnTo>
                  <a:pt x="17370" y="92750"/>
                </a:lnTo>
                <a:cubicBezTo>
                  <a:pt x="18914" y="101601"/>
                  <a:pt x="27020" y="102756"/>
                  <a:pt x="32809" y="105450"/>
                </a:cubicBezTo>
                <a:cubicBezTo>
                  <a:pt x="50179" y="112762"/>
                  <a:pt x="68707" y="114302"/>
                  <a:pt x="87234" y="116226"/>
                </a:cubicBezTo>
                <a:cubicBezTo>
                  <a:pt x="90708" y="119305"/>
                  <a:pt x="94954" y="118920"/>
                  <a:pt x="99200" y="118150"/>
                </a:cubicBezTo>
                <a:cubicBezTo>
                  <a:pt x="103060" y="118535"/>
                  <a:pt x="106920" y="118920"/>
                  <a:pt x="110394" y="119305"/>
                </a:cubicBezTo>
                <a:cubicBezTo>
                  <a:pt x="112710" y="122383"/>
                  <a:pt x="115798" y="122383"/>
                  <a:pt x="119272" y="121229"/>
                </a:cubicBezTo>
                <a:cubicBezTo>
                  <a:pt x="122746" y="120844"/>
                  <a:pt x="126606" y="120844"/>
                  <a:pt x="130080" y="120459"/>
                </a:cubicBezTo>
                <a:cubicBezTo>
                  <a:pt x="140115" y="123153"/>
                  <a:pt x="150537" y="123153"/>
                  <a:pt x="160573" y="121614"/>
                </a:cubicBezTo>
                <a:cubicBezTo>
                  <a:pt x="167135" y="122383"/>
                  <a:pt x="173697" y="124308"/>
                  <a:pt x="180259" y="120459"/>
                </a:cubicBezTo>
                <a:cubicBezTo>
                  <a:pt x="190681" y="118920"/>
                  <a:pt x="203418" y="123923"/>
                  <a:pt x="209980" y="112377"/>
                </a:cubicBezTo>
                <a:cubicBezTo>
                  <a:pt x="214998" y="104295"/>
                  <a:pt x="222332" y="101986"/>
                  <a:pt x="230052" y="98907"/>
                </a:cubicBezTo>
                <a:cubicBezTo>
                  <a:pt x="230438" y="100832"/>
                  <a:pt x="230824" y="102371"/>
                  <a:pt x="231210" y="104295"/>
                </a:cubicBezTo>
                <a:cubicBezTo>
                  <a:pt x="229666" y="106220"/>
                  <a:pt x="226964" y="108529"/>
                  <a:pt x="227350" y="110453"/>
                </a:cubicBezTo>
                <a:cubicBezTo>
                  <a:pt x="228122" y="116226"/>
                  <a:pt x="232754" y="112762"/>
                  <a:pt x="236228" y="112762"/>
                </a:cubicBezTo>
                <a:cubicBezTo>
                  <a:pt x="255913" y="112762"/>
                  <a:pt x="263247" y="91595"/>
                  <a:pt x="280231" y="87362"/>
                </a:cubicBezTo>
                <a:cubicBezTo>
                  <a:pt x="281389" y="88901"/>
                  <a:pt x="282161" y="90825"/>
                  <a:pt x="283319" y="92365"/>
                </a:cubicBezTo>
                <a:cubicBezTo>
                  <a:pt x="287179" y="98523"/>
                  <a:pt x="292197" y="95444"/>
                  <a:pt x="296829" y="93519"/>
                </a:cubicBezTo>
                <a:cubicBezTo>
                  <a:pt x="330410" y="79665"/>
                  <a:pt x="362448" y="63501"/>
                  <a:pt x="392169" y="42334"/>
                </a:cubicBezTo>
                <a:lnTo>
                  <a:pt x="400275" y="41179"/>
                </a:lnTo>
                <a:cubicBezTo>
                  <a:pt x="404521" y="42334"/>
                  <a:pt x="408381" y="43488"/>
                  <a:pt x="406837" y="49261"/>
                </a:cubicBezTo>
                <a:cubicBezTo>
                  <a:pt x="404135" y="51570"/>
                  <a:pt x="401819" y="53880"/>
                  <a:pt x="399117" y="56189"/>
                </a:cubicBezTo>
                <a:cubicBezTo>
                  <a:pt x="351254" y="83898"/>
                  <a:pt x="302619" y="108914"/>
                  <a:pt x="248966" y="123923"/>
                </a:cubicBezTo>
                <a:cubicBezTo>
                  <a:pt x="182575" y="142011"/>
                  <a:pt x="116956" y="137008"/>
                  <a:pt x="50951" y="125077"/>
                </a:cubicBezTo>
                <a:cubicBezTo>
                  <a:pt x="46705" y="124308"/>
                  <a:pt x="42073" y="123538"/>
                  <a:pt x="37827" y="122768"/>
                </a:cubicBezTo>
                <a:cubicBezTo>
                  <a:pt x="34353" y="119689"/>
                  <a:pt x="30493" y="117380"/>
                  <a:pt x="25476" y="117765"/>
                </a:cubicBezTo>
                <a:cubicBezTo>
                  <a:pt x="17756" y="111992"/>
                  <a:pt x="10422" y="106220"/>
                  <a:pt x="2702" y="100062"/>
                </a:cubicBezTo>
                <a:cubicBezTo>
                  <a:pt x="772" y="80050"/>
                  <a:pt x="0" y="60422"/>
                  <a:pt x="3088" y="40410"/>
                </a:cubicBezTo>
                <a:cubicBezTo>
                  <a:pt x="16984" y="26555"/>
                  <a:pt x="27406" y="8467"/>
                  <a:pt x="47091" y="0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D9F99C-3DD2-453A-9CBB-20D39606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404" y="1953923"/>
            <a:ext cx="51086" cy="378315"/>
          </a:xfrm>
          <a:custGeom xmlns:a="http://schemas.openxmlformats.org/drawingml/2006/main">
            <a:pathLst>
              <a:path w="51086" h="378315">
                <a:moveTo>
                  <a:pt x="32558" y="353011"/>
                </a:moveTo>
                <a:lnTo>
                  <a:pt x="32557" y="340744"/>
                </a:lnTo>
                <a:lnTo>
                  <a:pt x="32556" y="328476"/>
                </a:lnTo>
                <a:lnTo>
                  <a:pt x="32554" y="316209"/>
                </a:lnTo>
                <a:lnTo>
                  <a:pt x="32552" y="303942"/>
                </a:lnTo>
                <a:lnTo>
                  <a:pt x="32548" y="291675"/>
                </a:lnTo>
                <a:lnTo>
                  <a:pt x="32544" y="279408"/>
                </a:lnTo>
                <a:lnTo>
                  <a:pt x="32538" y="267140"/>
                </a:lnTo>
                <a:lnTo>
                  <a:pt x="32530" y="254873"/>
                </a:lnTo>
                <a:lnTo>
                  <a:pt x="32521" y="242606"/>
                </a:lnTo>
                <a:lnTo>
                  <a:pt x="32510" y="230339"/>
                </a:lnTo>
                <a:lnTo>
                  <a:pt x="32497" y="218071"/>
                </a:lnTo>
                <a:lnTo>
                  <a:pt x="32481" y="205804"/>
                </a:lnTo>
                <a:lnTo>
                  <a:pt x="32464" y="193537"/>
                </a:lnTo>
                <a:lnTo>
                  <a:pt x="32444" y="181270"/>
                </a:lnTo>
                <a:lnTo>
                  <a:pt x="32421" y="169003"/>
                </a:lnTo>
                <a:lnTo>
                  <a:pt x="32395" y="156735"/>
                </a:lnTo>
                <a:lnTo>
                  <a:pt x="32366" y="144468"/>
                </a:lnTo>
                <a:lnTo>
                  <a:pt x="32335" y="132201"/>
                </a:lnTo>
                <a:lnTo>
                  <a:pt x="32299" y="119934"/>
                </a:lnTo>
                <a:lnTo>
                  <a:pt x="32261" y="107667"/>
                </a:lnTo>
                <a:lnTo>
                  <a:pt x="32218" y="95399"/>
                </a:lnTo>
                <a:lnTo>
                  <a:pt x="32172" y="83132"/>
                </a:lnTo>
                <a:lnTo>
                  <a:pt x="32177" y="81848"/>
                </a:lnTo>
                <a:lnTo>
                  <a:pt x="32194" y="80594"/>
                </a:lnTo>
                <a:lnTo>
                  <a:pt x="32230" y="79372"/>
                </a:lnTo>
                <a:lnTo>
                  <a:pt x="32288" y="78186"/>
                </a:lnTo>
                <a:lnTo>
                  <a:pt x="32374" y="77037"/>
                </a:lnTo>
                <a:lnTo>
                  <a:pt x="32492" y="75928"/>
                </a:lnTo>
                <a:lnTo>
                  <a:pt x="32647" y="74861"/>
                </a:lnTo>
                <a:lnTo>
                  <a:pt x="32844" y="73839"/>
                </a:lnTo>
                <a:lnTo>
                  <a:pt x="33088" y="72863"/>
                </a:lnTo>
                <a:lnTo>
                  <a:pt x="33384" y="71936"/>
                </a:lnTo>
                <a:lnTo>
                  <a:pt x="33736" y="71061"/>
                </a:lnTo>
                <a:lnTo>
                  <a:pt x="34150" y="70240"/>
                </a:lnTo>
                <a:lnTo>
                  <a:pt x="34630" y="69474"/>
                </a:lnTo>
                <a:lnTo>
                  <a:pt x="35182" y="68767"/>
                </a:lnTo>
                <a:lnTo>
                  <a:pt x="35809" y="68121"/>
                </a:lnTo>
                <a:lnTo>
                  <a:pt x="36518" y="67538"/>
                </a:lnTo>
                <a:lnTo>
                  <a:pt x="37312" y="67021"/>
                </a:lnTo>
                <a:lnTo>
                  <a:pt x="38197" y="66571"/>
                </a:lnTo>
                <a:lnTo>
                  <a:pt x="39177" y="66192"/>
                </a:lnTo>
                <a:lnTo>
                  <a:pt x="40258" y="65885"/>
                </a:lnTo>
                <a:lnTo>
                  <a:pt x="41444" y="65653"/>
                </a:lnTo>
                <a:lnTo>
                  <a:pt x="42740" y="65498"/>
                </a:lnTo>
                <a:lnTo>
                  <a:pt x="44151" y="65422"/>
                </a:lnTo>
                <a:lnTo>
                  <a:pt x="45682" y="65429"/>
                </a:lnTo>
                <a:lnTo>
                  <a:pt x="46102" y="65409"/>
                </a:lnTo>
                <a:lnTo>
                  <a:pt x="46496" y="65351"/>
                </a:lnTo>
                <a:lnTo>
                  <a:pt x="46864" y="65257"/>
                </a:lnTo>
                <a:lnTo>
                  <a:pt x="47208" y="65130"/>
                </a:lnTo>
                <a:lnTo>
                  <a:pt x="47529" y="64970"/>
                </a:lnTo>
                <a:lnTo>
                  <a:pt x="47829" y="64779"/>
                </a:lnTo>
                <a:lnTo>
                  <a:pt x="48108" y="64561"/>
                </a:lnTo>
                <a:lnTo>
                  <a:pt x="48369" y="64317"/>
                </a:lnTo>
                <a:lnTo>
                  <a:pt x="48613" y="64049"/>
                </a:lnTo>
                <a:lnTo>
                  <a:pt x="48840" y="63759"/>
                </a:lnTo>
                <a:lnTo>
                  <a:pt x="49053" y="63448"/>
                </a:lnTo>
                <a:lnTo>
                  <a:pt x="49252" y="63120"/>
                </a:lnTo>
                <a:lnTo>
                  <a:pt x="49439" y="62775"/>
                </a:lnTo>
                <a:lnTo>
                  <a:pt x="49616" y="62417"/>
                </a:lnTo>
                <a:lnTo>
                  <a:pt x="49783" y="62046"/>
                </a:lnTo>
                <a:lnTo>
                  <a:pt x="49942" y="61666"/>
                </a:lnTo>
                <a:lnTo>
                  <a:pt x="50094" y="61277"/>
                </a:lnTo>
                <a:lnTo>
                  <a:pt x="50241" y="60883"/>
                </a:lnTo>
                <a:lnTo>
                  <a:pt x="50384" y="60484"/>
                </a:lnTo>
                <a:lnTo>
                  <a:pt x="50524" y="60084"/>
                </a:lnTo>
                <a:lnTo>
                  <a:pt x="50663" y="59683"/>
                </a:lnTo>
                <a:lnTo>
                  <a:pt x="50802" y="59285"/>
                </a:lnTo>
                <a:lnTo>
                  <a:pt x="50943" y="58890"/>
                </a:lnTo>
                <a:lnTo>
                  <a:pt x="51086" y="58502"/>
                </a:lnTo>
                <a:lnTo>
                  <a:pt x="50702" y="57586"/>
                </a:lnTo>
                <a:lnTo>
                  <a:pt x="50321" y="56666"/>
                </a:lnTo>
                <a:lnTo>
                  <a:pt x="49945" y="55742"/>
                </a:lnTo>
                <a:lnTo>
                  <a:pt x="49572" y="54815"/>
                </a:lnTo>
                <a:lnTo>
                  <a:pt x="49202" y="53885"/>
                </a:lnTo>
                <a:lnTo>
                  <a:pt x="48836" y="52951"/>
                </a:lnTo>
                <a:lnTo>
                  <a:pt x="48473" y="52015"/>
                </a:lnTo>
                <a:lnTo>
                  <a:pt x="48112" y="51075"/>
                </a:lnTo>
                <a:lnTo>
                  <a:pt x="47754" y="50133"/>
                </a:lnTo>
                <a:lnTo>
                  <a:pt x="47399" y="49189"/>
                </a:lnTo>
                <a:lnTo>
                  <a:pt x="47046" y="48242"/>
                </a:lnTo>
                <a:lnTo>
                  <a:pt x="46695" y="47293"/>
                </a:lnTo>
                <a:lnTo>
                  <a:pt x="46346" y="46342"/>
                </a:lnTo>
                <a:lnTo>
                  <a:pt x="45999" y="45389"/>
                </a:lnTo>
                <a:lnTo>
                  <a:pt x="45654" y="44434"/>
                </a:lnTo>
                <a:lnTo>
                  <a:pt x="45310" y="43478"/>
                </a:lnTo>
                <a:lnTo>
                  <a:pt x="44967" y="42521"/>
                </a:lnTo>
                <a:lnTo>
                  <a:pt x="44626" y="41562"/>
                </a:lnTo>
                <a:lnTo>
                  <a:pt x="44286" y="40602"/>
                </a:lnTo>
                <a:lnTo>
                  <a:pt x="43946" y="39642"/>
                </a:lnTo>
                <a:lnTo>
                  <a:pt x="43608" y="38681"/>
                </a:lnTo>
                <a:lnTo>
                  <a:pt x="43269" y="37719"/>
                </a:lnTo>
                <a:lnTo>
                  <a:pt x="42931" y="36757"/>
                </a:lnTo>
                <a:lnTo>
                  <a:pt x="42594" y="35795"/>
                </a:lnTo>
                <a:lnTo>
                  <a:pt x="42220" y="35404"/>
                </a:lnTo>
                <a:lnTo>
                  <a:pt x="41869" y="35002"/>
                </a:lnTo>
                <a:lnTo>
                  <a:pt x="41541" y="34589"/>
                </a:lnTo>
                <a:lnTo>
                  <a:pt x="41234" y="34165"/>
                </a:lnTo>
                <a:lnTo>
                  <a:pt x="40948" y="33731"/>
                </a:lnTo>
                <a:lnTo>
                  <a:pt x="40682" y="33288"/>
                </a:lnTo>
                <a:lnTo>
                  <a:pt x="40435" y="32835"/>
                </a:lnTo>
                <a:lnTo>
                  <a:pt x="40206" y="32374"/>
                </a:lnTo>
                <a:lnTo>
                  <a:pt x="39995" y="31905"/>
                </a:lnTo>
                <a:lnTo>
                  <a:pt x="39800" y="31429"/>
                </a:lnTo>
                <a:lnTo>
                  <a:pt x="39622" y="30945"/>
                </a:lnTo>
                <a:lnTo>
                  <a:pt x="39458" y="30455"/>
                </a:lnTo>
                <a:lnTo>
                  <a:pt x="39308" y="29959"/>
                </a:lnTo>
                <a:lnTo>
                  <a:pt x="39171" y="29458"/>
                </a:lnTo>
                <a:lnTo>
                  <a:pt x="39047" y="28951"/>
                </a:lnTo>
                <a:lnTo>
                  <a:pt x="38934" y="28440"/>
                </a:lnTo>
                <a:lnTo>
                  <a:pt x="38832" y="27925"/>
                </a:lnTo>
                <a:lnTo>
                  <a:pt x="38740" y="27407"/>
                </a:lnTo>
                <a:lnTo>
                  <a:pt x="38657" y="26885"/>
                </a:lnTo>
                <a:lnTo>
                  <a:pt x="38582" y="26361"/>
                </a:lnTo>
                <a:lnTo>
                  <a:pt x="38514" y="25835"/>
                </a:lnTo>
                <a:lnTo>
                  <a:pt x="38453" y="25307"/>
                </a:lnTo>
                <a:lnTo>
                  <a:pt x="38398" y="24779"/>
                </a:lnTo>
                <a:lnTo>
                  <a:pt x="38348" y="24250"/>
                </a:lnTo>
                <a:lnTo>
                  <a:pt x="38348" y="22710"/>
                </a:lnTo>
                <a:lnTo>
                  <a:pt x="38251" y="22423"/>
                </a:lnTo>
                <a:lnTo>
                  <a:pt x="38155" y="22140"/>
                </a:lnTo>
                <a:lnTo>
                  <a:pt x="38058" y="21861"/>
                </a:lnTo>
                <a:lnTo>
                  <a:pt x="37962" y="21584"/>
                </a:lnTo>
                <a:lnTo>
                  <a:pt x="37865" y="21310"/>
                </a:lnTo>
                <a:lnTo>
                  <a:pt x="37769" y="21038"/>
                </a:lnTo>
                <a:lnTo>
                  <a:pt x="37672" y="20769"/>
                </a:lnTo>
                <a:lnTo>
                  <a:pt x="37576" y="20501"/>
                </a:lnTo>
                <a:lnTo>
                  <a:pt x="37479" y="20234"/>
                </a:lnTo>
                <a:lnTo>
                  <a:pt x="37383" y="19968"/>
                </a:lnTo>
                <a:lnTo>
                  <a:pt x="37286" y="19704"/>
                </a:lnTo>
                <a:lnTo>
                  <a:pt x="37190" y="19439"/>
                </a:lnTo>
                <a:lnTo>
                  <a:pt x="37093" y="19174"/>
                </a:lnTo>
                <a:lnTo>
                  <a:pt x="36997" y="18909"/>
                </a:lnTo>
                <a:lnTo>
                  <a:pt x="36900" y="18644"/>
                </a:lnTo>
                <a:lnTo>
                  <a:pt x="36804" y="18377"/>
                </a:lnTo>
                <a:lnTo>
                  <a:pt x="36707" y="18109"/>
                </a:lnTo>
                <a:lnTo>
                  <a:pt x="36611" y="17839"/>
                </a:lnTo>
                <a:lnTo>
                  <a:pt x="36514" y="17568"/>
                </a:lnTo>
                <a:lnTo>
                  <a:pt x="36418" y="17294"/>
                </a:lnTo>
                <a:lnTo>
                  <a:pt x="36321" y="17017"/>
                </a:lnTo>
                <a:lnTo>
                  <a:pt x="36225" y="16737"/>
                </a:lnTo>
                <a:lnTo>
                  <a:pt x="36128" y="16454"/>
                </a:lnTo>
                <a:lnTo>
                  <a:pt x="36032" y="16168"/>
                </a:lnTo>
                <a:lnTo>
                  <a:pt x="35893" y="16118"/>
                </a:lnTo>
                <a:lnTo>
                  <a:pt x="35766" y="16064"/>
                </a:lnTo>
                <a:lnTo>
                  <a:pt x="35650" y="16006"/>
                </a:lnTo>
                <a:lnTo>
                  <a:pt x="35546" y="15945"/>
                </a:lnTo>
                <a:lnTo>
                  <a:pt x="35452" y="15880"/>
                </a:lnTo>
                <a:lnTo>
                  <a:pt x="35368" y="15813"/>
                </a:lnTo>
                <a:lnTo>
                  <a:pt x="35295" y="15742"/>
                </a:lnTo>
                <a:lnTo>
                  <a:pt x="35231" y="15669"/>
                </a:lnTo>
                <a:lnTo>
                  <a:pt x="35177" y="15593"/>
                </a:lnTo>
                <a:lnTo>
                  <a:pt x="35132" y="15514"/>
                </a:lnTo>
                <a:lnTo>
                  <a:pt x="35095" y="15433"/>
                </a:lnTo>
                <a:lnTo>
                  <a:pt x="35067" y="15350"/>
                </a:lnTo>
                <a:lnTo>
                  <a:pt x="35047" y="15265"/>
                </a:lnTo>
                <a:lnTo>
                  <a:pt x="35034" y="15178"/>
                </a:lnTo>
                <a:lnTo>
                  <a:pt x="35029" y="15089"/>
                </a:lnTo>
                <a:lnTo>
                  <a:pt x="35031" y="14999"/>
                </a:lnTo>
                <a:lnTo>
                  <a:pt x="35040" y="14907"/>
                </a:lnTo>
                <a:lnTo>
                  <a:pt x="35055" y="14815"/>
                </a:lnTo>
                <a:lnTo>
                  <a:pt x="35076" y="14721"/>
                </a:lnTo>
                <a:lnTo>
                  <a:pt x="35103" y="14626"/>
                </a:lnTo>
                <a:lnTo>
                  <a:pt x="35135" y="14531"/>
                </a:lnTo>
                <a:lnTo>
                  <a:pt x="35172" y="14436"/>
                </a:lnTo>
                <a:lnTo>
                  <a:pt x="35214" y="14340"/>
                </a:lnTo>
                <a:lnTo>
                  <a:pt x="35260" y="14243"/>
                </a:lnTo>
                <a:lnTo>
                  <a:pt x="34259" y="13972"/>
                </a:lnTo>
                <a:lnTo>
                  <a:pt x="33369" y="13552"/>
                </a:lnTo>
                <a:lnTo>
                  <a:pt x="32580" y="13002"/>
                </a:lnTo>
                <a:lnTo>
                  <a:pt x="31877" y="12339"/>
                </a:lnTo>
                <a:lnTo>
                  <a:pt x="31249" y="11578"/>
                </a:lnTo>
                <a:lnTo>
                  <a:pt x="30682" y="10738"/>
                </a:lnTo>
                <a:lnTo>
                  <a:pt x="30165" y="9834"/>
                </a:lnTo>
                <a:lnTo>
                  <a:pt x="29684" y="8884"/>
                </a:lnTo>
                <a:lnTo>
                  <a:pt x="29228" y="7905"/>
                </a:lnTo>
                <a:lnTo>
                  <a:pt x="28783" y="6913"/>
                </a:lnTo>
                <a:lnTo>
                  <a:pt x="28337" y="5925"/>
                </a:lnTo>
                <a:lnTo>
                  <a:pt x="27878" y="4959"/>
                </a:lnTo>
                <a:lnTo>
                  <a:pt x="27392" y="4030"/>
                </a:lnTo>
                <a:lnTo>
                  <a:pt x="26868" y="3157"/>
                </a:lnTo>
                <a:lnTo>
                  <a:pt x="26292" y="2356"/>
                </a:lnTo>
                <a:lnTo>
                  <a:pt x="25653" y="1643"/>
                </a:lnTo>
                <a:lnTo>
                  <a:pt x="24937" y="1036"/>
                </a:lnTo>
                <a:lnTo>
                  <a:pt x="24132" y="551"/>
                </a:lnTo>
                <a:lnTo>
                  <a:pt x="23226" y="206"/>
                </a:lnTo>
                <a:lnTo>
                  <a:pt x="22206" y="16"/>
                </a:lnTo>
                <a:lnTo>
                  <a:pt x="21059" y="0"/>
                </a:lnTo>
                <a:lnTo>
                  <a:pt x="19773" y="174"/>
                </a:lnTo>
                <a:lnTo>
                  <a:pt x="18335" y="554"/>
                </a:lnTo>
                <a:lnTo>
                  <a:pt x="16732" y="1158"/>
                </a:lnTo>
                <a:lnTo>
                  <a:pt x="16637" y="3359"/>
                </a:lnTo>
                <a:lnTo>
                  <a:pt x="16451" y="5538"/>
                </a:lnTo>
                <a:lnTo>
                  <a:pt x="16183" y="7696"/>
                </a:lnTo>
                <a:lnTo>
                  <a:pt x="15837" y="9834"/>
                </a:lnTo>
                <a:lnTo>
                  <a:pt x="15421" y="11954"/>
                </a:lnTo>
                <a:lnTo>
                  <a:pt x="14941" y="14057"/>
                </a:lnTo>
                <a:lnTo>
                  <a:pt x="14404" y="16145"/>
                </a:lnTo>
                <a:lnTo>
                  <a:pt x="13816" y="18220"/>
                </a:lnTo>
                <a:lnTo>
                  <a:pt x="13184" y="20283"/>
                </a:lnTo>
                <a:lnTo>
                  <a:pt x="12514" y="22335"/>
                </a:lnTo>
                <a:lnTo>
                  <a:pt x="11813" y="24379"/>
                </a:lnTo>
                <a:lnTo>
                  <a:pt x="11087" y="26414"/>
                </a:lnTo>
                <a:lnTo>
                  <a:pt x="10343" y="28444"/>
                </a:lnTo>
                <a:lnTo>
                  <a:pt x="9588" y="30469"/>
                </a:lnTo>
                <a:lnTo>
                  <a:pt x="8828" y="32492"/>
                </a:lnTo>
                <a:lnTo>
                  <a:pt x="8069" y="34512"/>
                </a:lnTo>
                <a:lnTo>
                  <a:pt x="7318" y="36533"/>
                </a:lnTo>
                <a:lnTo>
                  <a:pt x="6582" y="38555"/>
                </a:lnTo>
                <a:lnTo>
                  <a:pt x="5867" y="40581"/>
                </a:lnTo>
                <a:lnTo>
                  <a:pt x="5179" y="42610"/>
                </a:lnTo>
                <a:lnTo>
                  <a:pt x="4526" y="44646"/>
                </a:lnTo>
                <a:lnTo>
                  <a:pt x="3913" y="46689"/>
                </a:lnTo>
                <a:lnTo>
                  <a:pt x="3348" y="48742"/>
                </a:lnTo>
                <a:lnTo>
                  <a:pt x="2836" y="50804"/>
                </a:lnTo>
                <a:lnTo>
                  <a:pt x="2671" y="51449"/>
                </a:lnTo>
                <a:lnTo>
                  <a:pt x="2469" y="52128"/>
                </a:lnTo>
                <a:lnTo>
                  <a:pt x="2238" y="52838"/>
                </a:lnTo>
                <a:lnTo>
                  <a:pt x="1986" y="53571"/>
                </a:lnTo>
                <a:lnTo>
                  <a:pt x="1720" y="54325"/>
                </a:lnTo>
                <a:lnTo>
                  <a:pt x="1449" y="55092"/>
                </a:lnTo>
                <a:lnTo>
                  <a:pt x="1180" y="55868"/>
                </a:lnTo>
                <a:lnTo>
                  <a:pt x="921" y="56649"/>
                </a:lnTo>
                <a:lnTo>
                  <a:pt x="679" y="57427"/>
                </a:lnTo>
                <a:lnTo>
                  <a:pt x="462" y="58200"/>
                </a:lnTo>
                <a:lnTo>
                  <a:pt x="278" y="58960"/>
                </a:lnTo>
                <a:lnTo>
                  <a:pt x="134" y="59704"/>
                </a:lnTo>
                <a:lnTo>
                  <a:pt x="39" y="60426"/>
                </a:lnTo>
                <a:lnTo>
                  <a:pt x="0" y="61120"/>
                </a:lnTo>
                <a:lnTo>
                  <a:pt x="24" y="61783"/>
                </a:lnTo>
                <a:lnTo>
                  <a:pt x="120" y="62407"/>
                </a:lnTo>
                <a:lnTo>
                  <a:pt x="295" y="62989"/>
                </a:lnTo>
                <a:lnTo>
                  <a:pt x="557" y="63523"/>
                </a:lnTo>
                <a:lnTo>
                  <a:pt x="913" y="64003"/>
                </a:lnTo>
                <a:lnTo>
                  <a:pt x="1371" y="64426"/>
                </a:lnTo>
                <a:lnTo>
                  <a:pt x="1939" y="64785"/>
                </a:lnTo>
                <a:lnTo>
                  <a:pt x="2625" y="65075"/>
                </a:lnTo>
                <a:lnTo>
                  <a:pt x="3436" y="65291"/>
                </a:lnTo>
                <a:lnTo>
                  <a:pt x="4380" y="65429"/>
                </a:lnTo>
                <a:lnTo>
                  <a:pt x="6622" y="65727"/>
                </a:lnTo>
                <a:lnTo>
                  <a:pt x="8627" y="66134"/>
                </a:lnTo>
                <a:lnTo>
                  <a:pt x="10408" y="66647"/>
                </a:lnTo>
                <a:lnTo>
                  <a:pt x="11977" y="67257"/>
                </a:lnTo>
                <a:lnTo>
                  <a:pt x="13347" y="67959"/>
                </a:lnTo>
                <a:lnTo>
                  <a:pt x="14531" y="68748"/>
                </a:lnTo>
                <a:lnTo>
                  <a:pt x="15541" y="69617"/>
                </a:lnTo>
                <a:lnTo>
                  <a:pt x="16389" y="70560"/>
                </a:lnTo>
                <a:lnTo>
                  <a:pt x="17089" y="71572"/>
                </a:lnTo>
                <a:lnTo>
                  <a:pt x="17652" y="72645"/>
                </a:lnTo>
                <a:lnTo>
                  <a:pt x="18092" y="73774"/>
                </a:lnTo>
                <a:lnTo>
                  <a:pt x="18421" y="74954"/>
                </a:lnTo>
                <a:lnTo>
                  <a:pt x="18651" y="76178"/>
                </a:lnTo>
                <a:lnTo>
                  <a:pt x="18795" y="77440"/>
                </a:lnTo>
                <a:lnTo>
                  <a:pt x="18866" y="78733"/>
                </a:lnTo>
                <a:lnTo>
                  <a:pt x="18877" y="80053"/>
                </a:lnTo>
                <a:lnTo>
                  <a:pt x="18838" y="81393"/>
                </a:lnTo>
                <a:lnTo>
                  <a:pt x="18765" y="82747"/>
                </a:lnTo>
                <a:lnTo>
                  <a:pt x="18668" y="84109"/>
                </a:lnTo>
                <a:lnTo>
                  <a:pt x="18560" y="85473"/>
                </a:lnTo>
                <a:lnTo>
                  <a:pt x="18455" y="86833"/>
                </a:lnTo>
                <a:lnTo>
                  <a:pt x="18364" y="88183"/>
                </a:lnTo>
                <a:lnTo>
                  <a:pt x="18300" y="89517"/>
                </a:lnTo>
                <a:lnTo>
                  <a:pt x="18276" y="90829"/>
                </a:lnTo>
                <a:lnTo>
                  <a:pt x="18322" y="94916"/>
                </a:lnTo>
                <a:lnTo>
                  <a:pt x="18365" y="99000"/>
                </a:lnTo>
                <a:lnTo>
                  <a:pt x="18404" y="103080"/>
                </a:lnTo>
                <a:lnTo>
                  <a:pt x="18439" y="107157"/>
                </a:lnTo>
                <a:lnTo>
                  <a:pt x="18471" y="111231"/>
                </a:lnTo>
                <a:lnTo>
                  <a:pt x="18499" y="115304"/>
                </a:lnTo>
                <a:lnTo>
                  <a:pt x="18525" y="119374"/>
                </a:lnTo>
                <a:lnTo>
                  <a:pt x="18548" y="123442"/>
                </a:lnTo>
                <a:lnTo>
                  <a:pt x="18568" y="127509"/>
                </a:lnTo>
                <a:lnTo>
                  <a:pt x="18586" y="131575"/>
                </a:lnTo>
                <a:lnTo>
                  <a:pt x="18601" y="135641"/>
                </a:lnTo>
                <a:lnTo>
                  <a:pt x="18614" y="139706"/>
                </a:lnTo>
                <a:lnTo>
                  <a:pt x="18625" y="143771"/>
                </a:lnTo>
                <a:lnTo>
                  <a:pt x="18634" y="147836"/>
                </a:lnTo>
                <a:lnTo>
                  <a:pt x="18642" y="151902"/>
                </a:lnTo>
                <a:lnTo>
                  <a:pt x="18648" y="155969"/>
                </a:lnTo>
                <a:lnTo>
                  <a:pt x="18653" y="160038"/>
                </a:lnTo>
                <a:lnTo>
                  <a:pt x="18656" y="164108"/>
                </a:lnTo>
                <a:lnTo>
                  <a:pt x="18659" y="168180"/>
                </a:lnTo>
                <a:lnTo>
                  <a:pt x="18660" y="172254"/>
                </a:lnTo>
                <a:lnTo>
                  <a:pt x="18661" y="176331"/>
                </a:lnTo>
                <a:lnTo>
                  <a:pt x="18662" y="180411"/>
                </a:lnTo>
                <a:lnTo>
                  <a:pt x="18662" y="184495"/>
                </a:lnTo>
                <a:lnTo>
                  <a:pt x="18662" y="188582"/>
                </a:lnTo>
                <a:lnTo>
                  <a:pt x="18710" y="196473"/>
                </a:lnTo>
                <a:lnTo>
                  <a:pt x="18759" y="204369"/>
                </a:lnTo>
                <a:lnTo>
                  <a:pt x="18807" y="212267"/>
                </a:lnTo>
                <a:lnTo>
                  <a:pt x="18855" y="220169"/>
                </a:lnTo>
                <a:lnTo>
                  <a:pt x="18903" y="228073"/>
                </a:lnTo>
                <a:lnTo>
                  <a:pt x="18952" y="235979"/>
                </a:lnTo>
                <a:lnTo>
                  <a:pt x="19000" y="243888"/>
                </a:lnTo>
                <a:lnTo>
                  <a:pt x="19048" y="251798"/>
                </a:lnTo>
                <a:lnTo>
                  <a:pt x="19096" y="259709"/>
                </a:lnTo>
                <a:lnTo>
                  <a:pt x="19145" y="267622"/>
                </a:lnTo>
                <a:lnTo>
                  <a:pt x="19193" y="275535"/>
                </a:lnTo>
                <a:lnTo>
                  <a:pt x="19241" y="283448"/>
                </a:lnTo>
                <a:lnTo>
                  <a:pt x="19289" y="291362"/>
                </a:lnTo>
                <a:lnTo>
                  <a:pt x="19338" y="299275"/>
                </a:lnTo>
                <a:lnTo>
                  <a:pt x="19386" y="307188"/>
                </a:lnTo>
                <a:lnTo>
                  <a:pt x="19434" y="315099"/>
                </a:lnTo>
                <a:lnTo>
                  <a:pt x="19482" y="323009"/>
                </a:lnTo>
                <a:lnTo>
                  <a:pt x="19531" y="330918"/>
                </a:lnTo>
                <a:lnTo>
                  <a:pt x="19579" y="338824"/>
                </a:lnTo>
                <a:lnTo>
                  <a:pt x="19627" y="346728"/>
                </a:lnTo>
                <a:lnTo>
                  <a:pt x="19675" y="354630"/>
                </a:lnTo>
                <a:lnTo>
                  <a:pt x="19724" y="362528"/>
                </a:lnTo>
                <a:lnTo>
                  <a:pt x="19772" y="370423"/>
                </a:lnTo>
                <a:lnTo>
                  <a:pt x="19820" y="378315"/>
                </a:lnTo>
                <a:lnTo>
                  <a:pt x="20351" y="378269"/>
                </a:lnTo>
                <a:lnTo>
                  <a:pt x="20882" y="378226"/>
                </a:lnTo>
                <a:lnTo>
                  <a:pt x="21412" y="378187"/>
                </a:lnTo>
                <a:lnTo>
                  <a:pt x="21943" y="378151"/>
                </a:lnTo>
                <a:lnTo>
                  <a:pt x="22474" y="378118"/>
                </a:lnTo>
                <a:lnTo>
                  <a:pt x="23005" y="378086"/>
                </a:lnTo>
                <a:lnTo>
                  <a:pt x="23535" y="378057"/>
                </a:lnTo>
                <a:lnTo>
                  <a:pt x="24066" y="378030"/>
                </a:lnTo>
                <a:lnTo>
                  <a:pt x="24597" y="378004"/>
                </a:lnTo>
                <a:lnTo>
                  <a:pt x="25128" y="377979"/>
                </a:lnTo>
                <a:lnTo>
                  <a:pt x="25658" y="377954"/>
                </a:lnTo>
                <a:lnTo>
                  <a:pt x="26189" y="377930"/>
                </a:lnTo>
                <a:lnTo>
                  <a:pt x="26720" y="377906"/>
                </a:lnTo>
                <a:lnTo>
                  <a:pt x="27250" y="377881"/>
                </a:lnTo>
                <a:lnTo>
                  <a:pt x="27781" y="377856"/>
                </a:lnTo>
                <a:lnTo>
                  <a:pt x="28312" y="377830"/>
                </a:lnTo>
                <a:lnTo>
                  <a:pt x="28843" y="377803"/>
                </a:lnTo>
                <a:lnTo>
                  <a:pt x="29373" y="377774"/>
                </a:lnTo>
                <a:lnTo>
                  <a:pt x="29904" y="377743"/>
                </a:lnTo>
                <a:lnTo>
                  <a:pt x="30435" y="377709"/>
                </a:lnTo>
                <a:lnTo>
                  <a:pt x="30966" y="377673"/>
                </a:lnTo>
                <a:lnTo>
                  <a:pt x="31496" y="377634"/>
                </a:lnTo>
                <a:lnTo>
                  <a:pt x="32027" y="377591"/>
                </a:lnTo>
                <a:lnTo>
                  <a:pt x="32558" y="377545"/>
                </a:lnTo>
                <a:lnTo>
                  <a:pt x="32558" y="365278"/>
                </a:lnTo>
                <a:lnTo>
                  <a:pt x="32558" y="353011"/>
                </a:lnTo>
                <a:close/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B15792-9E04-4A0F-B51E-2A7A7374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397" y="2335702"/>
            <a:ext cx="276757" cy="176648"/>
          </a:xfrm>
          <a:custGeom xmlns:a="http://schemas.openxmlformats.org/drawingml/2006/main">
            <a:pathLst>
              <a:path w="276757" h="176648">
                <a:moveTo>
                  <a:pt x="272125" y="0"/>
                </a:moveTo>
                <a:cubicBezTo>
                  <a:pt x="273669" y="3079"/>
                  <a:pt x="275213" y="6158"/>
                  <a:pt x="276757" y="9236"/>
                </a:cubicBezTo>
                <a:cubicBezTo>
                  <a:pt x="260159" y="20012"/>
                  <a:pt x="243948" y="30788"/>
                  <a:pt x="227350" y="41564"/>
                </a:cubicBezTo>
                <a:cubicBezTo>
                  <a:pt x="215384" y="46182"/>
                  <a:pt x="204576" y="53495"/>
                  <a:pt x="193769" y="60807"/>
                </a:cubicBezTo>
                <a:cubicBezTo>
                  <a:pt x="189909" y="63116"/>
                  <a:pt x="186049" y="65425"/>
                  <a:pt x="182189" y="68119"/>
                </a:cubicBezTo>
                <a:cubicBezTo>
                  <a:pt x="178329" y="70043"/>
                  <a:pt x="174469" y="71968"/>
                  <a:pt x="170995" y="73892"/>
                </a:cubicBezTo>
                <a:cubicBezTo>
                  <a:pt x="169837" y="74662"/>
                  <a:pt x="168679" y="75816"/>
                  <a:pt x="167135" y="76586"/>
                </a:cubicBezTo>
                <a:cubicBezTo>
                  <a:pt x="165591" y="77356"/>
                  <a:pt x="164047" y="78510"/>
                  <a:pt x="162889" y="79280"/>
                </a:cubicBezTo>
                <a:cubicBezTo>
                  <a:pt x="155555" y="81589"/>
                  <a:pt x="148607" y="84668"/>
                  <a:pt x="143589" y="90825"/>
                </a:cubicBezTo>
                <a:cubicBezTo>
                  <a:pt x="136256" y="93519"/>
                  <a:pt x="129308" y="96598"/>
                  <a:pt x="123904" y="102371"/>
                </a:cubicBezTo>
                <a:cubicBezTo>
                  <a:pt x="106920" y="111992"/>
                  <a:pt x="89550" y="121614"/>
                  <a:pt x="72567" y="131235"/>
                </a:cubicBezTo>
                <a:cubicBezTo>
                  <a:pt x="68321" y="133544"/>
                  <a:pt x="64075" y="137008"/>
                  <a:pt x="73339" y="138547"/>
                </a:cubicBezTo>
                <a:cubicBezTo>
                  <a:pt x="73339" y="140472"/>
                  <a:pt x="73725" y="142396"/>
                  <a:pt x="73725" y="144320"/>
                </a:cubicBezTo>
                <a:cubicBezTo>
                  <a:pt x="60601" y="150093"/>
                  <a:pt x="46705" y="153941"/>
                  <a:pt x="35125" y="163563"/>
                </a:cubicBezTo>
                <a:cubicBezTo>
                  <a:pt x="27406" y="167026"/>
                  <a:pt x="20072" y="170490"/>
                  <a:pt x="12352" y="173954"/>
                </a:cubicBezTo>
                <a:cubicBezTo>
                  <a:pt x="10808" y="174724"/>
                  <a:pt x="9650" y="175878"/>
                  <a:pt x="8106" y="176648"/>
                </a:cubicBezTo>
                <a:cubicBezTo>
                  <a:pt x="5018" y="176263"/>
                  <a:pt x="1544" y="176648"/>
                  <a:pt x="0" y="173184"/>
                </a:cubicBezTo>
                <a:cubicBezTo>
                  <a:pt x="11966" y="154326"/>
                  <a:pt x="23932" y="140087"/>
                  <a:pt x="46705" y="128541"/>
                </a:cubicBezTo>
                <a:cubicBezTo>
                  <a:pt x="118886" y="91595"/>
                  <a:pt x="187207" y="47337"/>
                  <a:pt x="257457" y="6158"/>
                </a:cubicBezTo>
                <a:cubicBezTo>
                  <a:pt x="262861" y="3464"/>
                  <a:pt x="267493" y="1924"/>
                  <a:pt x="272125" y="0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1DCD1-B45A-48B0-920C-1A3D0B6D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123" y="2204852"/>
            <a:ext cx="19686" cy="20397"/>
          </a:xfrm>
          <a:custGeom xmlns:a="http://schemas.openxmlformats.org/drawingml/2006/main">
            <a:pathLst>
              <a:path w="19686" h="20397">
                <a:moveTo>
                  <a:pt x="19686" y="0"/>
                </a:moveTo>
                <a:cubicBezTo>
                  <a:pt x="16598" y="7312"/>
                  <a:pt x="13896" y="15009"/>
                  <a:pt x="8106" y="20397"/>
                </a:cubicBezTo>
                <a:cubicBezTo>
                  <a:pt x="0" y="8467"/>
                  <a:pt x="2316" y="4618"/>
                  <a:pt x="19686" y="0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4B9620-2C19-49B6-8092-301A0E63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805" y="2533901"/>
            <a:ext cx="25476" cy="8467"/>
          </a:xfrm>
          <a:custGeom xmlns:a="http://schemas.openxmlformats.org/drawingml/2006/main">
            <a:pathLst>
              <a:path w="25476" h="8467">
                <a:moveTo>
                  <a:pt x="0" y="3849"/>
                </a:moveTo>
                <a:cubicBezTo>
                  <a:pt x="8878" y="2309"/>
                  <a:pt x="17756" y="0"/>
                  <a:pt x="25476" y="7312"/>
                </a:cubicBezTo>
                <a:cubicBezTo>
                  <a:pt x="16598" y="8467"/>
                  <a:pt x="8106" y="8082"/>
                  <a:pt x="0" y="3849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B4E19-5866-4961-8196-9D43D6F7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162" y="2532747"/>
            <a:ext cx="19686" cy="8467"/>
          </a:xfrm>
          <a:custGeom xmlns:a="http://schemas.openxmlformats.org/drawingml/2006/main">
            <a:pathLst>
              <a:path w="19686" h="8467">
                <a:moveTo>
                  <a:pt x="19686" y="4618"/>
                </a:moveTo>
                <a:cubicBezTo>
                  <a:pt x="12738" y="7697"/>
                  <a:pt x="5790" y="8467"/>
                  <a:pt x="0" y="2309"/>
                </a:cubicBezTo>
                <a:cubicBezTo>
                  <a:pt x="6562" y="0"/>
                  <a:pt x="13510" y="385"/>
                  <a:pt x="19686" y="4618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621CC9-7054-4F7C-8005-57150A1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972" y="2396894"/>
            <a:ext cx="11966" cy="17703"/>
          </a:xfrm>
          <a:custGeom xmlns:a="http://schemas.openxmlformats.org/drawingml/2006/main">
            <a:pathLst>
              <a:path w="11966" h="17703">
                <a:moveTo>
                  <a:pt x="0" y="7312"/>
                </a:moveTo>
                <a:cubicBezTo>
                  <a:pt x="3860" y="5003"/>
                  <a:pt x="7720" y="2694"/>
                  <a:pt x="11580" y="0"/>
                </a:cubicBezTo>
                <a:cubicBezTo>
                  <a:pt x="11580" y="8082"/>
                  <a:pt x="11966" y="17703"/>
                  <a:pt x="0" y="7312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C074B-427A-4F35-B6E6-FA61297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0808" y="2538904"/>
            <a:ext cx="15440" cy="7697"/>
          </a:xfrm>
          <a:custGeom xmlns:a="http://schemas.openxmlformats.org/drawingml/2006/main">
            <a:pathLst>
              <a:path w="15440" h="7697">
                <a:moveTo>
                  <a:pt x="0" y="4233"/>
                </a:moveTo>
                <a:cubicBezTo>
                  <a:pt x="6562" y="0"/>
                  <a:pt x="11580" y="1924"/>
                  <a:pt x="15440" y="7697"/>
                </a:cubicBezTo>
                <a:cubicBezTo>
                  <a:pt x="10422" y="6543"/>
                  <a:pt x="5404" y="5388"/>
                  <a:pt x="0" y="4233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C5591C-4CBA-4353-B91C-2F130CDC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473" y="2239873"/>
            <a:ext cx="11580" cy="11546"/>
          </a:xfrm>
          <a:custGeom xmlns:a="http://schemas.openxmlformats.org/drawingml/2006/main">
            <a:pathLst>
              <a:path w="11580" h="11546">
                <a:moveTo>
                  <a:pt x="11580" y="0"/>
                </a:moveTo>
                <a:cubicBezTo>
                  <a:pt x="11580" y="4233"/>
                  <a:pt x="11194" y="8467"/>
                  <a:pt x="7334" y="11546"/>
                </a:cubicBezTo>
                <a:cubicBezTo>
                  <a:pt x="0" y="4618"/>
                  <a:pt x="2702" y="1155"/>
                  <a:pt x="11580" y="0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E1C65-6C8A-487F-B23C-53C87EAC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68" y="2528899"/>
            <a:ext cx="11580" cy="6927"/>
          </a:xfrm>
          <a:custGeom xmlns:a="http://schemas.openxmlformats.org/drawingml/2006/main">
            <a:pathLst>
              <a:path w="11580" h="6927">
                <a:moveTo>
                  <a:pt x="11580" y="3464"/>
                </a:moveTo>
                <a:cubicBezTo>
                  <a:pt x="7334" y="6927"/>
                  <a:pt x="3474" y="6543"/>
                  <a:pt x="0" y="2309"/>
                </a:cubicBezTo>
                <a:cubicBezTo>
                  <a:pt x="4246" y="0"/>
                  <a:pt x="8106" y="1155"/>
                  <a:pt x="11580" y="3464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F0B15-7754-4921-80E0-23696B56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375" y="2516968"/>
            <a:ext cx="9264" cy="6927"/>
          </a:xfrm>
          <a:custGeom xmlns:a="http://schemas.openxmlformats.org/drawingml/2006/main">
            <a:pathLst>
              <a:path w="9264" h="6927">
                <a:moveTo>
                  <a:pt x="9264" y="6543"/>
                </a:moveTo>
                <a:cubicBezTo>
                  <a:pt x="6176" y="6543"/>
                  <a:pt x="3088" y="6543"/>
                  <a:pt x="0" y="6927"/>
                </a:cubicBezTo>
                <a:cubicBezTo>
                  <a:pt x="3088" y="0"/>
                  <a:pt x="6176" y="1924"/>
                  <a:pt x="9264" y="6543"/>
                </a:cubicBezTo>
              </a:path>
            </a:pathLst>
          </a:custGeom>
          <a:solidFill xmlns:a="http://schemas.openxmlformats.org/drawingml/2006/main">
            <a:srgbClr val="8C6F6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4D6F07-50FF-4931-83FE-7D6633D9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491" y="2528129"/>
            <a:ext cx="3088" cy="3079"/>
          </a:xfrm>
          <a:custGeom xmlns:a="http://schemas.openxmlformats.org/drawingml/2006/main">
            <a:pathLst>
              <a:path w="3088" h="3079">
                <a:moveTo>
                  <a:pt x="772" y="3079"/>
                </a:moveTo>
                <a:lnTo>
                  <a:pt x="0" y="3079"/>
                </a:lnTo>
                <a:lnTo>
                  <a:pt x="0" y="0"/>
                </a:lnTo>
                <a:cubicBezTo>
                  <a:pt x="3088" y="0"/>
                  <a:pt x="1158" y="1924"/>
                  <a:pt x="772" y="3079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87647-BCD2-45BA-9BEA-45A5894D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274" y="2510040"/>
            <a:ext cx="4246" cy="2694"/>
          </a:xfrm>
          <a:custGeom xmlns:a="http://schemas.openxmlformats.org/drawingml/2006/main">
            <a:pathLst>
              <a:path w="4246" h="2694">
                <a:moveTo>
                  <a:pt x="0" y="2694"/>
                </a:moveTo>
                <a:cubicBezTo>
                  <a:pt x="1544" y="1924"/>
                  <a:pt x="2702" y="770"/>
                  <a:pt x="4246" y="0"/>
                </a:cubicBezTo>
                <a:cubicBezTo>
                  <a:pt x="2702" y="770"/>
                  <a:pt x="1544" y="1539"/>
                  <a:pt x="0" y="2694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65C8F7-C272-43C8-8F87-433B76DF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5821" y="1970091"/>
            <a:ext cx="2702" cy="6543"/>
          </a:xfrm>
          <a:custGeom xmlns:a="http://schemas.openxmlformats.org/drawingml/2006/main">
            <a:pathLst>
              <a:path w="2702" h="6543">
                <a:moveTo>
                  <a:pt x="2316" y="6543"/>
                </a:moveTo>
                <a:cubicBezTo>
                  <a:pt x="1544" y="4233"/>
                  <a:pt x="772" y="2309"/>
                  <a:pt x="0" y="0"/>
                </a:cubicBezTo>
                <a:cubicBezTo>
                  <a:pt x="1930" y="1539"/>
                  <a:pt x="2702" y="3849"/>
                  <a:pt x="2316" y="6543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42D30-EAC4-440A-B4CC-36667A4D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67" y="2231791"/>
            <a:ext cx="3474" cy="6543"/>
          </a:xfrm>
          <a:custGeom xmlns:a="http://schemas.openxmlformats.org/drawingml/2006/main">
            <a:pathLst>
              <a:path w="3474" h="6543">
                <a:moveTo>
                  <a:pt x="3474" y="0"/>
                </a:moveTo>
                <a:cubicBezTo>
                  <a:pt x="2316" y="2309"/>
                  <a:pt x="1544" y="4233"/>
                  <a:pt x="386" y="6543"/>
                </a:cubicBezTo>
                <a:cubicBezTo>
                  <a:pt x="0" y="3849"/>
                  <a:pt x="772" y="1539"/>
                  <a:pt x="3474" y="0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C54659-B500-44CC-8B3D-66695F3B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419" y="2481177"/>
            <a:ext cx="8492" cy="3849"/>
          </a:xfrm>
          <a:custGeom xmlns:a="http://schemas.openxmlformats.org/drawingml/2006/main">
            <a:pathLst>
              <a:path w="8492" h="3849">
                <a:moveTo>
                  <a:pt x="0" y="3464"/>
                </a:moveTo>
                <a:cubicBezTo>
                  <a:pt x="3088" y="0"/>
                  <a:pt x="5790" y="1155"/>
                  <a:pt x="8492" y="3849"/>
                </a:cubicBezTo>
                <a:cubicBezTo>
                  <a:pt x="5790" y="3849"/>
                  <a:pt x="2702" y="3849"/>
                  <a:pt x="0" y="3464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6259EB-B9A9-42ED-AAAD-337BAB36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918" y="2409978"/>
            <a:ext cx="3860" cy="2694"/>
          </a:xfrm>
          <a:custGeom xmlns:a="http://schemas.openxmlformats.org/drawingml/2006/main">
            <a:pathLst>
              <a:path w="3860" h="2694">
                <a:moveTo>
                  <a:pt x="0" y="2694"/>
                </a:moveTo>
                <a:cubicBezTo>
                  <a:pt x="1158" y="1924"/>
                  <a:pt x="2316" y="770"/>
                  <a:pt x="3860" y="0"/>
                </a:cubicBezTo>
                <a:cubicBezTo>
                  <a:pt x="2702" y="770"/>
                  <a:pt x="1544" y="1924"/>
                  <a:pt x="0" y="2694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26FBDD-2F55-4D1B-9934-8D9E8DEE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222" y="2401127"/>
            <a:ext cx="2702" cy="4618"/>
          </a:xfrm>
          <a:custGeom xmlns:a="http://schemas.openxmlformats.org/drawingml/2006/main">
            <a:pathLst>
              <a:path w="2702" h="4618">
                <a:moveTo>
                  <a:pt x="2702" y="0"/>
                </a:moveTo>
                <a:cubicBezTo>
                  <a:pt x="1930" y="1539"/>
                  <a:pt x="772" y="3079"/>
                  <a:pt x="0" y="4618"/>
                </a:cubicBezTo>
                <a:cubicBezTo>
                  <a:pt x="772" y="3079"/>
                  <a:pt x="1930" y="1539"/>
                  <a:pt x="2702" y="0"/>
                </a:cubicBezTo>
              </a:path>
            </a:pathLst>
          </a:custGeom>
          <a:solidFill xmlns:a="http://schemas.openxmlformats.org/drawingml/2006/main">
            <a:srgbClr val="EDF6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433E7D-A4E1-4F75-AB11-E2E21307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8014" y="2124032"/>
            <a:ext cx="1544" cy="3849"/>
          </a:xfrm>
          <a:custGeom xmlns:a="http://schemas.openxmlformats.org/drawingml/2006/main">
            <a:pathLst>
              <a:path w="1544" h="3849">
                <a:moveTo>
                  <a:pt x="0" y="3849"/>
                </a:moveTo>
                <a:cubicBezTo>
                  <a:pt x="0" y="2694"/>
                  <a:pt x="386" y="1539"/>
                  <a:pt x="386" y="0"/>
                </a:cubicBezTo>
                <a:cubicBezTo>
                  <a:pt x="772" y="770"/>
                  <a:pt x="1158" y="1924"/>
                  <a:pt x="1158" y="2694"/>
                </a:cubicBezTo>
                <a:cubicBezTo>
                  <a:pt x="1544" y="3079"/>
                  <a:pt x="386" y="3464"/>
                  <a:pt x="0" y="3849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AB4947-F2FB-4167-8E39-7DCDBB6B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1814" y="2307223"/>
            <a:ext cx="355886" cy="78895"/>
          </a:xfrm>
          <a:custGeom xmlns:a="http://schemas.openxmlformats.org/drawingml/2006/main">
            <a:pathLst>
              <a:path w="355886" h="78895">
                <a:moveTo>
                  <a:pt x="24704" y="78510"/>
                </a:moveTo>
                <a:cubicBezTo>
                  <a:pt x="15826" y="78895"/>
                  <a:pt x="7334" y="78125"/>
                  <a:pt x="0" y="72737"/>
                </a:cubicBezTo>
                <a:cubicBezTo>
                  <a:pt x="386" y="71198"/>
                  <a:pt x="386" y="70043"/>
                  <a:pt x="772" y="68504"/>
                </a:cubicBezTo>
                <a:cubicBezTo>
                  <a:pt x="56741" y="48107"/>
                  <a:pt x="112710" y="28479"/>
                  <a:pt x="171381" y="17703"/>
                </a:cubicBezTo>
                <a:cubicBezTo>
                  <a:pt x="232754" y="6543"/>
                  <a:pt x="294127" y="0"/>
                  <a:pt x="355886" y="17318"/>
                </a:cubicBezTo>
                <a:cubicBezTo>
                  <a:pt x="355886" y="21552"/>
                  <a:pt x="355500" y="25785"/>
                  <a:pt x="352026" y="28864"/>
                </a:cubicBezTo>
                <a:cubicBezTo>
                  <a:pt x="346236" y="27709"/>
                  <a:pt x="340832" y="26555"/>
                  <a:pt x="335042" y="25400"/>
                </a:cubicBezTo>
                <a:cubicBezTo>
                  <a:pt x="321146" y="22322"/>
                  <a:pt x="306093" y="30403"/>
                  <a:pt x="292969" y="20782"/>
                </a:cubicBezTo>
                <a:cubicBezTo>
                  <a:pt x="291811" y="18858"/>
                  <a:pt x="290267" y="18473"/>
                  <a:pt x="289109" y="20782"/>
                </a:cubicBezTo>
                <a:cubicBezTo>
                  <a:pt x="284091" y="20782"/>
                  <a:pt x="279073" y="21167"/>
                  <a:pt x="274055" y="21167"/>
                </a:cubicBezTo>
                <a:cubicBezTo>
                  <a:pt x="267493" y="20012"/>
                  <a:pt x="260931" y="15779"/>
                  <a:pt x="254369" y="20782"/>
                </a:cubicBezTo>
                <a:cubicBezTo>
                  <a:pt x="245106" y="20782"/>
                  <a:pt x="236228" y="21167"/>
                  <a:pt x="227736" y="25400"/>
                </a:cubicBezTo>
                <a:cubicBezTo>
                  <a:pt x="223490" y="25400"/>
                  <a:pt x="219244" y="25015"/>
                  <a:pt x="215384" y="25015"/>
                </a:cubicBezTo>
                <a:lnTo>
                  <a:pt x="208436" y="25015"/>
                </a:lnTo>
                <a:cubicBezTo>
                  <a:pt x="206892" y="25400"/>
                  <a:pt x="205348" y="25400"/>
                  <a:pt x="203804" y="25785"/>
                </a:cubicBezTo>
                <a:cubicBezTo>
                  <a:pt x="182961" y="30403"/>
                  <a:pt x="162503" y="35022"/>
                  <a:pt x="142045" y="39640"/>
                </a:cubicBezTo>
                <a:cubicBezTo>
                  <a:pt x="131238" y="39640"/>
                  <a:pt x="121202" y="41179"/>
                  <a:pt x="111552" y="46567"/>
                </a:cubicBezTo>
                <a:cubicBezTo>
                  <a:pt x="81831" y="55419"/>
                  <a:pt x="50951" y="60807"/>
                  <a:pt x="24704" y="78510"/>
                </a:cubicBezTo>
              </a:path>
            </a:pathLst>
          </a:custGeom>
          <a:solidFill xmlns:a="http://schemas.openxmlformats.org/drawingml/2006/main">
            <a:srgbClr val="2B9ED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0382B-B2E1-42BE-9B61-B129FBBD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033" y="2134039"/>
            <a:ext cx="7720" cy="7697"/>
          </a:xfrm>
          <a:custGeom xmlns:a="http://schemas.openxmlformats.org/drawingml/2006/main">
            <a:pathLst>
              <a:path w="7720" h="7697">
                <a:moveTo>
                  <a:pt x="7720" y="7312"/>
                </a:moveTo>
                <a:cubicBezTo>
                  <a:pt x="4632" y="7697"/>
                  <a:pt x="1930" y="7697"/>
                  <a:pt x="0" y="5388"/>
                </a:cubicBezTo>
                <a:cubicBezTo>
                  <a:pt x="3860" y="0"/>
                  <a:pt x="5790" y="2309"/>
                  <a:pt x="7720" y="7312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F024F-F9BF-4CBE-A295-A9C661D1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921" y="2220631"/>
            <a:ext cx="38599" cy="234376"/>
          </a:xfrm>
          <a:custGeom xmlns:a="http://schemas.openxmlformats.org/drawingml/2006/main">
            <a:pathLst>
              <a:path w="38599" h="234376">
                <a:moveTo>
                  <a:pt x="1158" y="34252"/>
                </a:moveTo>
                <a:cubicBezTo>
                  <a:pt x="9650" y="27709"/>
                  <a:pt x="7720" y="20397"/>
                  <a:pt x="4246" y="11930"/>
                </a:cubicBezTo>
                <a:cubicBezTo>
                  <a:pt x="0" y="2309"/>
                  <a:pt x="4632" y="0"/>
                  <a:pt x="13896" y="385"/>
                </a:cubicBezTo>
                <a:cubicBezTo>
                  <a:pt x="36669" y="1539"/>
                  <a:pt x="38599" y="4233"/>
                  <a:pt x="34353" y="33482"/>
                </a:cubicBezTo>
                <a:cubicBezTo>
                  <a:pt x="32423" y="35791"/>
                  <a:pt x="33195" y="37331"/>
                  <a:pt x="36283" y="36946"/>
                </a:cubicBezTo>
                <a:lnTo>
                  <a:pt x="36669" y="36946"/>
                </a:lnTo>
                <a:cubicBezTo>
                  <a:pt x="36283" y="102371"/>
                  <a:pt x="36283" y="168181"/>
                  <a:pt x="35897" y="233606"/>
                </a:cubicBezTo>
                <a:cubicBezTo>
                  <a:pt x="23932" y="234376"/>
                  <a:pt x="12738" y="232067"/>
                  <a:pt x="1158" y="229373"/>
                </a:cubicBezTo>
                <a:lnTo>
                  <a:pt x="1158" y="34252"/>
                </a:lnTo>
                <a:close/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591632-6875-4957-B032-804B3941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462" y="2221785"/>
            <a:ext cx="39757" cy="227833"/>
          </a:xfrm>
          <a:custGeom xmlns:a="http://schemas.openxmlformats.org/drawingml/2006/main">
            <a:pathLst>
              <a:path w="39757" h="227833">
                <a:moveTo>
                  <a:pt x="38213" y="2694"/>
                </a:moveTo>
                <a:cubicBezTo>
                  <a:pt x="39757" y="11546"/>
                  <a:pt x="28563" y="19628"/>
                  <a:pt x="36283" y="28864"/>
                </a:cubicBezTo>
                <a:cubicBezTo>
                  <a:pt x="35897" y="95059"/>
                  <a:pt x="35897" y="161254"/>
                  <a:pt x="35511" y="227833"/>
                </a:cubicBezTo>
                <a:cubicBezTo>
                  <a:pt x="30493" y="227833"/>
                  <a:pt x="25862" y="227449"/>
                  <a:pt x="20844" y="227449"/>
                </a:cubicBezTo>
                <a:cubicBezTo>
                  <a:pt x="1930" y="223215"/>
                  <a:pt x="0" y="209745"/>
                  <a:pt x="1544" y="193581"/>
                </a:cubicBezTo>
                <a:cubicBezTo>
                  <a:pt x="2316" y="186269"/>
                  <a:pt x="1158" y="178572"/>
                  <a:pt x="772" y="171260"/>
                </a:cubicBezTo>
                <a:cubicBezTo>
                  <a:pt x="772" y="137008"/>
                  <a:pt x="1158" y="102756"/>
                  <a:pt x="1158" y="68504"/>
                </a:cubicBezTo>
                <a:cubicBezTo>
                  <a:pt x="1158" y="55419"/>
                  <a:pt x="1930" y="42334"/>
                  <a:pt x="8492" y="30019"/>
                </a:cubicBezTo>
                <a:cubicBezTo>
                  <a:pt x="7720" y="28479"/>
                  <a:pt x="7334" y="26940"/>
                  <a:pt x="6562" y="25400"/>
                </a:cubicBezTo>
                <a:cubicBezTo>
                  <a:pt x="5790" y="23091"/>
                  <a:pt x="5404" y="21167"/>
                  <a:pt x="4632" y="18858"/>
                </a:cubicBezTo>
                <a:cubicBezTo>
                  <a:pt x="4632" y="14624"/>
                  <a:pt x="5018" y="10391"/>
                  <a:pt x="5018" y="6158"/>
                </a:cubicBezTo>
                <a:cubicBezTo>
                  <a:pt x="9650" y="3464"/>
                  <a:pt x="15054" y="1924"/>
                  <a:pt x="20458" y="2309"/>
                </a:cubicBezTo>
                <a:cubicBezTo>
                  <a:pt x="20844" y="5003"/>
                  <a:pt x="19300" y="8467"/>
                  <a:pt x="22774" y="10391"/>
                </a:cubicBezTo>
                <a:cubicBezTo>
                  <a:pt x="23160" y="7312"/>
                  <a:pt x="23546" y="4618"/>
                  <a:pt x="23932" y="1539"/>
                </a:cubicBezTo>
                <a:cubicBezTo>
                  <a:pt x="26634" y="1155"/>
                  <a:pt x="29335" y="385"/>
                  <a:pt x="32037" y="0"/>
                </a:cubicBezTo>
                <a:cubicBezTo>
                  <a:pt x="34353" y="1155"/>
                  <a:pt x="36283" y="1924"/>
                  <a:pt x="38213" y="2694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24978-96B6-47B6-B73C-8562945C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9153" y="2229097"/>
            <a:ext cx="34353" cy="232452"/>
          </a:xfrm>
          <a:custGeom xmlns:a="http://schemas.openxmlformats.org/drawingml/2006/main">
            <a:pathLst>
              <a:path w="34353" h="232452">
                <a:moveTo>
                  <a:pt x="1544" y="31173"/>
                </a:moveTo>
                <a:cubicBezTo>
                  <a:pt x="6562" y="28479"/>
                  <a:pt x="8878" y="24631"/>
                  <a:pt x="7720" y="18858"/>
                </a:cubicBezTo>
                <a:cubicBezTo>
                  <a:pt x="6562" y="13855"/>
                  <a:pt x="0" y="6543"/>
                  <a:pt x="6176" y="3464"/>
                </a:cubicBezTo>
                <a:cubicBezTo>
                  <a:pt x="13124" y="0"/>
                  <a:pt x="20072" y="7697"/>
                  <a:pt x="27020" y="10391"/>
                </a:cubicBezTo>
                <a:cubicBezTo>
                  <a:pt x="34353" y="13085"/>
                  <a:pt x="32423" y="18473"/>
                  <a:pt x="31651" y="24631"/>
                </a:cubicBezTo>
                <a:cubicBezTo>
                  <a:pt x="30493" y="31558"/>
                  <a:pt x="22774" y="38485"/>
                  <a:pt x="30879" y="45798"/>
                </a:cubicBezTo>
                <a:lnTo>
                  <a:pt x="30879" y="230527"/>
                </a:lnTo>
                <a:cubicBezTo>
                  <a:pt x="20072" y="232452"/>
                  <a:pt x="10036" y="229758"/>
                  <a:pt x="0" y="226679"/>
                </a:cubicBezTo>
                <a:cubicBezTo>
                  <a:pt x="1930" y="181266"/>
                  <a:pt x="0" y="135853"/>
                  <a:pt x="3088" y="90441"/>
                </a:cubicBezTo>
                <a:cubicBezTo>
                  <a:pt x="4246" y="70813"/>
                  <a:pt x="6176" y="50801"/>
                  <a:pt x="1544" y="31173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6611F-45EE-4F3C-9216-3FD43902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862" y="2231791"/>
            <a:ext cx="37055" cy="212439"/>
          </a:xfrm>
          <a:custGeom xmlns:a="http://schemas.openxmlformats.org/drawingml/2006/main">
            <a:pathLst>
              <a:path w="37055" h="212439">
                <a:moveTo>
                  <a:pt x="5018" y="50031"/>
                </a:moveTo>
                <a:cubicBezTo>
                  <a:pt x="12352" y="43873"/>
                  <a:pt x="9264" y="36946"/>
                  <a:pt x="6176" y="30788"/>
                </a:cubicBezTo>
                <a:cubicBezTo>
                  <a:pt x="0" y="19243"/>
                  <a:pt x="5790" y="12700"/>
                  <a:pt x="15440" y="8082"/>
                </a:cubicBezTo>
                <a:cubicBezTo>
                  <a:pt x="20458" y="5388"/>
                  <a:pt x="25476" y="0"/>
                  <a:pt x="30879" y="3849"/>
                </a:cubicBezTo>
                <a:cubicBezTo>
                  <a:pt x="35897" y="7312"/>
                  <a:pt x="29721" y="13085"/>
                  <a:pt x="30107" y="18088"/>
                </a:cubicBezTo>
                <a:cubicBezTo>
                  <a:pt x="31265" y="30788"/>
                  <a:pt x="37055" y="42719"/>
                  <a:pt x="36283" y="56189"/>
                </a:cubicBezTo>
                <a:cubicBezTo>
                  <a:pt x="34739" y="91210"/>
                  <a:pt x="35511" y="126617"/>
                  <a:pt x="35511" y="162023"/>
                </a:cubicBezTo>
                <a:cubicBezTo>
                  <a:pt x="28563" y="178572"/>
                  <a:pt x="33967" y="195506"/>
                  <a:pt x="32037" y="212439"/>
                </a:cubicBezTo>
                <a:cubicBezTo>
                  <a:pt x="21230" y="211670"/>
                  <a:pt x="10808" y="210900"/>
                  <a:pt x="0" y="210130"/>
                </a:cubicBezTo>
                <a:cubicBezTo>
                  <a:pt x="386" y="181266"/>
                  <a:pt x="772" y="152402"/>
                  <a:pt x="1158" y="123538"/>
                </a:cubicBezTo>
                <a:cubicBezTo>
                  <a:pt x="8492" y="99292"/>
                  <a:pt x="3474" y="74277"/>
                  <a:pt x="5018" y="50031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E5E59-B5BC-45D4-9FC2-B6A1B180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8245" y="2284132"/>
            <a:ext cx="40143" cy="186654"/>
          </a:xfrm>
          <a:custGeom xmlns:a="http://schemas.openxmlformats.org/drawingml/2006/main">
            <a:pathLst>
              <a:path w="40143" h="186654">
                <a:moveTo>
                  <a:pt x="13124" y="0"/>
                </a:moveTo>
                <a:cubicBezTo>
                  <a:pt x="24318" y="17318"/>
                  <a:pt x="40143" y="33097"/>
                  <a:pt x="28177" y="56573"/>
                </a:cubicBezTo>
                <a:cubicBezTo>
                  <a:pt x="26248" y="60037"/>
                  <a:pt x="29721" y="63501"/>
                  <a:pt x="32423" y="66195"/>
                </a:cubicBezTo>
                <a:cubicBezTo>
                  <a:pt x="32037" y="105835"/>
                  <a:pt x="31265" y="145090"/>
                  <a:pt x="30879" y="184730"/>
                </a:cubicBezTo>
                <a:cubicBezTo>
                  <a:pt x="21616" y="186654"/>
                  <a:pt x="12738" y="182805"/>
                  <a:pt x="3860" y="182036"/>
                </a:cubicBezTo>
                <a:cubicBezTo>
                  <a:pt x="0" y="175108"/>
                  <a:pt x="1158" y="167411"/>
                  <a:pt x="1158" y="159714"/>
                </a:cubicBezTo>
                <a:cubicBezTo>
                  <a:pt x="772" y="136238"/>
                  <a:pt x="386" y="112762"/>
                  <a:pt x="386" y="89286"/>
                </a:cubicBezTo>
                <a:cubicBezTo>
                  <a:pt x="772" y="65040"/>
                  <a:pt x="1158" y="41179"/>
                  <a:pt x="1544" y="16934"/>
                </a:cubicBezTo>
                <a:cubicBezTo>
                  <a:pt x="12352" y="16549"/>
                  <a:pt x="6948" y="3849"/>
                  <a:pt x="13124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4617A-E663-401D-9B47-ED600ECA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822" y="2250649"/>
            <a:ext cx="30493" cy="214363"/>
          </a:xfrm>
          <a:custGeom xmlns:a="http://schemas.openxmlformats.org/drawingml/2006/main">
            <a:pathLst>
              <a:path w="30493" h="214363">
                <a:moveTo>
                  <a:pt x="2702" y="24246"/>
                </a:moveTo>
                <a:cubicBezTo>
                  <a:pt x="15826" y="18473"/>
                  <a:pt x="0" y="8082"/>
                  <a:pt x="6948" y="0"/>
                </a:cubicBezTo>
                <a:cubicBezTo>
                  <a:pt x="16984" y="3464"/>
                  <a:pt x="25862" y="8467"/>
                  <a:pt x="30493" y="18858"/>
                </a:cubicBezTo>
                <a:cubicBezTo>
                  <a:pt x="27406" y="28094"/>
                  <a:pt x="13510" y="36176"/>
                  <a:pt x="27406" y="46952"/>
                </a:cubicBezTo>
                <a:cubicBezTo>
                  <a:pt x="27792" y="72352"/>
                  <a:pt x="28563" y="97753"/>
                  <a:pt x="28949" y="123538"/>
                </a:cubicBezTo>
                <a:cubicBezTo>
                  <a:pt x="21230" y="152787"/>
                  <a:pt x="26634" y="182805"/>
                  <a:pt x="25090" y="212439"/>
                </a:cubicBezTo>
                <a:cubicBezTo>
                  <a:pt x="16598" y="214363"/>
                  <a:pt x="8492" y="212824"/>
                  <a:pt x="772" y="209360"/>
                </a:cubicBezTo>
                <a:cubicBezTo>
                  <a:pt x="1544" y="147784"/>
                  <a:pt x="2316" y="85822"/>
                  <a:pt x="2702" y="24246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E23E6B-06EF-41E5-84C9-4DACD533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491" y="2254883"/>
            <a:ext cx="38213" cy="190503"/>
          </a:xfrm>
          <a:custGeom xmlns:a="http://schemas.openxmlformats.org/drawingml/2006/main">
            <a:pathLst>
              <a:path w="38213" h="190503">
                <a:moveTo>
                  <a:pt x="13510" y="185115"/>
                </a:moveTo>
                <a:cubicBezTo>
                  <a:pt x="12352" y="185115"/>
                  <a:pt x="11194" y="184730"/>
                  <a:pt x="9650" y="184345"/>
                </a:cubicBezTo>
                <a:cubicBezTo>
                  <a:pt x="9650" y="144705"/>
                  <a:pt x="9650" y="105065"/>
                  <a:pt x="9264" y="65425"/>
                </a:cubicBezTo>
                <a:cubicBezTo>
                  <a:pt x="13896" y="62731"/>
                  <a:pt x="17756" y="59267"/>
                  <a:pt x="14282" y="53495"/>
                </a:cubicBezTo>
                <a:cubicBezTo>
                  <a:pt x="0" y="28479"/>
                  <a:pt x="18528" y="15779"/>
                  <a:pt x="33967" y="0"/>
                </a:cubicBezTo>
                <a:cubicBezTo>
                  <a:pt x="38213" y="10006"/>
                  <a:pt x="26634" y="19628"/>
                  <a:pt x="36283" y="27325"/>
                </a:cubicBezTo>
                <a:cubicBezTo>
                  <a:pt x="36283" y="51955"/>
                  <a:pt x="36669" y="76201"/>
                  <a:pt x="36669" y="100832"/>
                </a:cubicBezTo>
                <a:cubicBezTo>
                  <a:pt x="36283" y="129696"/>
                  <a:pt x="35897" y="158945"/>
                  <a:pt x="35511" y="187809"/>
                </a:cubicBezTo>
                <a:cubicBezTo>
                  <a:pt x="28177" y="190503"/>
                  <a:pt x="21230" y="184345"/>
                  <a:pt x="13510" y="185115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D69A3F-515C-45F4-B117-B9EE68DB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753" y="2316459"/>
            <a:ext cx="37441" cy="122768"/>
          </a:xfrm>
          <a:custGeom xmlns:a="http://schemas.openxmlformats.org/drawingml/2006/main">
            <a:pathLst>
              <a:path w="37441" h="122768">
                <a:moveTo>
                  <a:pt x="36283" y="121999"/>
                </a:moveTo>
                <a:cubicBezTo>
                  <a:pt x="24318" y="118535"/>
                  <a:pt x="10036" y="122768"/>
                  <a:pt x="0" y="111608"/>
                </a:cubicBezTo>
                <a:cubicBezTo>
                  <a:pt x="4632" y="73122"/>
                  <a:pt x="8492" y="34252"/>
                  <a:pt x="28563" y="0"/>
                </a:cubicBezTo>
                <a:lnTo>
                  <a:pt x="32423" y="0"/>
                </a:lnTo>
                <a:lnTo>
                  <a:pt x="32809" y="385"/>
                </a:lnTo>
                <a:cubicBezTo>
                  <a:pt x="33967" y="1539"/>
                  <a:pt x="35125" y="2694"/>
                  <a:pt x="36283" y="3849"/>
                </a:cubicBezTo>
                <a:lnTo>
                  <a:pt x="37441" y="3464"/>
                </a:lnTo>
                <a:cubicBezTo>
                  <a:pt x="36669" y="43104"/>
                  <a:pt x="36283" y="82744"/>
                  <a:pt x="36283" y="121999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80EF1-8C14-4AD4-85C1-373E372D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617" y="2351481"/>
            <a:ext cx="26248" cy="123538"/>
          </a:xfrm>
          <a:custGeom xmlns:a="http://schemas.openxmlformats.org/drawingml/2006/main">
            <a:pathLst>
              <a:path w="26248" h="123538">
                <a:moveTo>
                  <a:pt x="386" y="0"/>
                </a:moveTo>
                <a:cubicBezTo>
                  <a:pt x="16984" y="7312"/>
                  <a:pt x="14668" y="24631"/>
                  <a:pt x="18528" y="37716"/>
                </a:cubicBezTo>
                <a:cubicBezTo>
                  <a:pt x="25862" y="64271"/>
                  <a:pt x="26248" y="91595"/>
                  <a:pt x="25090" y="119305"/>
                </a:cubicBezTo>
                <a:cubicBezTo>
                  <a:pt x="24704" y="120459"/>
                  <a:pt x="23932" y="121614"/>
                  <a:pt x="23546" y="123153"/>
                </a:cubicBezTo>
                <a:cubicBezTo>
                  <a:pt x="20844" y="123153"/>
                  <a:pt x="18528" y="123538"/>
                  <a:pt x="15826" y="123538"/>
                </a:cubicBezTo>
                <a:cubicBezTo>
                  <a:pt x="10422" y="122383"/>
                  <a:pt x="4632" y="123538"/>
                  <a:pt x="0" y="119305"/>
                </a:cubicBezTo>
                <a:cubicBezTo>
                  <a:pt x="0" y="79280"/>
                  <a:pt x="0" y="39640"/>
                  <a:pt x="386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E8CCF-5445-41DD-BF96-D9DD6D2B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819" y="2258731"/>
            <a:ext cx="13896" cy="197045"/>
          </a:xfrm>
          <a:custGeom xmlns:a="http://schemas.openxmlformats.org/drawingml/2006/main">
            <a:pathLst>
              <a:path w="13896" h="197045">
                <a:moveTo>
                  <a:pt x="8878" y="1539"/>
                </a:moveTo>
                <a:cubicBezTo>
                  <a:pt x="13896" y="21167"/>
                  <a:pt x="11966" y="41179"/>
                  <a:pt x="10422" y="60807"/>
                </a:cubicBezTo>
                <a:cubicBezTo>
                  <a:pt x="7720" y="106220"/>
                  <a:pt x="9264" y="151632"/>
                  <a:pt x="7334" y="197045"/>
                </a:cubicBezTo>
                <a:cubicBezTo>
                  <a:pt x="5018" y="197045"/>
                  <a:pt x="2316" y="196660"/>
                  <a:pt x="0" y="196660"/>
                </a:cubicBezTo>
                <a:cubicBezTo>
                  <a:pt x="386" y="131235"/>
                  <a:pt x="386" y="65425"/>
                  <a:pt x="772" y="0"/>
                </a:cubicBezTo>
                <a:cubicBezTo>
                  <a:pt x="3474" y="0"/>
                  <a:pt x="6176" y="770"/>
                  <a:pt x="8878" y="1539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47994A-6D16-4E5F-A402-BB4B236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112" y="2346478"/>
            <a:ext cx="114640" cy="69659"/>
          </a:xfrm>
          <a:custGeom xmlns:a="http://schemas.openxmlformats.org/drawingml/2006/main">
            <a:pathLst>
              <a:path w="114640" h="69659">
                <a:moveTo>
                  <a:pt x="23932" y="69659"/>
                </a:moveTo>
                <a:cubicBezTo>
                  <a:pt x="15826" y="68504"/>
                  <a:pt x="8106" y="67349"/>
                  <a:pt x="0" y="66195"/>
                </a:cubicBezTo>
                <a:cubicBezTo>
                  <a:pt x="13124" y="51570"/>
                  <a:pt x="30879" y="43873"/>
                  <a:pt x="47091" y="34637"/>
                </a:cubicBezTo>
                <a:cubicBezTo>
                  <a:pt x="69093" y="22322"/>
                  <a:pt x="88392" y="3849"/>
                  <a:pt x="114640" y="0"/>
                </a:cubicBezTo>
                <a:cubicBezTo>
                  <a:pt x="113482" y="3079"/>
                  <a:pt x="112710" y="6158"/>
                  <a:pt x="111552" y="9236"/>
                </a:cubicBezTo>
                <a:cubicBezTo>
                  <a:pt x="82603" y="29249"/>
                  <a:pt x="53267" y="49646"/>
                  <a:pt x="23932" y="69659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9A52CC-5104-444C-BAA9-B3067C4A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588" y="2250649"/>
            <a:ext cx="8492" cy="199739"/>
          </a:xfrm>
          <a:custGeom xmlns:a="http://schemas.openxmlformats.org/drawingml/2006/main">
            <a:pathLst>
              <a:path w="8492" h="199739">
                <a:moveTo>
                  <a:pt x="0" y="198969"/>
                </a:moveTo>
                <a:cubicBezTo>
                  <a:pt x="386" y="132775"/>
                  <a:pt x="386" y="66580"/>
                  <a:pt x="772" y="0"/>
                </a:cubicBezTo>
                <a:cubicBezTo>
                  <a:pt x="3474" y="1155"/>
                  <a:pt x="5790" y="2694"/>
                  <a:pt x="8492" y="3849"/>
                </a:cubicBezTo>
                <a:lnTo>
                  <a:pt x="8492" y="199739"/>
                </a:lnTo>
                <a:cubicBezTo>
                  <a:pt x="5790" y="199739"/>
                  <a:pt x="3088" y="199354"/>
                  <a:pt x="0" y="198969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20EB9-BCAF-42C3-B184-9674920B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032" y="2274510"/>
            <a:ext cx="8492" cy="185884"/>
          </a:xfrm>
          <a:custGeom xmlns:a="http://schemas.openxmlformats.org/drawingml/2006/main">
            <a:pathLst>
              <a:path w="8492" h="185884">
                <a:moveTo>
                  <a:pt x="8492" y="385"/>
                </a:moveTo>
                <a:cubicBezTo>
                  <a:pt x="7720" y="62346"/>
                  <a:pt x="7334" y="123923"/>
                  <a:pt x="6562" y="185884"/>
                </a:cubicBezTo>
                <a:cubicBezTo>
                  <a:pt x="4246" y="185499"/>
                  <a:pt x="2316" y="185115"/>
                  <a:pt x="0" y="184730"/>
                </a:cubicBezTo>
                <a:lnTo>
                  <a:pt x="0" y="0"/>
                </a:lnTo>
                <a:cubicBezTo>
                  <a:pt x="3088" y="0"/>
                  <a:pt x="5790" y="0"/>
                  <a:pt x="8492" y="38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3BD43-32CD-4DA5-B71B-DCE4F0D6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901" y="2333008"/>
            <a:ext cx="134326" cy="80050"/>
          </a:xfrm>
          <a:custGeom xmlns:a="http://schemas.openxmlformats.org/drawingml/2006/main">
            <a:pathLst>
              <a:path w="134326" h="80050">
                <a:moveTo>
                  <a:pt x="131238" y="13855"/>
                </a:moveTo>
                <a:cubicBezTo>
                  <a:pt x="104604" y="17318"/>
                  <a:pt x="85690" y="35791"/>
                  <a:pt x="63689" y="48492"/>
                </a:cubicBezTo>
                <a:cubicBezTo>
                  <a:pt x="47477" y="57728"/>
                  <a:pt x="29335" y="65425"/>
                  <a:pt x="16598" y="80050"/>
                </a:cubicBezTo>
                <a:cubicBezTo>
                  <a:pt x="11194" y="79665"/>
                  <a:pt x="5404" y="78895"/>
                  <a:pt x="0" y="78510"/>
                </a:cubicBezTo>
                <a:cubicBezTo>
                  <a:pt x="31265" y="59267"/>
                  <a:pt x="62531" y="40794"/>
                  <a:pt x="93024" y="20782"/>
                </a:cubicBezTo>
                <a:cubicBezTo>
                  <a:pt x="101516" y="15009"/>
                  <a:pt x="115026" y="13470"/>
                  <a:pt x="117342" y="0"/>
                </a:cubicBezTo>
                <a:cubicBezTo>
                  <a:pt x="123132" y="1155"/>
                  <a:pt x="128536" y="2309"/>
                  <a:pt x="134326" y="3464"/>
                </a:cubicBezTo>
                <a:cubicBezTo>
                  <a:pt x="133168" y="6543"/>
                  <a:pt x="132010" y="10006"/>
                  <a:pt x="131238" y="1385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1E1977-8A34-4C37-88D0-8BF7E7DE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326" y="2369954"/>
            <a:ext cx="71409" cy="51570"/>
          </a:xfrm>
          <a:custGeom xmlns:a="http://schemas.openxmlformats.org/drawingml/2006/main">
            <a:pathLst>
              <a:path w="71409" h="51570">
                <a:moveTo>
                  <a:pt x="23932" y="50416"/>
                </a:moveTo>
                <a:cubicBezTo>
                  <a:pt x="15826" y="51570"/>
                  <a:pt x="7720" y="50416"/>
                  <a:pt x="0" y="47722"/>
                </a:cubicBezTo>
                <a:cubicBezTo>
                  <a:pt x="21230" y="28864"/>
                  <a:pt x="44775" y="13085"/>
                  <a:pt x="69865" y="0"/>
                </a:cubicBezTo>
                <a:cubicBezTo>
                  <a:pt x="71409" y="8082"/>
                  <a:pt x="68707" y="15779"/>
                  <a:pt x="66005" y="23091"/>
                </a:cubicBezTo>
                <a:cubicBezTo>
                  <a:pt x="49793" y="29249"/>
                  <a:pt x="36283" y="38870"/>
                  <a:pt x="23932" y="50416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5AE41-96F5-4071-94B1-D1E21E6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511" y="2350711"/>
            <a:ext cx="8492" cy="120074"/>
          </a:xfrm>
          <a:custGeom xmlns:a="http://schemas.openxmlformats.org/drawingml/2006/main">
            <a:pathLst>
              <a:path w="8492" h="120074">
                <a:moveTo>
                  <a:pt x="8492" y="770"/>
                </a:moveTo>
                <a:cubicBezTo>
                  <a:pt x="8492" y="40410"/>
                  <a:pt x="8106" y="80050"/>
                  <a:pt x="8106" y="120074"/>
                </a:cubicBezTo>
                <a:cubicBezTo>
                  <a:pt x="5404" y="119689"/>
                  <a:pt x="2702" y="118920"/>
                  <a:pt x="0" y="118535"/>
                </a:cubicBezTo>
                <a:cubicBezTo>
                  <a:pt x="386" y="78895"/>
                  <a:pt x="1158" y="39640"/>
                  <a:pt x="1544" y="0"/>
                </a:cubicBezTo>
                <a:cubicBezTo>
                  <a:pt x="3860" y="0"/>
                  <a:pt x="6176" y="385"/>
                  <a:pt x="8492" y="77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9B4461-A2D1-4332-84B2-5903952F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036" y="2319923"/>
            <a:ext cx="8878" cy="119305"/>
          </a:xfrm>
          <a:custGeom xmlns:a="http://schemas.openxmlformats.org/drawingml/2006/main">
            <a:pathLst>
              <a:path w="8878" h="119305">
                <a:moveTo>
                  <a:pt x="0" y="118535"/>
                </a:moveTo>
                <a:cubicBezTo>
                  <a:pt x="386" y="78895"/>
                  <a:pt x="772" y="39640"/>
                  <a:pt x="1158" y="0"/>
                </a:cubicBezTo>
                <a:cubicBezTo>
                  <a:pt x="3474" y="0"/>
                  <a:pt x="6176" y="0"/>
                  <a:pt x="8492" y="385"/>
                </a:cubicBezTo>
                <a:cubicBezTo>
                  <a:pt x="8492" y="40025"/>
                  <a:pt x="8492" y="79665"/>
                  <a:pt x="8878" y="119305"/>
                </a:cubicBezTo>
                <a:cubicBezTo>
                  <a:pt x="5404" y="119305"/>
                  <a:pt x="2702" y="118920"/>
                  <a:pt x="0" y="11853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C1EFB2-E7DE-4BFD-A3B7-375C1258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0044" y="2355714"/>
            <a:ext cx="88778" cy="61961"/>
          </a:xfrm>
          <a:custGeom xmlns:a="http://schemas.openxmlformats.org/drawingml/2006/main">
            <a:pathLst>
              <a:path w="88778" h="61961">
                <a:moveTo>
                  <a:pt x="84146" y="14240"/>
                </a:moveTo>
                <a:cubicBezTo>
                  <a:pt x="59057" y="27325"/>
                  <a:pt x="35511" y="43104"/>
                  <a:pt x="14282" y="61961"/>
                </a:cubicBezTo>
                <a:cubicBezTo>
                  <a:pt x="9650" y="61577"/>
                  <a:pt x="4632" y="60807"/>
                  <a:pt x="0" y="60422"/>
                </a:cubicBezTo>
                <a:cubicBezTo>
                  <a:pt x="29335" y="40410"/>
                  <a:pt x="58671" y="20012"/>
                  <a:pt x="88006" y="0"/>
                </a:cubicBezTo>
                <a:cubicBezTo>
                  <a:pt x="88778" y="5388"/>
                  <a:pt x="87234" y="10006"/>
                  <a:pt x="84146" y="1424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31EE8-1CF7-45F0-89EC-D4FDF33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2161" y="2281823"/>
            <a:ext cx="11194" cy="73507"/>
          </a:xfrm>
          <a:custGeom xmlns:a="http://schemas.openxmlformats.org/drawingml/2006/main">
            <a:pathLst>
              <a:path w="11194" h="73507">
                <a:moveTo>
                  <a:pt x="386" y="73507"/>
                </a:moveTo>
                <a:cubicBezTo>
                  <a:pt x="386" y="48876"/>
                  <a:pt x="0" y="24631"/>
                  <a:pt x="0" y="0"/>
                </a:cubicBezTo>
                <a:lnTo>
                  <a:pt x="7720" y="0"/>
                </a:lnTo>
                <a:cubicBezTo>
                  <a:pt x="5790" y="24246"/>
                  <a:pt x="11194" y="49261"/>
                  <a:pt x="3860" y="73122"/>
                </a:cubicBezTo>
                <a:cubicBezTo>
                  <a:pt x="3088" y="73507"/>
                  <a:pt x="1930" y="73507"/>
                  <a:pt x="386" y="73507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3FAD3-3025-4EC8-9D26-87D4EF48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812" y="2393046"/>
            <a:ext cx="30493" cy="56189"/>
          </a:xfrm>
          <a:custGeom xmlns:a="http://schemas.openxmlformats.org/drawingml/2006/main">
            <a:pathLst>
              <a:path w="30493" h="56189">
                <a:moveTo>
                  <a:pt x="3474" y="50801"/>
                </a:moveTo>
                <a:cubicBezTo>
                  <a:pt x="5404" y="34252"/>
                  <a:pt x="0" y="16934"/>
                  <a:pt x="6948" y="385"/>
                </a:cubicBezTo>
                <a:cubicBezTo>
                  <a:pt x="8106" y="0"/>
                  <a:pt x="9264" y="0"/>
                  <a:pt x="10422" y="0"/>
                </a:cubicBezTo>
                <a:cubicBezTo>
                  <a:pt x="10808" y="7312"/>
                  <a:pt x="11966" y="15009"/>
                  <a:pt x="11194" y="22322"/>
                </a:cubicBezTo>
                <a:cubicBezTo>
                  <a:pt x="9650" y="38485"/>
                  <a:pt x="11580" y="51955"/>
                  <a:pt x="30493" y="56189"/>
                </a:cubicBezTo>
                <a:cubicBezTo>
                  <a:pt x="21230" y="55034"/>
                  <a:pt x="11580" y="55804"/>
                  <a:pt x="3474" y="50801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CF56C-BE38-42B2-83C3-A64FB99F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718" y="2269892"/>
            <a:ext cx="32037" cy="31943"/>
          </a:xfrm>
          <a:custGeom xmlns:a="http://schemas.openxmlformats.org/drawingml/2006/main">
            <a:pathLst>
              <a:path w="32037" h="31943">
                <a:moveTo>
                  <a:pt x="13896" y="28094"/>
                </a:moveTo>
                <a:cubicBezTo>
                  <a:pt x="0" y="17318"/>
                  <a:pt x="13896" y="9236"/>
                  <a:pt x="16984" y="0"/>
                </a:cubicBezTo>
                <a:cubicBezTo>
                  <a:pt x="24318" y="2309"/>
                  <a:pt x="29721" y="6927"/>
                  <a:pt x="32037" y="14624"/>
                </a:cubicBezTo>
                <a:cubicBezTo>
                  <a:pt x="25476" y="18858"/>
                  <a:pt x="30879" y="31173"/>
                  <a:pt x="19686" y="31943"/>
                </a:cubicBezTo>
                <a:cubicBezTo>
                  <a:pt x="18528" y="28864"/>
                  <a:pt x="19300" y="23476"/>
                  <a:pt x="13896" y="2809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19F3D-ADED-43D3-B667-EAF81B31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223" y="2404206"/>
            <a:ext cx="30493" cy="22706"/>
          </a:xfrm>
          <a:custGeom xmlns:a="http://schemas.openxmlformats.org/drawingml/2006/main">
            <a:pathLst>
              <a:path w="30493" h="22706">
                <a:moveTo>
                  <a:pt x="26248" y="22706"/>
                </a:moveTo>
                <a:cubicBezTo>
                  <a:pt x="17370" y="21167"/>
                  <a:pt x="8878" y="20012"/>
                  <a:pt x="0" y="18473"/>
                </a:cubicBezTo>
                <a:cubicBezTo>
                  <a:pt x="6948" y="7697"/>
                  <a:pt x="16984" y="2694"/>
                  <a:pt x="28949" y="0"/>
                </a:cubicBezTo>
                <a:cubicBezTo>
                  <a:pt x="30493" y="7697"/>
                  <a:pt x="27406" y="15009"/>
                  <a:pt x="26248" y="22706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58B16-4C90-4E31-8CA6-563A399C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8643" y="2393045"/>
            <a:ext cx="44003" cy="30788"/>
          </a:xfrm>
          <a:custGeom xmlns:a="http://schemas.openxmlformats.org/drawingml/2006/main">
            <a:pathLst>
              <a:path w="44003" h="30788">
                <a:moveTo>
                  <a:pt x="40529" y="11161"/>
                </a:moveTo>
                <a:cubicBezTo>
                  <a:pt x="28563" y="13470"/>
                  <a:pt x="18142" y="18858"/>
                  <a:pt x="11580" y="29634"/>
                </a:cubicBezTo>
                <a:cubicBezTo>
                  <a:pt x="7334" y="30788"/>
                  <a:pt x="3474" y="30019"/>
                  <a:pt x="0" y="27709"/>
                </a:cubicBezTo>
                <a:cubicBezTo>
                  <a:pt x="12352" y="16164"/>
                  <a:pt x="25862" y="6158"/>
                  <a:pt x="41687" y="0"/>
                </a:cubicBezTo>
                <a:cubicBezTo>
                  <a:pt x="44003" y="3849"/>
                  <a:pt x="42073" y="7697"/>
                  <a:pt x="40529" y="11161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CBC9CF-B864-463A-971E-E671436E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409" y="2474634"/>
            <a:ext cx="30107" cy="18473"/>
          </a:xfrm>
          <a:custGeom xmlns:a="http://schemas.openxmlformats.org/drawingml/2006/main">
            <a:pathLst>
              <a:path w="30107" h="18473">
                <a:moveTo>
                  <a:pt x="6562" y="18473"/>
                </a:moveTo>
                <a:cubicBezTo>
                  <a:pt x="8106" y="12700"/>
                  <a:pt x="3860" y="11546"/>
                  <a:pt x="0" y="10391"/>
                </a:cubicBezTo>
                <a:cubicBezTo>
                  <a:pt x="2702" y="8082"/>
                  <a:pt x="5404" y="5773"/>
                  <a:pt x="7720" y="3079"/>
                </a:cubicBezTo>
                <a:cubicBezTo>
                  <a:pt x="10036" y="2309"/>
                  <a:pt x="12352" y="1539"/>
                  <a:pt x="14668" y="770"/>
                </a:cubicBezTo>
                <a:cubicBezTo>
                  <a:pt x="18914" y="385"/>
                  <a:pt x="22774" y="0"/>
                  <a:pt x="26248" y="3079"/>
                </a:cubicBezTo>
                <a:cubicBezTo>
                  <a:pt x="16212" y="10776"/>
                  <a:pt x="28949" y="10776"/>
                  <a:pt x="30107" y="14624"/>
                </a:cubicBezTo>
                <a:cubicBezTo>
                  <a:pt x="24318" y="14624"/>
                  <a:pt x="18914" y="15009"/>
                  <a:pt x="13124" y="15009"/>
                </a:cubicBezTo>
                <a:cubicBezTo>
                  <a:pt x="10808" y="16164"/>
                  <a:pt x="8878" y="17318"/>
                  <a:pt x="6562" y="18473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9E592-1888-462B-88E7-53DF6CFB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3442" y="2474634"/>
            <a:ext cx="19686" cy="11930"/>
          </a:xfrm>
          <a:custGeom xmlns:a="http://schemas.openxmlformats.org/drawingml/2006/main">
            <a:pathLst>
              <a:path w="19686" h="11930">
                <a:moveTo>
                  <a:pt x="19686" y="3464"/>
                </a:moveTo>
                <a:cubicBezTo>
                  <a:pt x="16984" y="5773"/>
                  <a:pt x="14282" y="8082"/>
                  <a:pt x="11966" y="10776"/>
                </a:cubicBezTo>
                <a:cubicBezTo>
                  <a:pt x="9264" y="11161"/>
                  <a:pt x="6562" y="11546"/>
                  <a:pt x="3860" y="11930"/>
                </a:cubicBezTo>
                <a:cubicBezTo>
                  <a:pt x="2702" y="11161"/>
                  <a:pt x="1544" y="10391"/>
                  <a:pt x="0" y="9621"/>
                </a:cubicBezTo>
                <a:lnTo>
                  <a:pt x="0" y="385"/>
                </a:lnTo>
                <a:cubicBezTo>
                  <a:pt x="2702" y="385"/>
                  <a:pt x="5018" y="0"/>
                  <a:pt x="7720" y="0"/>
                </a:cubicBezTo>
                <a:lnTo>
                  <a:pt x="10808" y="0"/>
                </a:lnTo>
                <a:cubicBezTo>
                  <a:pt x="13510" y="770"/>
                  <a:pt x="16598" y="2309"/>
                  <a:pt x="19686" y="3464"/>
                </a:cubicBezTo>
              </a:path>
            </a:pathLst>
          </a:custGeom>
          <a:solidFill xmlns:a="http://schemas.openxmlformats.org/drawingml/2006/main">
            <a:srgbClr val="5C2E2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F8E75-238A-4711-ACF5-12610CA0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148" y="2223325"/>
            <a:ext cx="4632" cy="8852"/>
          </a:xfrm>
          <a:custGeom xmlns:a="http://schemas.openxmlformats.org/drawingml/2006/main">
            <a:pathLst>
              <a:path w="4632" h="8852">
                <a:moveTo>
                  <a:pt x="4632" y="0"/>
                </a:moveTo>
                <a:cubicBezTo>
                  <a:pt x="4246" y="3079"/>
                  <a:pt x="3860" y="5773"/>
                  <a:pt x="3474" y="8852"/>
                </a:cubicBezTo>
                <a:cubicBezTo>
                  <a:pt x="0" y="6927"/>
                  <a:pt x="1544" y="3849"/>
                  <a:pt x="1158" y="770"/>
                </a:cubicBezTo>
                <a:cubicBezTo>
                  <a:pt x="1930" y="770"/>
                  <a:pt x="3088" y="385"/>
                  <a:pt x="4632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CE63D-B32B-4932-B705-76B34E3D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9602" y="2228328"/>
            <a:ext cx="8878" cy="12700"/>
          </a:xfrm>
          <a:custGeom xmlns:a="http://schemas.openxmlformats.org/drawingml/2006/main">
            <a:pathLst>
              <a:path w="8878" h="12700">
                <a:moveTo>
                  <a:pt x="8878" y="0"/>
                </a:moveTo>
                <a:cubicBezTo>
                  <a:pt x="8878" y="4233"/>
                  <a:pt x="8492" y="8467"/>
                  <a:pt x="8492" y="12700"/>
                </a:cubicBezTo>
                <a:cubicBezTo>
                  <a:pt x="5790" y="8082"/>
                  <a:pt x="0" y="3849"/>
                  <a:pt x="8878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1F9A1-DFFD-4801-AE85-2A501CBF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930" y="2312226"/>
            <a:ext cx="4246" cy="4618"/>
          </a:xfrm>
          <a:custGeom xmlns:a="http://schemas.openxmlformats.org/drawingml/2006/main">
            <a:pathLst>
              <a:path w="4246" h="4618">
                <a:moveTo>
                  <a:pt x="4246" y="4618"/>
                </a:moveTo>
                <a:lnTo>
                  <a:pt x="386" y="4618"/>
                </a:lnTo>
                <a:cubicBezTo>
                  <a:pt x="772" y="2694"/>
                  <a:pt x="0" y="0"/>
                  <a:pt x="3088" y="385"/>
                </a:cubicBezTo>
                <a:cubicBezTo>
                  <a:pt x="3860" y="0"/>
                  <a:pt x="3860" y="2694"/>
                  <a:pt x="4246" y="461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CA319-1368-48E6-A9F1-FAD0CFB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886" y="2218322"/>
            <a:ext cx="6562" cy="6158"/>
          </a:xfrm>
          <a:custGeom xmlns:a="http://schemas.openxmlformats.org/drawingml/2006/main">
            <a:pathLst>
              <a:path w="6562" h="6158">
                <a:moveTo>
                  <a:pt x="5790" y="6158"/>
                </a:moveTo>
                <a:cubicBezTo>
                  <a:pt x="3860" y="5388"/>
                  <a:pt x="1930" y="4233"/>
                  <a:pt x="0" y="3464"/>
                </a:cubicBezTo>
                <a:cubicBezTo>
                  <a:pt x="2702" y="3079"/>
                  <a:pt x="6562" y="0"/>
                  <a:pt x="5790" y="615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578AA-2E87-48B9-8990-95EC6427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562" y="2317229"/>
            <a:ext cx="3474" cy="3464"/>
          </a:xfrm>
          <a:custGeom xmlns:a="http://schemas.openxmlformats.org/drawingml/2006/main">
            <a:pathLst>
              <a:path w="3474" h="3464">
                <a:moveTo>
                  <a:pt x="3474" y="3464"/>
                </a:moveTo>
                <a:cubicBezTo>
                  <a:pt x="2316" y="2309"/>
                  <a:pt x="1158" y="1155"/>
                  <a:pt x="0" y="0"/>
                </a:cubicBezTo>
                <a:cubicBezTo>
                  <a:pt x="1158" y="770"/>
                  <a:pt x="2316" y="1924"/>
                  <a:pt x="3474" y="3464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098315-AA2E-49D8-ADF7-C45D2A5B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24" y="2247571"/>
            <a:ext cx="1930" cy="4618"/>
          </a:xfrm>
          <a:custGeom xmlns:a="http://schemas.openxmlformats.org/drawingml/2006/main">
            <a:pathLst>
              <a:path w="1930" h="4618">
                <a:moveTo>
                  <a:pt x="0" y="0"/>
                </a:moveTo>
                <a:cubicBezTo>
                  <a:pt x="772" y="1539"/>
                  <a:pt x="1158" y="3079"/>
                  <a:pt x="1930" y="4618"/>
                </a:cubicBezTo>
                <a:cubicBezTo>
                  <a:pt x="1158" y="3079"/>
                  <a:pt x="772" y="1539"/>
                  <a:pt x="0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1CBFD-BDBB-4E95-AAE4-EE827BE3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1163" y="2470400"/>
            <a:ext cx="3088" cy="3849"/>
          </a:xfrm>
          <a:custGeom xmlns:a="http://schemas.openxmlformats.org/drawingml/2006/main">
            <a:pathLst>
              <a:path w="3088" h="3849">
                <a:moveTo>
                  <a:pt x="3088" y="3849"/>
                </a:moveTo>
                <a:lnTo>
                  <a:pt x="0" y="3849"/>
                </a:lnTo>
                <a:cubicBezTo>
                  <a:pt x="386" y="2694"/>
                  <a:pt x="1158" y="1539"/>
                  <a:pt x="1544" y="0"/>
                </a:cubicBezTo>
                <a:cubicBezTo>
                  <a:pt x="1930" y="1539"/>
                  <a:pt x="2316" y="2694"/>
                  <a:pt x="3088" y="3849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06E8A-5F2C-46B4-AAD3-6E63526C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731" y="2254498"/>
            <a:ext cx="3860" cy="3464"/>
          </a:xfrm>
          <a:custGeom xmlns:a="http://schemas.openxmlformats.org/drawingml/2006/main">
            <a:pathLst>
              <a:path w="3860" h="3464">
                <a:moveTo>
                  <a:pt x="3860" y="3464"/>
                </a:moveTo>
                <a:cubicBezTo>
                  <a:pt x="772" y="3464"/>
                  <a:pt x="0" y="2309"/>
                  <a:pt x="1930" y="0"/>
                </a:cubicBezTo>
                <a:cubicBezTo>
                  <a:pt x="2316" y="1155"/>
                  <a:pt x="3088" y="2309"/>
                  <a:pt x="3860" y="346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A1C1A-F822-4AF1-8806-B036AB9F1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117" y="2496956"/>
            <a:ext cx="40143" cy="247461"/>
          </a:xfrm>
          <a:custGeom xmlns:a="http://schemas.openxmlformats.org/drawingml/2006/main">
            <a:pathLst>
              <a:path w="40143" h="247461">
                <a:moveTo>
                  <a:pt x="2702" y="3464"/>
                </a:moveTo>
                <a:cubicBezTo>
                  <a:pt x="15440" y="0"/>
                  <a:pt x="26248" y="10391"/>
                  <a:pt x="38985" y="8852"/>
                </a:cubicBezTo>
                <a:cubicBezTo>
                  <a:pt x="34739" y="80434"/>
                  <a:pt x="37441" y="151632"/>
                  <a:pt x="35511" y="223215"/>
                </a:cubicBezTo>
                <a:cubicBezTo>
                  <a:pt x="27406" y="230527"/>
                  <a:pt x="40143" y="238994"/>
                  <a:pt x="33967" y="247461"/>
                </a:cubicBezTo>
                <a:cubicBezTo>
                  <a:pt x="24704" y="245921"/>
                  <a:pt x="17370" y="239764"/>
                  <a:pt x="9264" y="235146"/>
                </a:cubicBezTo>
                <a:cubicBezTo>
                  <a:pt x="2316" y="230912"/>
                  <a:pt x="0" y="225524"/>
                  <a:pt x="3860" y="217442"/>
                </a:cubicBezTo>
                <a:cubicBezTo>
                  <a:pt x="7334" y="210130"/>
                  <a:pt x="9650" y="202818"/>
                  <a:pt x="772" y="197430"/>
                </a:cubicBezTo>
                <a:cubicBezTo>
                  <a:pt x="1544" y="132390"/>
                  <a:pt x="2316" y="68119"/>
                  <a:pt x="2702" y="3464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2AE78-73BF-470C-BFFE-2A069916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780" y="2493107"/>
            <a:ext cx="47477" cy="219751"/>
          </a:xfrm>
          <a:custGeom xmlns:a="http://schemas.openxmlformats.org/drawingml/2006/main">
            <a:pathLst>
              <a:path w="47477" h="219751">
                <a:moveTo>
                  <a:pt x="6562" y="1155"/>
                </a:moveTo>
                <a:cubicBezTo>
                  <a:pt x="20458" y="0"/>
                  <a:pt x="33967" y="2694"/>
                  <a:pt x="47477" y="6158"/>
                </a:cubicBezTo>
                <a:cubicBezTo>
                  <a:pt x="46705" y="71198"/>
                  <a:pt x="43231" y="136238"/>
                  <a:pt x="45547" y="201278"/>
                </a:cubicBezTo>
                <a:cubicBezTo>
                  <a:pt x="37441" y="205897"/>
                  <a:pt x="42073" y="213594"/>
                  <a:pt x="41301" y="219751"/>
                </a:cubicBezTo>
                <a:cubicBezTo>
                  <a:pt x="16212" y="208591"/>
                  <a:pt x="0" y="176648"/>
                  <a:pt x="7720" y="153172"/>
                </a:cubicBezTo>
                <a:cubicBezTo>
                  <a:pt x="9650" y="146629"/>
                  <a:pt x="11194" y="140856"/>
                  <a:pt x="5404" y="135853"/>
                </a:cubicBezTo>
                <a:cubicBezTo>
                  <a:pt x="5790" y="90825"/>
                  <a:pt x="6176" y="46182"/>
                  <a:pt x="6562" y="1155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57000-8D55-4469-A5D6-C618977D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35" y="2510425"/>
            <a:ext cx="34353" cy="247846"/>
          </a:xfrm>
          <a:custGeom xmlns:a="http://schemas.openxmlformats.org/drawingml/2006/main">
            <a:pathLst>
              <a:path w="34353" h="247846">
                <a:moveTo>
                  <a:pt x="1930" y="0"/>
                </a:moveTo>
                <a:cubicBezTo>
                  <a:pt x="10808" y="1155"/>
                  <a:pt x="19686" y="2309"/>
                  <a:pt x="28563" y="3464"/>
                </a:cubicBezTo>
                <a:cubicBezTo>
                  <a:pt x="33581" y="8852"/>
                  <a:pt x="32423" y="15394"/>
                  <a:pt x="32423" y="21552"/>
                </a:cubicBezTo>
                <a:cubicBezTo>
                  <a:pt x="32423" y="84283"/>
                  <a:pt x="32037" y="147014"/>
                  <a:pt x="31651" y="209745"/>
                </a:cubicBezTo>
                <a:cubicBezTo>
                  <a:pt x="21230" y="219367"/>
                  <a:pt x="34353" y="227449"/>
                  <a:pt x="33195" y="236685"/>
                </a:cubicBezTo>
                <a:cubicBezTo>
                  <a:pt x="29721" y="238224"/>
                  <a:pt x="28177" y="241303"/>
                  <a:pt x="28177" y="244767"/>
                </a:cubicBezTo>
                <a:cubicBezTo>
                  <a:pt x="25862" y="245152"/>
                  <a:pt x="23546" y="245921"/>
                  <a:pt x="20844" y="246306"/>
                </a:cubicBezTo>
                <a:cubicBezTo>
                  <a:pt x="16984" y="240149"/>
                  <a:pt x="14668" y="240918"/>
                  <a:pt x="12738" y="247461"/>
                </a:cubicBezTo>
                <a:cubicBezTo>
                  <a:pt x="10036" y="247461"/>
                  <a:pt x="7720" y="247846"/>
                  <a:pt x="5018" y="247846"/>
                </a:cubicBezTo>
                <a:cubicBezTo>
                  <a:pt x="4632" y="243997"/>
                  <a:pt x="3860" y="240149"/>
                  <a:pt x="3474" y="236300"/>
                </a:cubicBezTo>
                <a:lnTo>
                  <a:pt x="3860" y="236300"/>
                </a:lnTo>
                <a:cubicBezTo>
                  <a:pt x="10808" y="238224"/>
                  <a:pt x="15054" y="233221"/>
                  <a:pt x="16212" y="228603"/>
                </a:cubicBezTo>
                <a:cubicBezTo>
                  <a:pt x="17370" y="223600"/>
                  <a:pt x="10808" y="226679"/>
                  <a:pt x="8106" y="225524"/>
                </a:cubicBezTo>
                <a:cubicBezTo>
                  <a:pt x="7334" y="223985"/>
                  <a:pt x="6562" y="222830"/>
                  <a:pt x="5790" y="221291"/>
                </a:cubicBezTo>
                <a:cubicBezTo>
                  <a:pt x="3860" y="218982"/>
                  <a:pt x="1930" y="217057"/>
                  <a:pt x="0" y="214748"/>
                </a:cubicBezTo>
                <a:cubicBezTo>
                  <a:pt x="772" y="143166"/>
                  <a:pt x="1158" y="71583"/>
                  <a:pt x="1930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B8799-FAFB-4ED3-A4C4-3DC9E2D1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050" y="2504268"/>
            <a:ext cx="32037" cy="249000"/>
          </a:xfrm>
          <a:custGeom xmlns:a="http://schemas.openxmlformats.org/drawingml/2006/main">
            <a:pathLst>
              <a:path w="32037" h="249000">
                <a:moveTo>
                  <a:pt x="5404" y="1155"/>
                </a:moveTo>
                <a:cubicBezTo>
                  <a:pt x="14668" y="0"/>
                  <a:pt x="23546" y="1155"/>
                  <a:pt x="32037" y="5388"/>
                </a:cubicBezTo>
                <a:cubicBezTo>
                  <a:pt x="32037" y="35791"/>
                  <a:pt x="31651" y="66580"/>
                  <a:pt x="31651" y="96983"/>
                </a:cubicBezTo>
                <a:cubicBezTo>
                  <a:pt x="26634" y="104680"/>
                  <a:pt x="27020" y="111992"/>
                  <a:pt x="31651" y="119689"/>
                </a:cubicBezTo>
                <a:cubicBezTo>
                  <a:pt x="31651" y="152017"/>
                  <a:pt x="31265" y="184345"/>
                  <a:pt x="31265" y="216288"/>
                </a:cubicBezTo>
                <a:cubicBezTo>
                  <a:pt x="30493" y="217442"/>
                  <a:pt x="29721" y="218982"/>
                  <a:pt x="28949" y="220136"/>
                </a:cubicBezTo>
                <a:cubicBezTo>
                  <a:pt x="23546" y="220136"/>
                  <a:pt x="19300" y="223985"/>
                  <a:pt x="21616" y="228218"/>
                </a:cubicBezTo>
                <a:cubicBezTo>
                  <a:pt x="27020" y="239379"/>
                  <a:pt x="17370" y="242843"/>
                  <a:pt x="12738" y="249000"/>
                </a:cubicBezTo>
                <a:cubicBezTo>
                  <a:pt x="8106" y="248615"/>
                  <a:pt x="3474" y="247846"/>
                  <a:pt x="772" y="242843"/>
                </a:cubicBezTo>
                <a:cubicBezTo>
                  <a:pt x="4246" y="241303"/>
                  <a:pt x="4246" y="240149"/>
                  <a:pt x="772" y="238994"/>
                </a:cubicBezTo>
                <a:cubicBezTo>
                  <a:pt x="0" y="231297"/>
                  <a:pt x="9650" y="223985"/>
                  <a:pt x="1930" y="215903"/>
                </a:cubicBezTo>
                <a:cubicBezTo>
                  <a:pt x="1930" y="148169"/>
                  <a:pt x="1930" y="80819"/>
                  <a:pt x="1544" y="13085"/>
                </a:cubicBezTo>
                <a:cubicBezTo>
                  <a:pt x="1158" y="8852"/>
                  <a:pt x="2316" y="4618"/>
                  <a:pt x="5404" y="1155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FF8B1-4837-4653-93EF-157F97E0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212" y="2516583"/>
            <a:ext cx="47863" cy="238609"/>
          </a:xfrm>
          <a:custGeom xmlns:a="http://schemas.openxmlformats.org/drawingml/2006/main">
            <a:pathLst>
              <a:path w="47863" h="238609">
                <a:moveTo>
                  <a:pt x="0" y="238609"/>
                </a:moveTo>
                <a:cubicBezTo>
                  <a:pt x="386" y="235146"/>
                  <a:pt x="1544" y="232067"/>
                  <a:pt x="5018" y="230527"/>
                </a:cubicBezTo>
                <a:cubicBezTo>
                  <a:pt x="18528" y="224370"/>
                  <a:pt x="21616" y="216288"/>
                  <a:pt x="10808" y="204742"/>
                </a:cubicBezTo>
                <a:cubicBezTo>
                  <a:pt x="11194" y="136623"/>
                  <a:pt x="11194" y="68119"/>
                  <a:pt x="11580" y="0"/>
                </a:cubicBezTo>
                <a:cubicBezTo>
                  <a:pt x="20072" y="385"/>
                  <a:pt x="28177" y="385"/>
                  <a:pt x="36669" y="770"/>
                </a:cubicBezTo>
                <a:cubicBezTo>
                  <a:pt x="38599" y="1539"/>
                  <a:pt x="40529" y="2694"/>
                  <a:pt x="42073" y="3464"/>
                </a:cubicBezTo>
                <a:cubicBezTo>
                  <a:pt x="42073" y="65040"/>
                  <a:pt x="42073" y="126617"/>
                  <a:pt x="41687" y="188193"/>
                </a:cubicBezTo>
                <a:cubicBezTo>
                  <a:pt x="30107" y="193966"/>
                  <a:pt x="35511" y="202433"/>
                  <a:pt x="39757" y="208591"/>
                </a:cubicBezTo>
                <a:cubicBezTo>
                  <a:pt x="47863" y="220906"/>
                  <a:pt x="43231" y="225909"/>
                  <a:pt x="30879" y="230142"/>
                </a:cubicBezTo>
                <a:cubicBezTo>
                  <a:pt x="21230" y="233991"/>
                  <a:pt x="10808" y="237070"/>
                  <a:pt x="0" y="238609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36BC4-5166-4B13-B966-BE0D19A6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777" y="2520817"/>
            <a:ext cx="27406" cy="200509"/>
          </a:xfrm>
          <a:custGeom xmlns:a="http://schemas.openxmlformats.org/drawingml/2006/main">
            <a:pathLst>
              <a:path w="27406" h="200509">
                <a:moveTo>
                  <a:pt x="15054" y="0"/>
                </a:moveTo>
                <a:cubicBezTo>
                  <a:pt x="18528" y="1155"/>
                  <a:pt x="21616" y="1924"/>
                  <a:pt x="25090" y="3079"/>
                </a:cubicBezTo>
                <a:cubicBezTo>
                  <a:pt x="24704" y="3464"/>
                  <a:pt x="24318" y="4233"/>
                  <a:pt x="24318" y="4233"/>
                </a:cubicBezTo>
                <a:cubicBezTo>
                  <a:pt x="25090" y="5003"/>
                  <a:pt x="25862" y="5388"/>
                  <a:pt x="26634" y="6158"/>
                </a:cubicBezTo>
                <a:cubicBezTo>
                  <a:pt x="27020" y="55419"/>
                  <a:pt x="27020" y="104680"/>
                  <a:pt x="27406" y="153941"/>
                </a:cubicBezTo>
                <a:cubicBezTo>
                  <a:pt x="19686" y="160484"/>
                  <a:pt x="20458" y="168181"/>
                  <a:pt x="23546" y="176648"/>
                </a:cubicBezTo>
                <a:cubicBezTo>
                  <a:pt x="15826" y="182805"/>
                  <a:pt x="25862" y="189348"/>
                  <a:pt x="22774" y="195506"/>
                </a:cubicBezTo>
                <a:lnTo>
                  <a:pt x="22388" y="195891"/>
                </a:lnTo>
                <a:cubicBezTo>
                  <a:pt x="21230" y="197045"/>
                  <a:pt x="20458" y="198200"/>
                  <a:pt x="19300" y="198969"/>
                </a:cubicBezTo>
                <a:cubicBezTo>
                  <a:pt x="18914" y="200124"/>
                  <a:pt x="18142" y="200509"/>
                  <a:pt x="17370" y="200509"/>
                </a:cubicBezTo>
                <a:cubicBezTo>
                  <a:pt x="12352" y="200124"/>
                  <a:pt x="7720" y="199739"/>
                  <a:pt x="2702" y="199739"/>
                </a:cubicBezTo>
                <a:cubicBezTo>
                  <a:pt x="2702" y="195891"/>
                  <a:pt x="4632" y="191272"/>
                  <a:pt x="0" y="188193"/>
                </a:cubicBezTo>
                <a:lnTo>
                  <a:pt x="0" y="385"/>
                </a:lnTo>
                <a:cubicBezTo>
                  <a:pt x="5018" y="385"/>
                  <a:pt x="10036" y="385"/>
                  <a:pt x="15054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2B492-AD11-4588-A7EC-1F5F979B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271" y="2526205"/>
            <a:ext cx="39371" cy="167026"/>
          </a:xfrm>
          <a:custGeom xmlns:a="http://schemas.openxmlformats.org/drawingml/2006/main">
            <a:pathLst>
              <a:path w="39371" h="167026">
                <a:moveTo>
                  <a:pt x="19300" y="770"/>
                </a:moveTo>
                <a:cubicBezTo>
                  <a:pt x="22002" y="1539"/>
                  <a:pt x="24318" y="1924"/>
                  <a:pt x="27020" y="2694"/>
                </a:cubicBezTo>
                <a:cubicBezTo>
                  <a:pt x="27020" y="34252"/>
                  <a:pt x="26634" y="66195"/>
                  <a:pt x="26634" y="97753"/>
                </a:cubicBezTo>
                <a:cubicBezTo>
                  <a:pt x="22002" y="100447"/>
                  <a:pt x="20844" y="106220"/>
                  <a:pt x="23160" y="109298"/>
                </a:cubicBezTo>
                <a:cubicBezTo>
                  <a:pt x="39371" y="133159"/>
                  <a:pt x="21616" y="148938"/>
                  <a:pt x="11194" y="167026"/>
                </a:cubicBezTo>
                <a:cubicBezTo>
                  <a:pt x="4246" y="165102"/>
                  <a:pt x="9264" y="157405"/>
                  <a:pt x="4632" y="155096"/>
                </a:cubicBezTo>
                <a:cubicBezTo>
                  <a:pt x="3474" y="153941"/>
                  <a:pt x="2316" y="152787"/>
                  <a:pt x="1158" y="151632"/>
                </a:cubicBezTo>
                <a:cubicBezTo>
                  <a:pt x="772" y="150478"/>
                  <a:pt x="386" y="149708"/>
                  <a:pt x="0" y="148554"/>
                </a:cubicBezTo>
                <a:cubicBezTo>
                  <a:pt x="5404" y="99292"/>
                  <a:pt x="3860" y="49646"/>
                  <a:pt x="3860" y="0"/>
                </a:cubicBezTo>
                <a:cubicBezTo>
                  <a:pt x="9264" y="0"/>
                  <a:pt x="14282" y="385"/>
                  <a:pt x="19300" y="77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31F7A-7929-46CD-8785-D609A064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830" y="2489258"/>
            <a:ext cx="28563" cy="145860"/>
          </a:xfrm>
          <a:custGeom xmlns:a="http://schemas.openxmlformats.org/drawingml/2006/main">
            <a:pathLst>
              <a:path w="28563" h="145860">
                <a:moveTo>
                  <a:pt x="2702" y="385"/>
                </a:moveTo>
                <a:cubicBezTo>
                  <a:pt x="8492" y="385"/>
                  <a:pt x="13896" y="0"/>
                  <a:pt x="19686" y="0"/>
                </a:cubicBezTo>
                <a:cubicBezTo>
                  <a:pt x="22774" y="1155"/>
                  <a:pt x="25476" y="1924"/>
                  <a:pt x="28563" y="3079"/>
                </a:cubicBezTo>
                <a:cubicBezTo>
                  <a:pt x="28177" y="48107"/>
                  <a:pt x="27792" y="93519"/>
                  <a:pt x="27406" y="138547"/>
                </a:cubicBezTo>
                <a:cubicBezTo>
                  <a:pt x="17756" y="145860"/>
                  <a:pt x="16598" y="139317"/>
                  <a:pt x="14282" y="131620"/>
                </a:cubicBezTo>
                <a:cubicBezTo>
                  <a:pt x="1930" y="88516"/>
                  <a:pt x="0" y="45028"/>
                  <a:pt x="2702" y="385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64C205-F5C1-4944-8E13-1FB60305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856" y="2505423"/>
            <a:ext cx="16598" cy="215133"/>
          </a:xfrm>
          <a:custGeom xmlns:a="http://schemas.openxmlformats.org/drawingml/2006/main">
            <a:pathLst>
              <a:path w="16598" h="215133">
                <a:moveTo>
                  <a:pt x="16598" y="0"/>
                </a:moveTo>
                <a:cubicBezTo>
                  <a:pt x="13124" y="3464"/>
                  <a:pt x="12352" y="7697"/>
                  <a:pt x="12352" y="12315"/>
                </a:cubicBezTo>
                <a:cubicBezTo>
                  <a:pt x="12352" y="80050"/>
                  <a:pt x="12738" y="147399"/>
                  <a:pt x="12738" y="215133"/>
                </a:cubicBezTo>
                <a:cubicBezTo>
                  <a:pt x="8878" y="215133"/>
                  <a:pt x="5018" y="214748"/>
                  <a:pt x="772" y="214748"/>
                </a:cubicBezTo>
                <a:cubicBezTo>
                  <a:pt x="2702" y="143166"/>
                  <a:pt x="0" y="71968"/>
                  <a:pt x="4246" y="385"/>
                </a:cubicBezTo>
                <a:cubicBezTo>
                  <a:pt x="8492" y="385"/>
                  <a:pt x="12352" y="385"/>
                  <a:pt x="16598" y="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537BB-67E0-4731-99E3-42F8416B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010" y="2526589"/>
            <a:ext cx="23160" cy="105450"/>
          </a:xfrm>
          <a:custGeom xmlns:a="http://schemas.openxmlformats.org/drawingml/2006/main">
            <a:pathLst>
              <a:path w="23160" h="105450">
                <a:moveTo>
                  <a:pt x="772" y="3079"/>
                </a:moveTo>
                <a:cubicBezTo>
                  <a:pt x="8878" y="0"/>
                  <a:pt x="15826" y="6543"/>
                  <a:pt x="23160" y="6158"/>
                </a:cubicBezTo>
                <a:cubicBezTo>
                  <a:pt x="20844" y="33867"/>
                  <a:pt x="18142" y="61961"/>
                  <a:pt x="10808" y="88901"/>
                </a:cubicBezTo>
                <a:cubicBezTo>
                  <a:pt x="10036" y="91980"/>
                  <a:pt x="11966" y="105450"/>
                  <a:pt x="0" y="98138"/>
                </a:cubicBezTo>
                <a:cubicBezTo>
                  <a:pt x="0" y="66195"/>
                  <a:pt x="386" y="34637"/>
                  <a:pt x="772" y="3079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7D6BA-2228-4841-8BFE-7D194A39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285" y="2517353"/>
            <a:ext cx="8106" cy="191657"/>
          </a:xfrm>
          <a:custGeom xmlns:a="http://schemas.openxmlformats.org/drawingml/2006/main">
            <a:pathLst>
              <a:path w="8106" h="191657">
                <a:moveTo>
                  <a:pt x="8106" y="3849"/>
                </a:moveTo>
                <a:lnTo>
                  <a:pt x="8106" y="191657"/>
                </a:lnTo>
                <a:cubicBezTo>
                  <a:pt x="5404" y="190118"/>
                  <a:pt x="2702" y="188963"/>
                  <a:pt x="0" y="187424"/>
                </a:cubicBezTo>
                <a:cubicBezTo>
                  <a:pt x="0" y="125847"/>
                  <a:pt x="0" y="64271"/>
                  <a:pt x="386" y="2694"/>
                </a:cubicBezTo>
                <a:cubicBezTo>
                  <a:pt x="386" y="1539"/>
                  <a:pt x="772" y="770"/>
                  <a:pt x="1930" y="0"/>
                </a:cubicBezTo>
                <a:cubicBezTo>
                  <a:pt x="3474" y="0"/>
                  <a:pt x="4632" y="0"/>
                  <a:pt x="6176" y="385"/>
                </a:cubicBezTo>
                <a:cubicBezTo>
                  <a:pt x="6948" y="1539"/>
                  <a:pt x="7720" y="2694"/>
                  <a:pt x="8106" y="3849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D29EA8-9A1B-4E81-A3A0-18281131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624" y="2499265"/>
            <a:ext cx="11194" cy="195121"/>
          </a:xfrm>
          <a:custGeom xmlns:a="http://schemas.openxmlformats.org/drawingml/2006/main">
            <a:pathLst>
              <a:path w="11194" h="195121">
                <a:moveTo>
                  <a:pt x="2702" y="195121"/>
                </a:moveTo>
                <a:cubicBezTo>
                  <a:pt x="0" y="130081"/>
                  <a:pt x="3474" y="65040"/>
                  <a:pt x="4632" y="0"/>
                </a:cubicBezTo>
                <a:cubicBezTo>
                  <a:pt x="6948" y="385"/>
                  <a:pt x="8878" y="770"/>
                  <a:pt x="11194" y="1155"/>
                </a:cubicBezTo>
                <a:cubicBezTo>
                  <a:pt x="10422" y="65810"/>
                  <a:pt x="10036" y="130081"/>
                  <a:pt x="9264" y="194736"/>
                </a:cubicBezTo>
                <a:cubicBezTo>
                  <a:pt x="7334" y="194736"/>
                  <a:pt x="5018" y="195121"/>
                  <a:pt x="2702" y="195121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2607A-DE3A-4586-87E2-8F3C95D5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481" y="2523126"/>
            <a:ext cx="11194" cy="151632"/>
          </a:xfrm>
          <a:custGeom xmlns:a="http://schemas.openxmlformats.org/drawingml/2006/main">
            <a:pathLst>
              <a:path w="11194" h="151632">
                <a:moveTo>
                  <a:pt x="9650" y="2694"/>
                </a:moveTo>
                <a:cubicBezTo>
                  <a:pt x="9650" y="52340"/>
                  <a:pt x="11194" y="101986"/>
                  <a:pt x="5790" y="151247"/>
                </a:cubicBezTo>
                <a:cubicBezTo>
                  <a:pt x="4632" y="151247"/>
                  <a:pt x="3474" y="151632"/>
                  <a:pt x="2316" y="151632"/>
                </a:cubicBezTo>
                <a:cubicBezTo>
                  <a:pt x="1930" y="102371"/>
                  <a:pt x="1930" y="53110"/>
                  <a:pt x="1544" y="3849"/>
                </a:cubicBezTo>
                <a:cubicBezTo>
                  <a:pt x="772" y="3079"/>
                  <a:pt x="386" y="1924"/>
                  <a:pt x="0" y="770"/>
                </a:cubicBezTo>
                <a:cubicBezTo>
                  <a:pt x="1930" y="385"/>
                  <a:pt x="3860" y="385"/>
                  <a:pt x="6176" y="0"/>
                </a:cubicBezTo>
                <a:cubicBezTo>
                  <a:pt x="7334" y="1155"/>
                  <a:pt x="8492" y="1924"/>
                  <a:pt x="9650" y="269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9EF27-B5C9-4C2C-B309-426D4F3D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35" y="2492337"/>
            <a:ext cx="8106" cy="136623"/>
          </a:xfrm>
          <a:custGeom xmlns:a="http://schemas.openxmlformats.org/drawingml/2006/main">
            <a:pathLst>
              <a:path w="8106" h="136623">
                <a:moveTo>
                  <a:pt x="0" y="135468"/>
                </a:moveTo>
                <a:cubicBezTo>
                  <a:pt x="386" y="90441"/>
                  <a:pt x="772" y="45028"/>
                  <a:pt x="1158" y="0"/>
                </a:cubicBezTo>
                <a:cubicBezTo>
                  <a:pt x="3474" y="770"/>
                  <a:pt x="5790" y="1155"/>
                  <a:pt x="8106" y="1924"/>
                </a:cubicBezTo>
                <a:cubicBezTo>
                  <a:pt x="7720" y="46952"/>
                  <a:pt x="7334" y="91595"/>
                  <a:pt x="6948" y="136623"/>
                </a:cubicBezTo>
                <a:cubicBezTo>
                  <a:pt x="4632" y="136238"/>
                  <a:pt x="2316" y="135853"/>
                  <a:pt x="0" y="135468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230A9-43FC-4E8D-891C-96300D90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7290" y="2528898"/>
            <a:ext cx="8492" cy="95829"/>
          </a:xfrm>
          <a:custGeom xmlns:a="http://schemas.openxmlformats.org/drawingml/2006/main">
            <a:pathLst>
              <a:path w="8492" h="95829">
                <a:moveTo>
                  <a:pt x="8492" y="770"/>
                </a:moveTo>
                <a:cubicBezTo>
                  <a:pt x="8106" y="32328"/>
                  <a:pt x="8106" y="64271"/>
                  <a:pt x="7720" y="95829"/>
                </a:cubicBezTo>
                <a:cubicBezTo>
                  <a:pt x="5018" y="95829"/>
                  <a:pt x="2316" y="95444"/>
                  <a:pt x="0" y="95444"/>
                </a:cubicBezTo>
                <a:cubicBezTo>
                  <a:pt x="0" y="63886"/>
                  <a:pt x="386" y="31943"/>
                  <a:pt x="386" y="385"/>
                </a:cubicBezTo>
                <a:cubicBezTo>
                  <a:pt x="2702" y="0"/>
                  <a:pt x="5790" y="385"/>
                  <a:pt x="8492" y="77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30D0A-FDD6-4345-A190-3E33BC60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402" y="2724789"/>
            <a:ext cx="31265" cy="34252"/>
          </a:xfrm>
          <a:custGeom xmlns:a="http://schemas.openxmlformats.org/drawingml/2006/main">
            <a:pathLst>
              <a:path w="31265" h="34252">
                <a:moveTo>
                  <a:pt x="0" y="28864"/>
                </a:moveTo>
                <a:cubicBezTo>
                  <a:pt x="4632" y="22706"/>
                  <a:pt x="14668" y="19243"/>
                  <a:pt x="8878" y="8082"/>
                </a:cubicBezTo>
                <a:cubicBezTo>
                  <a:pt x="6562" y="3464"/>
                  <a:pt x="10808" y="0"/>
                  <a:pt x="16212" y="0"/>
                </a:cubicBezTo>
                <a:cubicBezTo>
                  <a:pt x="13510" y="8852"/>
                  <a:pt x="16984" y="16934"/>
                  <a:pt x="20458" y="23861"/>
                </a:cubicBezTo>
                <a:cubicBezTo>
                  <a:pt x="24704" y="31943"/>
                  <a:pt x="26634" y="22706"/>
                  <a:pt x="29721" y="21552"/>
                </a:cubicBezTo>
                <a:cubicBezTo>
                  <a:pt x="30107" y="25400"/>
                  <a:pt x="30879" y="29249"/>
                  <a:pt x="31265" y="33097"/>
                </a:cubicBezTo>
                <a:cubicBezTo>
                  <a:pt x="20844" y="34252"/>
                  <a:pt x="10422" y="33097"/>
                  <a:pt x="0" y="28864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937D8-CE7A-4513-B424-1FADB461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04" y="2720555"/>
            <a:ext cx="20844" cy="18088"/>
          </a:xfrm>
          <a:custGeom xmlns:a="http://schemas.openxmlformats.org/drawingml/2006/main">
            <a:pathLst>
              <a:path w="20844" h="18088">
                <a:moveTo>
                  <a:pt x="6176" y="0"/>
                </a:moveTo>
                <a:cubicBezTo>
                  <a:pt x="11194" y="385"/>
                  <a:pt x="15826" y="770"/>
                  <a:pt x="20844" y="770"/>
                </a:cubicBezTo>
                <a:cubicBezTo>
                  <a:pt x="16598" y="6158"/>
                  <a:pt x="12738" y="11546"/>
                  <a:pt x="7720" y="18088"/>
                </a:cubicBezTo>
                <a:cubicBezTo>
                  <a:pt x="0" y="8852"/>
                  <a:pt x="3088" y="4233"/>
                  <a:pt x="6176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9EACEB-F64C-497A-80D8-785B39F5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603" y="2697080"/>
            <a:ext cx="15054" cy="18858"/>
          </a:xfrm>
          <a:custGeom xmlns:a="http://schemas.openxmlformats.org/drawingml/2006/main">
            <a:pathLst>
              <a:path w="15054" h="18858">
                <a:moveTo>
                  <a:pt x="6948" y="18858"/>
                </a:moveTo>
                <a:cubicBezTo>
                  <a:pt x="10036" y="12700"/>
                  <a:pt x="0" y="6158"/>
                  <a:pt x="7720" y="0"/>
                </a:cubicBezTo>
                <a:cubicBezTo>
                  <a:pt x="12352" y="6543"/>
                  <a:pt x="15054" y="13085"/>
                  <a:pt x="6948" y="18858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5F89D-E58E-40B0-BBA2-E679A48BE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3772" y="2750574"/>
            <a:ext cx="8106" cy="7312"/>
          </a:xfrm>
          <a:custGeom xmlns:a="http://schemas.openxmlformats.org/drawingml/2006/main">
            <a:pathLst>
              <a:path w="8106" h="7312">
                <a:moveTo>
                  <a:pt x="0" y="7312"/>
                </a:moveTo>
                <a:cubicBezTo>
                  <a:pt x="1930" y="770"/>
                  <a:pt x="4632" y="0"/>
                  <a:pt x="8106" y="6158"/>
                </a:cubicBezTo>
                <a:cubicBezTo>
                  <a:pt x="5404" y="6543"/>
                  <a:pt x="2702" y="6927"/>
                  <a:pt x="0" y="7312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92248-71CA-41A7-96E0-E3961FE9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429" y="2677452"/>
            <a:ext cx="3474" cy="3464"/>
          </a:xfrm>
          <a:custGeom xmlns:a="http://schemas.openxmlformats.org/drawingml/2006/main">
            <a:pathLst>
              <a:path w="3474" h="3464">
                <a:moveTo>
                  <a:pt x="0" y="0"/>
                </a:moveTo>
                <a:cubicBezTo>
                  <a:pt x="1158" y="1155"/>
                  <a:pt x="2316" y="2309"/>
                  <a:pt x="3474" y="3464"/>
                </a:cubicBezTo>
                <a:cubicBezTo>
                  <a:pt x="1158" y="3464"/>
                  <a:pt x="0" y="2694"/>
                  <a:pt x="0" y="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11E17-1BE9-41CF-ADCB-9AE3BDE2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9077" y="2716707"/>
            <a:ext cx="3088" cy="3079"/>
          </a:xfrm>
          <a:custGeom xmlns:a="http://schemas.openxmlformats.org/drawingml/2006/main">
            <a:pathLst>
              <a:path w="3088" h="3079">
                <a:moveTo>
                  <a:pt x="0" y="3079"/>
                </a:moveTo>
                <a:cubicBezTo>
                  <a:pt x="1158" y="1924"/>
                  <a:pt x="1930" y="770"/>
                  <a:pt x="3088" y="0"/>
                </a:cubicBezTo>
                <a:cubicBezTo>
                  <a:pt x="1930" y="1155"/>
                  <a:pt x="772" y="1924"/>
                  <a:pt x="0" y="3079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85085-F57D-4F74-9966-76A745EC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435" y="2743647"/>
            <a:ext cx="3860" cy="3849"/>
          </a:xfrm>
          <a:custGeom xmlns:a="http://schemas.openxmlformats.org/drawingml/2006/main">
            <a:pathLst>
              <a:path w="3860" h="3849">
                <a:moveTo>
                  <a:pt x="0" y="0"/>
                </a:moveTo>
                <a:cubicBezTo>
                  <a:pt x="3474" y="1155"/>
                  <a:pt x="3860" y="2694"/>
                  <a:pt x="0" y="384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C1B17-4D58-4CBF-8D4C-3146DE7A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642" y="2150587"/>
            <a:ext cx="37441" cy="209360"/>
          </a:xfrm>
          <a:custGeom xmlns:a="http://schemas.openxmlformats.org/drawingml/2006/main">
            <a:pathLst>
              <a:path w="37441" h="209360">
                <a:moveTo>
                  <a:pt x="25090" y="209360"/>
                </a:moveTo>
                <a:cubicBezTo>
                  <a:pt x="16984" y="207821"/>
                  <a:pt x="8492" y="209360"/>
                  <a:pt x="1158" y="205127"/>
                </a:cubicBezTo>
                <a:cubicBezTo>
                  <a:pt x="1544" y="144705"/>
                  <a:pt x="1930" y="84283"/>
                  <a:pt x="2316" y="23861"/>
                </a:cubicBezTo>
                <a:cubicBezTo>
                  <a:pt x="3860" y="22706"/>
                  <a:pt x="6176" y="21937"/>
                  <a:pt x="6562" y="20397"/>
                </a:cubicBezTo>
                <a:cubicBezTo>
                  <a:pt x="8106" y="12315"/>
                  <a:pt x="0" y="0"/>
                  <a:pt x="19686" y="2694"/>
                </a:cubicBezTo>
                <a:cubicBezTo>
                  <a:pt x="35897" y="5003"/>
                  <a:pt x="37441" y="12315"/>
                  <a:pt x="34353" y="25015"/>
                </a:cubicBezTo>
                <a:cubicBezTo>
                  <a:pt x="33967" y="25785"/>
                  <a:pt x="35511" y="27325"/>
                  <a:pt x="36283" y="28094"/>
                </a:cubicBezTo>
                <a:cubicBezTo>
                  <a:pt x="36283" y="84283"/>
                  <a:pt x="36283" y="140856"/>
                  <a:pt x="36669" y="197045"/>
                </a:cubicBezTo>
                <a:cubicBezTo>
                  <a:pt x="36283" y="205897"/>
                  <a:pt x="32423" y="208591"/>
                  <a:pt x="25090" y="20936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F30A6-FC6C-4ED6-BD5E-FF4D443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1341" y="2149817"/>
            <a:ext cx="35897" cy="205897"/>
          </a:xfrm>
          <a:custGeom xmlns:a="http://schemas.openxmlformats.org/drawingml/2006/main">
            <a:pathLst>
              <a:path w="35897" h="205897">
                <a:moveTo>
                  <a:pt x="35125" y="205127"/>
                </a:moveTo>
                <a:cubicBezTo>
                  <a:pt x="23546" y="205897"/>
                  <a:pt x="11966" y="204742"/>
                  <a:pt x="1158" y="200894"/>
                </a:cubicBezTo>
                <a:lnTo>
                  <a:pt x="1158" y="178187"/>
                </a:lnTo>
                <a:cubicBezTo>
                  <a:pt x="386" y="130465"/>
                  <a:pt x="3474" y="83128"/>
                  <a:pt x="0" y="35407"/>
                </a:cubicBezTo>
                <a:cubicBezTo>
                  <a:pt x="3860" y="32328"/>
                  <a:pt x="7334" y="30019"/>
                  <a:pt x="5404" y="23091"/>
                </a:cubicBezTo>
                <a:cubicBezTo>
                  <a:pt x="1930" y="8467"/>
                  <a:pt x="11580" y="0"/>
                  <a:pt x="26634" y="2694"/>
                </a:cubicBezTo>
                <a:cubicBezTo>
                  <a:pt x="31265" y="3464"/>
                  <a:pt x="33581" y="5773"/>
                  <a:pt x="32809" y="10006"/>
                </a:cubicBezTo>
                <a:cubicBezTo>
                  <a:pt x="32037" y="15009"/>
                  <a:pt x="31265" y="20012"/>
                  <a:pt x="35897" y="23861"/>
                </a:cubicBezTo>
                <a:cubicBezTo>
                  <a:pt x="35511" y="84283"/>
                  <a:pt x="35511" y="144705"/>
                  <a:pt x="35125" y="205127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89F12-1B15-4ACF-A08C-00A3AC9C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259" y="2160978"/>
            <a:ext cx="37055" cy="203588"/>
          </a:xfrm>
          <a:custGeom xmlns:a="http://schemas.openxmlformats.org/drawingml/2006/main">
            <a:pathLst>
              <a:path w="37055" h="203588">
                <a:moveTo>
                  <a:pt x="15826" y="203588"/>
                </a:moveTo>
                <a:cubicBezTo>
                  <a:pt x="10808" y="202818"/>
                  <a:pt x="5790" y="202048"/>
                  <a:pt x="772" y="201278"/>
                </a:cubicBezTo>
                <a:cubicBezTo>
                  <a:pt x="386" y="142396"/>
                  <a:pt x="386" y="83128"/>
                  <a:pt x="0" y="24246"/>
                </a:cubicBezTo>
                <a:cubicBezTo>
                  <a:pt x="5404" y="18088"/>
                  <a:pt x="7334" y="10776"/>
                  <a:pt x="4632" y="0"/>
                </a:cubicBezTo>
                <a:cubicBezTo>
                  <a:pt x="18142" y="7312"/>
                  <a:pt x="37055" y="6158"/>
                  <a:pt x="24704" y="27325"/>
                </a:cubicBezTo>
                <a:cubicBezTo>
                  <a:pt x="23932" y="28864"/>
                  <a:pt x="27020" y="32713"/>
                  <a:pt x="28177" y="35407"/>
                </a:cubicBezTo>
                <a:cubicBezTo>
                  <a:pt x="28177" y="85053"/>
                  <a:pt x="27792" y="135084"/>
                  <a:pt x="27792" y="184730"/>
                </a:cubicBezTo>
                <a:cubicBezTo>
                  <a:pt x="28563" y="194351"/>
                  <a:pt x="28177" y="202818"/>
                  <a:pt x="15826" y="203588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C65022-66B2-482F-A477-7DC0F791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738" y="2212164"/>
            <a:ext cx="32423" cy="162793"/>
          </a:xfrm>
          <a:custGeom xmlns:a="http://schemas.openxmlformats.org/drawingml/2006/main">
            <a:pathLst>
              <a:path w="32423" h="162793">
                <a:moveTo>
                  <a:pt x="31265" y="162023"/>
                </a:moveTo>
                <a:cubicBezTo>
                  <a:pt x="20844" y="162793"/>
                  <a:pt x="10036" y="162793"/>
                  <a:pt x="0" y="158560"/>
                </a:cubicBezTo>
                <a:cubicBezTo>
                  <a:pt x="386" y="108914"/>
                  <a:pt x="1158" y="58883"/>
                  <a:pt x="1544" y="9236"/>
                </a:cubicBezTo>
                <a:cubicBezTo>
                  <a:pt x="5790" y="8852"/>
                  <a:pt x="9650" y="0"/>
                  <a:pt x="14282" y="7697"/>
                </a:cubicBezTo>
                <a:cubicBezTo>
                  <a:pt x="20458" y="17703"/>
                  <a:pt x="32423" y="25400"/>
                  <a:pt x="29721" y="39255"/>
                </a:cubicBezTo>
                <a:cubicBezTo>
                  <a:pt x="28563" y="45413"/>
                  <a:pt x="25090" y="51186"/>
                  <a:pt x="28177" y="57728"/>
                </a:cubicBezTo>
                <a:cubicBezTo>
                  <a:pt x="31651" y="64271"/>
                  <a:pt x="31651" y="71198"/>
                  <a:pt x="31265" y="78125"/>
                </a:cubicBezTo>
                <a:cubicBezTo>
                  <a:pt x="31651" y="106220"/>
                  <a:pt x="31651" y="133929"/>
                  <a:pt x="31265" y="162023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88A35C-1249-470C-B0EE-762DC51F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040" y="2162903"/>
            <a:ext cx="37441" cy="186654"/>
          </a:xfrm>
          <a:custGeom xmlns:a="http://schemas.openxmlformats.org/drawingml/2006/main">
            <a:pathLst>
              <a:path w="37441" h="186654">
                <a:moveTo>
                  <a:pt x="26248" y="186654"/>
                </a:moveTo>
                <a:cubicBezTo>
                  <a:pt x="22388" y="186269"/>
                  <a:pt x="18528" y="185499"/>
                  <a:pt x="14668" y="185115"/>
                </a:cubicBezTo>
                <a:cubicBezTo>
                  <a:pt x="13896" y="183575"/>
                  <a:pt x="12738" y="182421"/>
                  <a:pt x="11966" y="180881"/>
                </a:cubicBezTo>
                <a:cubicBezTo>
                  <a:pt x="11966" y="165102"/>
                  <a:pt x="12352" y="148938"/>
                  <a:pt x="11194" y="133159"/>
                </a:cubicBezTo>
                <a:cubicBezTo>
                  <a:pt x="10036" y="114302"/>
                  <a:pt x="15054" y="95444"/>
                  <a:pt x="8106" y="76971"/>
                </a:cubicBezTo>
                <a:cubicBezTo>
                  <a:pt x="7720" y="65040"/>
                  <a:pt x="7334" y="53110"/>
                  <a:pt x="6948" y="41179"/>
                </a:cubicBezTo>
                <a:cubicBezTo>
                  <a:pt x="9264" y="38485"/>
                  <a:pt x="13124" y="35407"/>
                  <a:pt x="11194" y="31558"/>
                </a:cubicBezTo>
                <a:cubicBezTo>
                  <a:pt x="0" y="10776"/>
                  <a:pt x="15054" y="5388"/>
                  <a:pt x="29335" y="0"/>
                </a:cubicBezTo>
                <a:cubicBezTo>
                  <a:pt x="37441" y="5388"/>
                  <a:pt x="23932" y="15394"/>
                  <a:pt x="34353" y="19628"/>
                </a:cubicBezTo>
                <a:cubicBezTo>
                  <a:pt x="34739" y="70428"/>
                  <a:pt x="34739" y="120844"/>
                  <a:pt x="35125" y="171645"/>
                </a:cubicBezTo>
                <a:cubicBezTo>
                  <a:pt x="34739" y="178572"/>
                  <a:pt x="33581" y="184345"/>
                  <a:pt x="26248" y="186654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6D0E5-CA92-4E88-BD61-A9FAF2F8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859" y="2183685"/>
            <a:ext cx="32037" cy="186269"/>
          </a:xfrm>
          <a:custGeom xmlns:a="http://schemas.openxmlformats.org/drawingml/2006/main">
            <a:pathLst>
              <a:path w="32037" h="186269">
                <a:moveTo>
                  <a:pt x="20458" y="186269"/>
                </a:moveTo>
                <a:cubicBezTo>
                  <a:pt x="13510" y="185499"/>
                  <a:pt x="6948" y="184345"/>
                  <a:pt x="0" y="183575"/>
                </a:cubicBezTo>
                <a:cubicBezTo>
                  <a:pt x="386" y="127002"/>
                  <a:pt x="772" y="70043"/>
                  <a:pt x="1158" y="13470"/>
                </a:cubicBezTo>
                <a:cubicBezTo>
                  <a:pt x="6176" y="11930"/>
                  <a:pt x="6562" y="8082"/>
                  <a:pt x="6562" y="3849"/>
                </a:cubicBezTo>
                <a:cubicBezTo>
                  <a:pt x="7720" y="2694"/>
                  <a:pt x="9264" y="1539"/>
                  <a:pt x="10422" y="0"/>
                </a:cubicBezTo>
                <a:cubicBezTo>
                  <a:pt x="20072" y="6927"/>
                  <a:pt x="32037" y="12315"/>
                  <a:pt x="18528" y="26940"/>
                </a:cubicBezTo>
                <a:cubicBezTo>
                  <a:pt x="13896" y="31943"/>
                  <a:pt x="18142" y="36946"/>
                  <a:pt x="24318" y="39640"/>
                </a:cubicBezTo>
                <a:cubicBezTo>
                  <a:pt x="24318" y="77356"/>
                  <a:pt x="24318" y="114686"/>
                  <a:pt x="23932" y="152402"/>
                </a:cubicBezTo>
                <a:cubicBezTo>
                  <a:pt x="23546" y="163948"/>
                  <a:pt x="26248" y="175493"/>
                  <a:pt x="20458" y="186269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4805D-8770-4A47-9BEE-BF7B3F55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458" y="2189458"/>
            <a:ext cx="33195" cy="155096"/>
          </a:xfrm>
          <a:custGeom xmlns:a="http://schemas.openxmlformats.org/drawingml/2006/main">
            <a:pathLst>
              <a:path w="33195" h="155096">
                <a:moveTo>
                  <a:pt x="25476" y="154326"/>
                </a:moveTo>
                <a:cubicBezTo>
                  <a:pt x="18528" y="155096"/>
                  <a:pt x="11194" y="154711"/>
                  <a:pt x="5018" y="151247"/>
                </a:cubicBezTo>
                <a:cubicBezTo>
                  <a:pt x="5404" y="118535"/>
                  <a:pt x="5404" y="85822"/>
                  <a:pt x="5790" y="53110"/>
                </a:cubicBezTo>
                <a:cubicBezTo>
                  <a:pt x="9650" y="49261"/>
                  <a:pt x="12738" y="45028"/>
                  <a:pt x="9650" y="39640"/>
                </a:cubicBezTo>
                <a:cubicBezTo>
                  <a:pt x="0" y="22322"/>
                  <a:pt x="7720" y="10776"/>
                  <a:pt x="22774" y="0"/>
                </a:cubicBezTo>
                <a:cubicBezTo>
                  <a:pt x="26634" y="4618"/>
                  <a:pt x="25476" y="13470"/>
                  <a:pt x="33195" y="15009"/>
                </a:cubicBezTo>
                <a:cubicBezTo>
                  <a:pt x="32423" y="17703"/>
                  <a:pt x="32037" y="20782"/>
                  <a:pt x="31265" y="23476"/>
                </a:cubicBezTo>
                <a:cubicBezTo>
                  <a:pt x="22002" y="26170"/>
                  <a:pt x="25862" y="33867"/>
                  <a:pt x="25862" y="39640"/>
                </a:cubicBezTo>
                <a:cubicBezTo>
                  <a:pt x="25476" y="78125"/>
                  <a:pt x="25476" y="116226"/>
                  <a:pt x="25476" y="154326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9DE06-49C4-4E33-B5EA-A3DD4850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877" y="2234870"/>
            <a:ext cx="32037" cy="106220"/>
          </a:xfrm>
          <a:custGeom xmlns:a="http://schemas.openxmlformats.org/drawingml/2006/main">
            <a:pathLst>
              <a:path w="32037" h="106220">
                <a:moveTo>
                  <a:pt x="32037" y="104680"/>
                </a:moveTo>
                <a:cubicBezTo>
                  <a:pt x="20844" y="106220"/>
                  <a:pt x="10422" y="105450"/>
                  <a:pt x="0" y="100832"/>
                </a:cubicBezTo>
                <a:cubicBezTo>
                  <a:pt x="1930" y="71583"/>
                  <a:pt x="7720" y="43104"/>
                  <a:pt x="17756" y="15394"/>
                </a:cubicBezTo>
                <a:cubicBezTo>
                  <a:pt x="19686" y="9621"/>
                  <a:pt x="20458" y="0"/>
                  <a:pt x="31265" y="5773"/>
                </a:cubicBezTo>
                <a:cubicBezTo>
                  <a:pt x="31651" y="38870"/>
                  <a:pt x="31651" y="71968"/>
                  <a:pt x="32037" y="10468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5ECA19-2C2B-4339-A033-36A6F97C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951" y="2271047"/>
            <a:ext cx="33967" cy="111223"/>
          </a:xfrm>
          <a:custGeom xmlns:a="http://schemas.openxmlformats.org/drawingml/2006/main">
            <a:pathLst>
              <a:path w="33967" h="111223">
                <a:moveTo>
                  <a:pt x="33967" y="107374"/>
                </a:moveTo>
                <a:cubicBezTo>
                  <a:pt x="22774" y="111223"/>
                  <a:pt x="12352" y="106989"/>
                  <a:pt x="1544" y="105835"/>
                </a:cubicBezTo>
                <a:cubicBezTo>
                  <a:pt x="386" y="70813"/>
                  <a:pt x="0" y="35791"/>
                  <a:pt x="1930" y="385"/>
                </a:cubicBezTo>
                <a:cubicBezTo>
                  <a:pt x="8106" y="0"/>
                  <a:pt x="8878" y="5003"/>
                  <a:pt x="10422" y="8852"/>
                </a:cubicBezTo>
                <a:cubicBezTo>
                  <a:pt x="22388" y="40794"/>
                  <a:pt x="32037" y="73122"/>
                  <a:pt x="33967" y="107374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8F72B3-D3C7-4DB9-AC8D-5370B1BF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2085" y="2196385"/>
            <a:ext cx="23546" cy="172799"/>
          </a:xfrm>
          <a:custGeom xmlns:a="http://schemas.openxmlformats.org/drawingml/2006/main">
            <a:pathLst>
              <a:path w="23546" h="172799">
                <a:moveTo>
                  <a:pt x="23546" y="770"/>
                </a:moveTo>
                <a:cubicBezTo>
                  <a:pt x="23160" y="57343"/>
                  <a:pt x="22774" y="114302"/>
                  <a:pt x="22388" y="170875"/>
                </a:cubicBezTo>
                <a:cubicBezTo>
                  <a:pt x="15054" y="169336"/>
                  <a:pt x="6948" y="172799"/>
                  <a:pt x="0" y="168181"/>
                </a:cubicBezTo>
                <a:cubicBezTo>
                  <a:pt x="12352" y="167411"/>
                  <a:pt x="12738" y="158945"/>
                  <a:pt x="12738" y="149323"/>
                </a:cubicBezTo>
                <a:cubicBezTo>
                  <a:pt x="12738" y="99677"/>
                  <a:pt x="12738" y="49646"/>
                  <a:pt x="13124" y="0"/>
                </a:cubicBezTo>
                <a:cubicBezTo>
                  <a:pt x="16598" y="385"/>
                  <a:pt x="20072" y="770"/>
                  <a:pt x="23546" y="77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335CA-497B-44D2-83C8-A88B3364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794" y="2204082"/>
            <a:ext cx="18142" cy="145090"/>
          </a:xfrm>
          <a:custGeom xmlns:a="http://schemas.openxmlformats.org/drawingml/2006/main">
            <a:pathLst>
              <a:path w="18142" h="145090">
                <a:moveTo>
                  <a:pt x="1930" y="9236"/>
                </a:moveTo>
                <a:cubicBezTo>
                  <a:pt x="2702" y="6543"/>
                  <a:pt x="3088" y="3464"/>
                  <a:pt x="3860" y="770"/>
                </a:cubicBezTo>
                <a:cubicBezTo>
                  <a:pt x="6176" y="385"/>
                  <a:pt x="8492" y="385"/>
                  <a:pt x="10808" y="0"/>
                </a:cubicBezTo>
                <a:cubicBezTo>
                  <a:pt x="11194" y="11930"/>
                  <a:pt x="11580" y="23861"/>
                  <a:pt x="11966" y="35791"/>
                </a:cubicBezTo>
                <a:cubicBezTo>
                  <a:pt x="11580" y="66195"/>
                  <a:pt x="11580" y="96213"/>
                  <a:pt x="11194" y="126617"/>
                </a:cubicBezTo>
                <a:cubicBezTo>
                  <a:pt x="11194" y="131235"/>
                  <a:pt x="9264" y="137008"/>
                  <a:pt x="15440" y="139702"/>
                </a:cubicBezTo>
                <a:cubicBezTo>
                  <a:pt x="16212" y="141241"/>
                  <a:pt x="17370" y="142396"/>
                  <a:pt x="18142" y="143935"/>
                </a:cubicBezTo>
                <a:cubicBezTo>
                  <a:pt x="11580" y="145090"/>
                  <a:pt x="5790" y="142781"/>
                  <a:pt x="0" y="140087"/>
                </a:cubicBezTo>
                <a:cubicBezTo>
                  <a:pt x="1158" y="96598"/>
                  <a:pt x="1544" y="53110"/>
                  <a:pt x="1930" y="9236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429D7-4069-49F5-88A8-590304F3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732" y="2179066"/>
            <a:ext cx="19686" cy="185115"/>
          </a:xfrm>
          <a:custGeom xmlns:a="http://schemas.openxmlformats.org/drawingml/2006/main">
            <a:pathLst>
              <a:path w="19686" h="185115">
                <a:moveTo>
                  <a:pt x="18914" y="6158"/>
                </a:moveTo>
                <a:cubicBezTo>
                  <a:pt x="19300" y="65040"/>
                  <a:pt x="19300" y="124308"/>
                  <a:pt x="19686" y="183190"/>
                </a:cubicBezTo>
                <a:cubicBezTo>
                  <a:pt x="13124" y="183190"/>
                  <a:pt x="6176" y="185115"/>
                  <a:pt x="0" y="181266"/>
                </a:cubicBezTo>
                <a:cubicBezTo>
                  <a:pt x="7334" y="180496"/>
                  <a:pt x="11194" y="177418"/>
                  <a:pt x="11194" y="168951"/>
                </a:cubicBezTo>
                <a:cubicBezTo>
                  <a:pt x="10808" y="112762"/>
                  <a:pt x="10808" y="56189"/>
                  <a:pt x="10808" y="0"/>
                </a:cubicBezTo>
                <a:cubicBezTo>
                  <a:pt x="13510" y="1924"/>
                  <a:pt x="16212" y="3849"/>
                  <a:pt x="18914" y="6158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99187-8F01-447B-8530-6735CDE5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66" y="2174063"/>
            <a:ext cx="8492" cy="182036"/>
          </a:xfrm>
          <a:custGeom xmlns:a="http://schemas.openxmlformats.org/drawingml/2006/main">
            <a:pathLst>
              <a:path w="8492" h="182036">
                <a:moveTo>
                  <a:pt x="0" y="180881"/>
                </a:moveTo>
                <a:cubicBezTo>
                  <a:pt x="386" y="120459"/>
                  <a:pt x="386" y="60422"/>
                  <a:pt x="772" y="0"/>
                </a:cubicBezTo>
                <a:cubicBezTo>
                  <a:pt x="3474" y="385"/>
                  <a:pt x="5790" y="385"/>
                  <a:pt x="8492" y="770"/>
                </a:cubicBezTo>
                <a:cubicBezTo>
                  <a:pt x="8106" y="61192"/>
                  <a:pt x="7720" y="121614"/>
                  <a:pt x="7334" y="182036"/>
                </a:cubicBezTo>
                <a:cubicBezTo>
                  <a:pt x="5018" y="181651"/>
                  <a:pt x="2702" y="181266"/>
                  <a:pt x="0" y="180881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22EA0D-FE10-49BF-8512-80DB9269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287" y="2182145"/>
            <a:ext cx="18528" cy="170490"/>
          </a:xfrm>
          <a:custGeom xmlns:a="http://schemas.openxmlformats.org/drawingml/2006/main">
            <a:pathLst>
              <a:path w="18528" h="170490">
                <a:moveTo>
                  <a:pt x="0" y="167411"/>
                </a:moveTo>
                <a:cubicBezTo>
                  <a:pt x="7334" y="164717"/>
                  <a:pt x="8492" y="158945"/>
                  <a:pt x="8492" y="152017"/>
                </a:cubicBezTo>
                <a:cubicBezTo>
                  <a:pt x="8106" y="101217"/>
                  <a:pt x="8106" y="50801"/>
                  <a:pt x="7720" y="0"/>
                </a:cubicBezTo>
                <a:cubicBezTo>
                  <a:pt x="10036" y="770"/>
                  <a:pt x="12738" y="1924"/>
                  <a:pt x="15054" y="2694"/>
                </a:cubicBezTo>
                <a:cubicBezTo>
                  <a:pt x="18528" y="50416"/>
                  <a:pt x="15440" y="97753"/>
                  <a:pt x="16212" y="145475"/>
                </a:cubicBezTo>
                <a:lnTo>
                  <a:pt x="16212" y="168181"/>
                </a:lnTo>
                <a:cubicBezTo>
                  <a:pt x="10808" y="168951"/>
                  <a:pt x="5018" y="170490"/>
                  <a:pt x="0" y="167411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B1E4B-B9E0-4D6A-9BCD-AC2ADC1B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316" y="2219861"/>
            <a:ext cx="12352" cy="150863"/>
          </a:xfrm>
          <a:custGeom xmlns:a="http://schemas.openxmlformats.org/drawingml/2006/main">
            <a:pathLst>
              <a:path w="12352" h="150863">
                <a:moveTo>
                  <a:pt x="0" y="150093"/>
                </a:moveTo>
                <a:cubicBezTo>
                  <a:pt x="6176" y="139317"/>
                  <a:pt x="3088" y="127771"/>
                  <a:pt x="3474" y="116226"/>
                </a:cubicBezTo>
                <a:cubicBezTo>
                  <a:pt x="3860" y="78510"/>
                  <a:pt x="3860" y="41179"/>
                  <a:pt x="3860" y="3464"/>
                </a:cubicBezTo>
                <a:cubicBezTo>
                  <a:pt x="6176" y="0"/>
                  <a:pt x="9264" y="770"/>
                  <a:pt x="12352" y="1155"/>
                </a:cubicBezTo>
                <a:cubicBezTo>
                  <a:pt x="11966" y="50801"/>
                  <a:pt x="11194" y="100832"/>
                  <a:pt x="10808" y="150478"/>
                </a:cubicBezTo>
                <a:cubicBezTo>
                  <a:pt x="6948" y="150863"/>
                  <a:pt x="3474" y="150478"/>
                  <a:pt x="0" y="150093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5F42C-7525-4C15-ADF9-55CF18F0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4301" y="2269892"/>
            <a:ext cx="11966" cy="107759"/>
          </a:xfrm>
          <a:custGeom xmlns:a="http://schemas.openxmlformats.org/drawingml/2006/main">
            <a:pathLst>
              <a:path w="11966" h="107759">
                <a:moveTo>
                  <a:pt x="11966" y="1539"/>
                </a:moveTo>
                <a:cubicBezTo>
                  <a:pt x="10036" y="36561"/>
                  <a:pt x="10422" y="71583"/>
                  <a:pt x="11580" y="106989"/>
                </a:cubicBezTo>
                <a:cubicBezTo>
                  <a:pt x="8106" y="107759"/>
                  <a:pt x="5404" y="106989"/>
                  <a:pt x="3088" y="104295"/>
                </a:cubicBezTo>
                <a:lnTo>
                  <a:pt x="3088" y="20397"/>
                </a:lnTo>
                <a:cubicBezTo>
                  <a:pt x="3088" y="13470"/>
                  <a:pt x="3088" y="6543"/>
                  <a:pt x="0" y="0"/>
                </a:cubicBezTo>
                <a:cubicBezTo>
                  <a:pt x="3860" y="385"/>
                  <a:pt x="7720" y="1155"/>
                  <a:pt x="11966" y="1539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CC4C1-7C8B-4983-98D5-25DCAB32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142" y="2240643"/>
            <a:ext cx="8106" cy="100447"/>
          </a:xfrm>
          <a:custGeom xmlns:a="http://schemas.openxmlformats.org/drawingml/2006/main">
            <a:pathLst>
              <a:path w="8106" h="100447">
                <a:moveTo>
                  <a:pt x="772" y="98907"/>
                </a:moveTo>
                <a:cubicBezTo>
                  <a:pt x="386" y="66195"/>
                  <a:pt x="386" y="33097"/>
                  <a:pt x="0" y="0"/>
                </a:cubicBezTo>
                <a:cubicBezTo>
                  <a:pt x="2702" y="770"/>
                  <a:pt x="5404" y="1539"/>
                  <a:pt x="8106" y="2309"/>
                </a:cubicBezTo>
                <a:cubicBezTo>
                  <a:pt x="7720" y="35022"/>
                  <a:pt x="7720" y="67734"/>
                  <a:pt x="7334" y="100447"/>
                </a:cubicBezTo>
                <a:cubicBezTo>
                  <a:pt x="5018" y="100062"/>
                  <a:pt x="3088" y="99292"/>
                  <a:pt x="772" y="98907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0A7EA2-8777-41C4-8C82-38D04D99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263" y="2182915"/>
            <a:ext cx="4632" cy="4618"/>
          </a:xfrm>
          <a:custGeom xmlns:a="http://schemas.openxmlformats.org/drawingml/2006/main">
            <a:pathLst>
              <a:path w="4632" h="4618">
                <a:moveTo>
                  <a:pt x="772" y="4618"/>
                </a:moveTo>
                <a:cubicBezTo>
                  <a:pt x="386" y="3079"/>
                  <a:pt x="0" y="1539"/>
                  <a:pt x="0" y="0"/>
                </a:cubicBezTo>
                <a:cubicBezTo>
                  <a:pt x="1544" y="385"/>
                  <a:pt x="3088" y="770"/>
                  <a:pt x="4632" y="1155"/>
                </a:cubicBezTo>
                <a:cubicBezTo>
                  <a:pt x="3474" y="2309"/>
                  <a:pt x="2316" y="3464"/>
                  <a:pt x="772" y="4618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17CCF-CCD0-4E09-978A-4738E365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505" y="2409209"/>
            <a:ext cx="45933" cy="232836"/>
          </a:xfrm>
          <a:custGeom xmlns:a="http://schemas.openxmlformats.org/drawingml/2006/main">
            <a:pathLst>
              <a:path w="45933" h="232836">
                <a:moveTo>
                  <a:pt x="25090" y="770"/>
                </a:moveTo>
                <a:cubicBezTo>
                  <a:pt x="31651" y="1924"/>
                  <a:pt x="38599" y="3464"/>
                  <a:pt x="45161" y="4618"/>
                </a:cubicBezTo>
                <a:cubicBezTo>
                  <a:pt x="45161" y="64271"/>
                  <a:pt x="44389" y="123923"/>
                  <a:pt x="45547" y="183575"/>
                </a:cubicBezTo>
                <a:cubicBezTo>
                  <a:pt x="45933" y="197430"/>
                  <a:pt x="34739" y="210130"/>
                  <a:pt x="43231" y="223985"/>
                </a:cubicBezTo>
                <a:cubicBezTo>
                  <a:pt x="42459" y="227064"/>
                  <a:pt x="42073" y="229758"/>
                  <a:pt x="41301" y="232836"/>
                </a:cubicBezTo>
                <a:cubicBezTo>
                  <a:pt x="28177" y="230527"/>
                  <a:pt x="18142" y="220906"/>
                  <a:pt x="6948" y="214748"/>
                </a:cubicBezTo>
                <a:cubicBezTo>
                  <a:pt x="0" y="210900"/>
                  <a:pt x="3474" y="205897"/>
                  <a:pt x="5018" y="200509"/>
                </a:cubicBezTo>
                <a:cubicBezTo>
                  <a:pt x="6948" y="193197"/>
                  <a:pt x="15440" y="183960"/>
                  <a:pt x="3474" y="177418"/>
                </a:cubicBezTo>
                <a:cubicBezTo>
                  <a:pt x="5018" y="177033"/>
                  <a:pt x="6176" y="177033"/>
                  <a:pt x="7720" y="176648"/>
                </a:cubicBezTo>
                <a:cubicBezTo>
                  <a:pt x="12738" y="171260"/>
                  <a:pt x="10808" y="164333"/>
                  <a:pt x="10808" y="158175"/>
                </a:cubicBezTo>
                <a:cubicBezTo>
                  <a:pt x="10808" y="125077"/>
                  <a:pt x="11194" y="91595"/>
                  <a:pt x="10808" y="58498"/>
                </a:cubicBezTo>
                <a:cubicBezTo>
                  <a:pt x="10808" y="51955"/>
                  <a:pt x="13510" y="44258"/>
                  <a:pt x="7334" y="38485"/>
                </a:cubicBezTo>
                <a:cubicBezTo>
                  <a:pt x="6948" y="31943"/>
                  <a:pt x="6948" y="25785"/>
                  <a:pt x="6562" y="19243"/>
                </a:cubicBezTo>
                <a:cubicBezTo>
                  <a:pt x="12352" y="14240"/>
                  <a:pt x="12352" y="8852"/>
                  <a:pt x="6948" y="3464"/>
                </a:cubicBezTo>
                <a:cubicBezTo>
                  <a:pt x="6948" y="2309"/>
                  <a:pt x="7334" y="1155"/>
                  <a:pt x="7334" y="0"/>
                </a:cubicBezTo>
                <a:lnTo>
                  <a:pt x="21616" y="0"/>
                </a:lnTo>
                <a:cubicBezTo>
                  <a:pt x="22388" y="385"/>
                  <a:pt x="23932" y="385"/>
                  <a:pt x="25090" y="77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5F8F84-D18B-40E8-85DD-3A892FD1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5368" y="2414212"/>
            <a:ext cx="37441" cy="226679"/>
          </a:xfrm>
          <a:custGeom xmlns:a="http://schemas.openxmlformats.org/drawingml/2006/main">
            <a:pathLst>
              <a:path w="37441" h="226679">
                <a:moveTo>
                  <a:pt x="4632" y="0"/>
                </a:moveTo>
                <a:cubicBezTo>
                  <a:pt x="7720" y="385"/>
                  <a:pt x="10422" y="385"/>
                  <a:pt x="13510" y="770"/>
                </a:cubicBezTo>
                <a:lnTo>
                  <a:pt x="14282" y="1539"/>
                </a:lnTo>
                <a:lnTo>
                  <a:pt x="15054" y="1155"/>
                </a:lnTo>
                <a:cubicBezTo>
                  <a:pt x="22388" y="2694"/>
                  <a:pt x="29721" y="3849"/>
                  <a:pt x="37055" y="5388"/>
                </a:cubicBezTo>
                <a:cubicBezTo>
                  <a:pt x="35897" y="68504"/>
                  <a:pt x="34739" y="132005"/>
                  <a:pt x="36669" y="195121"/>
                </a:cubicBezTo>
                <a:cubicBezTo>
                  <a:pt x="37441" y="203972"/>
                  <a:pt x="27020" y="208591"/>
                  <a:pt x="28949" y="217827"/>
                </a:cubicBezTo>
                <a:cubicBezTo>
                  <a:pt x="22002" y="223600"/>
                  <a:pt x="14668" y="226679"/>
                  <a:pt x="6562" y="220906"/>
                </a:cubicBezTo>
                <a:cubicBezTo>
                  <a:pt x="14282" y="203588"/>
                  <a:pt x="772" y="188578"/>
                  <a:pt x="1158" y="171645"/>
                </a:cubicBezTo>
                <a:cubicBezTo>
                  <a:pt x="2702" y="120074"/>
                  <a:pt x="1544" y="68119"/>
                  <a:pt x="1544" y="16549"/>
                </a:cubicBezTo>
                <a:cubicBezTo>
                  <a:pt x="1158" y="10391"/>
                  <a:pt x="0" y="4618"/>
                  <a:pt x="4632" y="0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184EFE-E36A-437C-B359-1F508DF7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353" y="2419985"/>
            <a:ext cx="35511" cy="232452"/>
          </a:xfrm>
          <a:custGeom xmlns:a="http://schemas.openxmlformats.org/drawingml/2006/main">
            <a:pathLst>
              <a:path w="35511" h="232452">
                <a:moveTo>
                  <a:pt x="5404" y="1155"/>
                </a:moveTo>
                <a:cubicBezTo>
                  <a:pt x="15826" y="0"/>
                  <a:pt x="25862" y="2694"/>
                  <a:pt x="35511" y="4618"/>
                </a:cubicBezTo>
                <a:lnTo>
                  <a:pt x="35511" y="192812"/>
                </a:lnTo>
                <a:cubicBezTo>
                  <a:pt x="26248" y="198969"/>
                  <a:pt x="31265" y="206666"/>
                  <a:pt x="32809" y="213979"/>
                </a:cubicBezTo>
                <a:cubicBezTo>
                  <a:pt x="32423" y="227449"/>
                  <a:pt x="14282" y="220521"/>
                  <a:pt x="12352" y="232067"/>
                </a:cubicBezTo>
                <a:lnTo>
                  <a:pt x="10422" y="232452"/>
                </a:lnTo>
                <a:lnTo>
                  <a:pt x="8492" y="232067"/>
                </a:lnTo>
                <a:cubicBezTo>
                  <a:pt x="6562" y="230142"/>
                  <a:pt x="4632" y="228603"/>
                  <a:pt x="2702" y="226679"/>
                </a:cubicBezTo>
                <a:cubicBezTo>
                  <a:pt x="11194" y="213594"/>
                  <a:pt x="2702" y="201278"/>
                  <a:pt x="0" y="188963"/>
                </a:cubicBezTo>
                <a:cubicBezTo>
                  <a:pt x="5790" y="183190"/>
                  <a:pt x="3474" y="175878"/>
                  <a:pt x="3474" y="168951"/>
                </a:cubicBezTo>
                <a:cubicBezTo>
                  <a:pt x="4632" y="113147"/>
                  <a:pt x="5018" y="56958"/>
                  <a:pt x="5404" y="1155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0F825-3C1C-42E1-ADCC-C07AE0C6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705" y="2425758"/>
            <a:ext cx="62531" cy="227449"/>
          </a:xfrm>
          <a:custGeom xmlns:a="http://schemas.openxmlformats.org/drawingml/2006/main">
            <a:pathLst>
              <a:path w="62531" h="227449">
                <a:moveTo>
                  <a:pt x="0" y="226294"/>
                </a:moveTo>
                <a:cubicBezTo>
                  <a:pt x="1930" y="214748"/>
                  <a:pt x="20072" y="221676"/>
                  <a:pt x="20458" y="208206"/>
                </a:cubicBezTo>
                <a:cubicBezTo>
                  <a:pt x="23546" y="210900"/>
                  <a:pt x="24704" y="222445"/>
                  <a:pt x="30879" y="210900"/>
                </a:cubicBezTo>
                <a:cubicBezTo>
                  <a:pt x="35125" y="202818"/>
                  <a:pt x="35511" y="193966"/>
                  <a:pt x="27792" y="187039"/>
                </a:cubicBezTo>
                <a:cubicBezTo>
                  <a:pt x="32423" y="180881"/>
                  <a:pt x="30493" y="173569"/>
                  <a:pt x="30493" y="166642"/>
                </a:cubicBezTo>
                <a:cubicBezTo>
                  <a:pt x="30879" y="111223"/>
                  <a:pt x="31265" y="55419"/>
                  <a:pt x="31651" y="0"/>
                </a:cubicBezTo>
                <a:cubicBezTo>
                  <a:pt x="41301" y="1155"/>
                  <a:pt x="51337" y="2309"/>
                  <a:pt x="60987" y="3464"/>
                </a:cubicBezTo>
                <a:cubicBezTo>
                  <a:pt x="61759" y="61577"/>
                  <a:pt x="60601" y="120074"/>
                  <a:pt x="56741" y="178187"/>
                </a:cubicBezTo>
                <a:cubicBezTo>
                  <a:pt x="46705" y="184730"/>
                  <a:pt x="54039" y="192812"/>
                  <a:pt x="57127" y="197815"/>
                </a:cubicBezTo>
                <a:cubicBezTo>
                  <a:pt x="62531" y="207436"/>
                  <a:pt x="59443" y="211285"/>
                  <a:pt x="50951" y="214748"/>
                </a:cubicBezTo>
                <a:cubicBezTo>
                  <a:pt x="34739" y="221676"/>
                  <a:pt x="18142" y="227449"/>
                  <a:pt x="0" y="226294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85E4E5-2F7B-49D7-BCB2-1F83B64F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677" y="2404975"/>
            <a:ext cx="35511" cy="206666"/>
          </a:xfrm>
          <a:custGeom xmlns:a="http://schemas.openxmlformats.org/drawingml/2006/main">
            <a:pathLst>
              <a:path w="35511" h="206666">
                <a:moveTo>
                  <a:pt x="5790" y="0"/>
                </a:moveTo>
                <a:cubicBezTo>
                  <a:pt x="15054" y="385"/>
                  <a:pt x="24704" y="770"/>
                  <a:pt x="33967" y="1155"/>
                </a:cubicBezTo>
                <a:cubicBezTo>
                  <a:pt x="34353" y="2309"/>
                  <a:pt x="34739" y="3079"/>
                  <a:pt x="35511" y="3849"/>
                </a:cubicBezTo>
                <a:cubicBezTo>
                  <a:pt x="31265" y="63116"/>
                  <a:pt x="33581" y="122383"/>
                  <a:pt x="33581" y="181651"/>
                </a:cubicBezTo>
                <a:cubicBezTo>
                  <a:pt x="24318" y="189348"/>
                  <a:pt x="35511" y="198200"/>
                  <a:pt x="32423" y="206666"/>
                </a:cubicBezTo>
                <a:cubicBezTo>
                  <a:pt x="8492" y="195891"/>
                  <a:pt x="0" y="178572"/>
                  <a:pt x="6948" y="154326"/>
                </a:cubicBezTo>
                <a:cubicBezTo>
                  <a:pt x="8106" y="150093"/>
                  <a:pt x="10808" y="145860"/>
                  <a:pt x="5790" y="142396"/>
                </a:cubicBezTo>
                <a:cubicBezTo>
                  <a:pt x="6176" y="94674"/>
                  <a:pt x="6176" y="47337"/>
                  <a:pt x="5790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135D1A-9B61-423B-8EBA-A4D63199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306" y="2430761"/>
            <a:ext cx="33967" cy="199354"/>
          </a:xfrm>
          <a:custGeom xmlns:a="http://schemas.openxmlformats.org/drawingml/2006/main">
            <a:pathLst>
              <a:path w="33967" h="199354">
                <a:moveTo>
                  <a:pt x="8878" y="0"/>
                </a:moveTo>
                <a:cubicBezTo>
                  <a:pt x="16598" y="770"/>
                  <a:pt x="24318" y="1539"/>
                  <a:pt x="31651" y="2309"/>
                </a:cubicBezTo>
                <a:cubicBezTo>
                  <a:pt x="31651" y="50416"/>
                  <a:pt x="31651" y="98523"/>
                  <a:pt x="31265" y="146629"/>
                </a:cubicBezTo>
                <a:cubicBezTo>
                  <a:pt x="27792" y="148554"/>
                  <a:pt x="27792" y="151632"/>
                  <a:pt x="28177" y="154711"/>
                </a:cubicBezTo>
                <a:cubicBezTo>
                  <a:pt x="33967" y="182036"/>
                  <a:pt x="32423" y="184730"/>
                  <a:pt x="6176" y="199354"/>
                </a:cubicBezTo>
                <a:cubicBezTo>
                  <a:pt x="0" y="190887"/>
                  <a:pt x="15054" y="181651"/>
                  <a:pt x="5404" y="173184"/>
                </a:cubicBezTo>
                <a:cubicBezTo>
                  <a:pt x="5404" y="115456"/>
                  <a:pt x="4246" y="57728"/>
                  <a:pt x="8878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2B778-B25D-4238-A3F1-380721DF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1078" y="2398433"/>
            <a:ext cx="37441" cy="157405"/>
          </a:xfrm>
          <a:custGeom xmlns:a="http://schemas.openxmlformats.org/drawingml/2006/main">
            <a:pathLst>
              <a:path w="37441" h="157405">
                <a:moveTo>
                  <a:pt x="10036" y="3079"/>
                </a:moveTo>
                <a:cubicBezTo>
                  <a:pt x="19686" y="0"/>
                  <a:pt x="28563" y="2694"/>
                  <a:pt x="37441" y="5773"/>
                </a:cubicBezTo>
                <a:cubicBezTo>
                  <a:pt x="36669" y="22706"/>
                  <a:pt x="36283" y="39640"/>
                  <a:pt x="35511" y="56958"/>
                </a:cubicBezTo>
                <a:cubicBezTo>
                  <a:pt x="33967" y="57728"/>
                  <a:pt x="30879" y="58498"/>
                  <a:pt x="30879" y="59652"/>
                </a:cubicBezTo>
                <a:cubicBezTo>
                  <a:pt x="29335" y="88131"/>
                  <a:pt x="25476" y="116996"/>
                  <a:pt x="32809" y="145475"/>
                </a:cubicBezTo>
                <a:lnTo>
                  <a:pt x="32809" y="148938"/>
                </a:lnTo>
                <a:cubicBezTo>
                  <a:pt x="31651" y="150478"/>
                  <a:pt x="30879" y="151632"/>
                  <a:pt x="29721" y="153172"/>
                </a:cubicBezTo>
                <a:cubicBezTo>
                  <a:pt x="28177" y="154711"/>
                  <a:pt x="26634" y="155866"/>
                  <a:pt x="25476" y="157405"/>
                </a:cubicBezTo>
                <a:cubicBezTo>
                  <a:pt x="16212" y="133544"/>
                  <a:pt x="0" y="110453"/>
                  <a:pt x="14668" y="82744"/>
                </a:cubicBezTo>
                <a:cubicBezTo>
                  <a:pt x="16984" y="78510"/>
                  <a:pt x="12352" y="75816"/>
                  <a:pt x="9650" y="73122"/>
                </a:cubicBezTo>
                <a:cubicBezTo>
                  <a:pt x="9650" y="49261"/>
                  <a:pt x="10036" y="26170"/>
                  <a:pt x="10036" y="3079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73AB9-5942-4F4B-BA57-4EFCF6DE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329" y="2407670"/>
            <a:ext cx="13510" cy="178957"/>
          </a:xfrm>
          <a:custGeom xmlns:a="http://schemas.openxmlformats.org/drawingml/2006/main">
            <a:pathLst>
              <a:path w="13510" h="178957">
                <a:moveTo>
                  <a:pt x="2316" y="178957"/>
                </a:moveTo>
                <a:cubicBezTo>
                  <a:pt x="2316" y="119689"/>
                  <a:pt x="0" y="60422"/>
                  <a:pt x="4246" y="1155"/>
                </a:cubicBezTo>
                <a:cubicBezTo>
                  <a:pt x="5790" y="770"/>
                  <a:pt x="7334" y="385"/>
                  <a:pt x="8878" y="0"/>
                </a:cubicBezTo>
                <a:cubicBezTo>
                  <a:pt x="10422" y="385"/>
                  <a:pt x="11966" y="1155"/>
                  <a:pt x="13124" y="1539"/>
                </a:cubicBezTo>
                <a:cubicBezTo>
                  <a:pt x="13124" y="2694"/>
                  <a:pt x="12738" y="3849"/>
                  <a:pt x="12738" y="5003"/>
                </a:cubicBezTo>
                <a:cubicBezTo>
                  <a:pt x="7334" y="10391"/>
                  <a:pt x="8106" y="15394"/>
                  <a:pt x="12352" y="20782"/>
                </a:cubicBezTo>
                <a:cubicBezTo>
                  <a:pt x="12738" y="27325"/>
                  <a:pt x="12738" y="33482"/>
                  <a:pt x="13124" y="40025"/>
                </a:cubicBezTo>
                <a:cubicBezTo>
                  <a:pt x="13124" y="86207"/>
                  <a:pt x="13510" y="132005"/>
                  <a:pt x="13510" y="178187"/>
                </a:cubicBezTo>
                <a:cubicBezTo>
                  <a:pt x="11966" y="178572"/>
                  <a:pt x="10808" y="178572"/>
                  <a:pt x="9264" y="178957"/>
                </a:cubicBezTo>
                <a:lnTo>
                  <a:pt x="2316" y="178957"/>
                </a:lnTo>
                <a:close/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8126E-C2F8-4F37-9B8B-87E61BD9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721" y="2419215"/>
            <a:ext cx="10808" cy="190118"/>
          </a:xfrm>
          <a:custGeom xmlns:a="http://schemas.openxmlformats.org/drawingml/2006/main">
            <a:pathLst>
              <a:path w="10808" h="190118">
                <a:moveTo>
                  <a:pt x="10036" y="1924"/>
                </a:moveTo>
                <a:cubicBezTo>
                  <a:pt x="9650" y="57728"/>
                  <a:pt x="9264" y="113917"/>
                  <a:pt x="8492" y="169720"/>
                </a:cubicBezTo>
                <a:cubicBezTo>
                  <a:pt x="8492" y="176263"/>
                  <a:pt x="10808" y="183960"/>
                  <a:pt x="5018" y="189733"/>
                </a:cubicBezTo>
                <a:cubicBezTo>
                  <a:pt x="3860" y="189733"/>
                  <a:pt x="2702" y="190118"/>
                  <a:pt x="1930" y="189733"/>
                </a:cubicBezTo>
                <a:cubicBezTo>
                  <a:pt x="0" y="126617"/>
                  <a:pt x="1158" y="63116"/>
                  <a:pt x="2316" y="0"/>
                </a:cubicBezTo>
                <a:cubicBezTo>
                  <a:pt x="5018" y="770"/>
                  <a:pt x="7334" y="1539"/>
                  <a:pt x="10036" y="1924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099D96-4F56-4A56-8DE3-CB993205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502" y="2404206"/>
            <a:ext cx="11966" cy="142781"/>
          </a:xfrm>
          <a:custGeom xmlns:a="http://schemas.openxmlformats.org/drawingml/2006/main">
            <a:pathLst>
              <a:path w="11966" h="142781">
                <a:moveTo>
                  <a:pt x="0" y="142781"/>
                </a:moveTo>
                <a:lnTo>
                  <a:pt x="0" y="139317"/>
                </a:lnTo>
                <a:cubicBezTo>
                  <a:pt x="1158" y="110068"/>
                  <a:pt x="1930" y="80434"/>
                  <a:pt x="3088" y="51186"/>
                </a:cubicBezTo>
                <a:cubicBezTo>
                  <a:pt x="3860" y="34252"/>
                  <a:pt x="4246" y="17318"/>
                  <a:pt x="5018" y="0"/>
                </a:cubicBezTo>
                <a:cubicBezTo>
                  <a:pt x="7334" y="385"/>
                  <a:pt x="9650" y="385"/>
                  <a:pt x="11966" y="770"/>
                </a:cubicBezTo>
                <a:lnTo>
                  <a:pt x="11966" y="142781"/>
                </a:lnTo>
                <a:lnTo>
                  <a:pt x="0" y="142781"/>
                </a:lnTo>
                <a:close/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4660CC-C4CC-4E2D-8574-CC77FBEF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572" y="2433070"/>
            <a:ext cx="12738" cy="144705"/>
          </a:xfrm>
          <a:custGeom xmlns:a="http://schemas.openxmlformats.org/drawingml/2006/main">
            <a:pathLst>
              <a:path w="12738" h="144705">
                <a:moveTo>
                  <a:pt x="0" y="144320"/>
                </a:moveTo>
                <a:cubicBezTo>
                  <a:pt x="0" y="96213"/>
                  <a:pt x="0" y="48107"/>
                  <a:pt x="386" y="0"/>
                </a:cubicBezTo>
                <a:cubicBezTo>
                  <a:pt x="4632" y="385"/>
                  <a:pt x="8492" y="770"/>
                  <a:pt x="12738" y="1155"/>
                </a:cubicBezTo>
                <a:cubicBezTo>
                  <a:pt x="4632" y="17318"/>
                  <a:pt x="10036" y="34637"/>
                  <a:pt x="9264" y="51570"/>
                </a:cubicBezTo>
                <a:cubicBezTo>
                  <a:pt x="6562" y="71198"/>
                  <a:pt x="6948" y="91210"/>
                  <a:pt x="8878" y="111223"/>
                </a:cubicBezTo>
                <a:cubicBezTo>
                  <a:pt x="8878" y="122383"/>
                  <a:pt x="9264" y="133544"/>
                  <a:pt x="9264" y="144705"/>
                </a:cubicBezTo>
                <a:cubicBezTo>
                  <a:pt x="6176" y="144320"/>
                  <a:pt x="3088" y="144320"/>
                  <a:pt x="0" y="144320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567DC7-8EFB-4856-AF44-759A4075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832" y="2429221"/>
            <a:ext cx="12352" cy="174724"/>
          </a:xfrm>
          <a:custGeom xmlns:a="http://schemas.openxmlformats.org/drawingml/2006/main">
            <a:pathLst>
              <a:path w="12352" h="174724">
                <a:moveTo>
                  <a:pt x="12352" y="1539"/>
                </a:moveTo>
                <a:cubicBezTo>
                  <a:pt x="7720" y="59267"/>
                  <a:pt x="8878" y="116996"/>
                  <a:pt x="9650" y="174724"/>
                </a:cubicBezTo>
                <a:lnTo>
                  <a:pt x="0" y="174724"/>
                </a:lnTo>
                <a:cubicBezTo>
                  <a:pt x="3474" y="116611"/>
                  <a:pt x="4632" y="58498"/>
                  <a:pt x="4246" y="0"/>
                </a:cubicBezTo>
                <a:cubicBezTo>
                  <a:pt x="6948" y="385"/>
                  <a:pt x="9650" y="1155"/>
                  <a:pt x="12352" y="1539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68995-9505-413E-8121-A1D6867C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358" y="2396509"/>
            <a:ext cx="17756" cy="81204"/>
          </a:xfrm>
          <a:custGeom xmlns:a="http://schemas.openxmlformats.org/drawingml/2006/main">
            <a:pathLst>
              <a:path w="17756" h="81204">
                <a:moveTo>
                  <a:pt x="17756" y="5003"/>
                </a:moveTo>
                <a:cubicBezTo>
                  <a:pt x="17756" y="28094"/>
                  <a:pt x="17370" y="51570"/>
                  <a:pt x="17370" y="74662"/>
                </a:cubicBezTo>
                <a:cubicBezTo>
                  <a:pt x="0" y="81204"/>
                  <a:pt x="6176" y="68119"/>
                  <a:pt x="5404" y="60807"/>
                </a:cubicBezTo>
                <a:cubicBezTo>
                  <a:pt x="14282" y="44643"/>
                  <a:pt x="8878" y="26940"/>
                  <a:pt x="9650" y="10006"/>
                </a:cubicBezTo>
                <a:cubicBezTo>
                  <a:pt x="10036" y="5388"/>
                  <a:pt x="5018" y="4618"/>
                  <a:pt x="1158" y="3849"/>
                </a:cubicBezTo>
                <a:cubicBezTo>
                  <a:pt x="1158" y="3079"/>
                  <a:pt x="1158" y="1924"/>
                  <a:pt x="772" y="1155"/>
                </a:cubicBezTo>
                <a:cubicBezTo>
                  <a:pt x="7334" y="0"/>
                  <a:pt x="13124" y="0"/>
                  <a:pt x="17756" y="5003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4AE87-4245-4269-953C-49F72E44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063" y="2544293"/>
            <a:ext cx="22774" cy="45798"/>
          </a:xfrm>
          <a:custGeom xmlns:a="http://schemas.openxmlformats.org/drawingml/2006/main">
            <a:pathLst>
              <a:path w="22774" h="45798">
                <a:moveTo>
                  <a:pt x="386" y="33482"/>
                </a:moveTo>
                <a:cubicBezTo>
                  <a:pt x="386" y="22322"/>
                  <a:pt x="0" y="11161"/>
                  <a:pt x="0" y="0"/>
                </a:cubicBezTo>
                <a:cubicBezTo>
                  <a:pt x="7720" y="5773"/>
                  <a:pt x="15054" y="11546"/>
                  <a:pt x="22774" y="17703"/>
                </a:cubicBezTo>
                <a:cubicBezTo>
                  <a:pt x="17756" y="26940"/>
                  <a:pt x="12738" y="36561"/>
                  <a:pt x="7720" y="45798"/>
                </a:cubicBezTo>
                <a:cubicBezTo>
                  <a:pt x="1158" y="42719"/>
                  <a:pt x="6948" y="34637"/>
                  <a:pt x="386" y="33482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DC9A7-CF38-4F1F-A83B-48E4B9EF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4517" y="2399973"/>
            <a:ext cx="13510" cy="56958"/>
          </a:xfrm>
          <a:custGeom xmlns:a="http://schemas.openxmlformats.org/drawingml/2006/main">
            <a:pathLst>
              <a:path w="13510" h="56958">
                <a:moveTo>
                  <a:pt x="386" y="0"/>
                </a:moveTo>
                <a:cubicBezTo>
                  <a:pt x="4246" y="770"/>
                  <a:pt x="8878" y="1539"/>
                  <a:pt x="8878" y="6158"/>
                </a:cubicBezTo>
                <a:cubicBezTo>
                  <a:pt x="8106" y="23091"/>
                  <a:pt x="13510" y="40410"/>
                  <a:pt x="4632" y="56958"/>
                </a:cubicBezTo>
                <a:cubicBezTo>
                  <a:pt x="0" y="38485"/>
                  <a:pt x="772" y="19243"/>
                  <a:pt x="386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9B6E9-2FAD-4E78-AAC1-5546738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912" y="2631655"/>
            <a:ext cx="36669" cy="23861"/>
          </a:xfrm>
          <a:custGeom xmlns:a="http://schemas.openxmlformats.org/drawingml/2006/main">
            <a:pathLst>
              <a:path w="36669" h="23861">
                <a:moveTo>
                  <a:pt x="4632" y="3079"/>
                </a:moveTo>
                <a:cubicBezTo>
                  <a:pt x="13124" y="8852"/>
                  <a:pt x="20458" y="5773"/>
                  <a:pt x="27020" y="0"/>
                </a:cubicBezTo>
                <a:cubicBezTo>
                  <a:pt x="33195" y="4618"/>
                  <a:pt x="36669" y="12315"/>
                  <a:pt x="33581" y="17703"/>
                </a:cubicBezTo>
                <a:cubicBezTo>
                  <a:pt x="30107" y="23861"/>
                  <a:pt x="22388" y="19243"/>
                  <a:pt x="16598" y="18088"/>
                </a:cubicBezTo>
                <a:cubicBezTo>
                  <a:pt x="10808" y="16549"/>
                  <a:pt x="3860" y="17318"/>
                  <a:pt x="0" y="11161"/>
                </a:cubicBezTo>
                <a:lnTo>
                  <a:pt x="0" y="8852"/>
                </a:lnTo>
                <a:cubicBezTo>
                  <a:pt x="1158" y="6927"/>
                  <a:pt x="2702" y="5003"/>
                  <a:pt x="4632" y="3079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9D597F-2FED-4A10-924B-903445D6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167" y="2550835"/>
            <a:ext cx="9650" cy="18473"/>
          </a:xfrm>
          <a:custGeom xmlns:a="http://schemas.openxmlformats.org/drawingml/2006/main">
            <a:pathLst>
              <a:path w="9650" h="18473">
                <a:moveTo>
                  <a:pt x="0" y="4233"/>
                </a:moveTo>
                <a:cubicBezTo>
                  <a:pt x="1544" y="2694"/>
                  <a:pt x="3088" y="1539"/>
                  <a:pt x="4246" y="0"/>
                </a:cubicBezTo>
                <a:cubicBezTo>
                  <a:pt x="8106" y="5003"/>
                  <a:pt x="9650" y="10776"/>
                  <a:pt x="9650" y="18473"/>
                </a:cubicBezTo>
                <a:cubicBezTo>
                  <a:pt x="2702" y="15394"/>
                  <a:pt x="772" y="10391"/>
                  <a:pt x="0" y="4233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7B3E2F-9C29-4FF1-91FF-AD4ADADA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06" y="2632809"/>
            <a:ext cx="7720" cy="10006"/>
          </a:xfrm>
          <a:custGeom xmlns:a="http://schemas.openxmlformats.org/drawingml/2006/main">
            <a:pathLst>
              <a:path w="7720" h="10006">
                <a:moveTo>
                  <a:pt x="7720" y="7697"/>
                </a:moveTo>
                <a:lnTo>
                  <a:pt x="7720" y="10006"/>
                </a:lnTo>
                <a:cubicBezTo>
                  <a:pt x="5018" y="9621"/>
                  <a:pt x="2702" y="9236"/>
                  <a:pt x="0" y="8852"/>
                </a:cubicBezTo>
                <a:cubicBezTo>
                  <a:pt x="772" y="5773"/>
                  <a:pt x="1158" y="3079"/>
                  <a:pt x="1930" y="0"/>
                </a:cubicBezTo>
                <a:cubicBezTo>
                  <a:pt x="3860" y="2694"/>
                  <a:pt x="5790" y="5388"/>
                  <a:pt x="7720" y="7697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E4346-36C4-42E9-8DBC-555BBB90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967" y="2647049"/>
            <a:ext cx="9264" cy="7312"/>
          </a:xfrm>
          <a:custGeom xmlns:a="http://schemas.openxmlformats.org/drawingml/2006/main">
            <a:pathLst>
              <a:path w="9264" h="7312">
                <a:moveTo>
                  <a:pt x="3474" y="0"/>
                </a:moveTo>
                <a:cubicBezTo>
                  <a:pt x="5404" y="1924"/>
                  <a:pt x="7334" y="3464"/>
                  <a:pt x="9264" y="5388"/>
                </a:cubicBezTo>
                <a:cubicBezTo>
                  <a:pt x="5790" y="5003"/>
                  <a:pt x="0" y="7312"/>
                  <a:pt x="3474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B9D53-9BDB-403F-BDF3-2C314ECA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3160" y="2327620"/>
            <a:ext cx="173697" cy="83513"/>
          </a:xfrm>
          <a:custGeom xmlns:a="http://schemas.openxmlformats.org/drawingml/2006/main">
            <a:pathLst>
              <a:path w="173697" h="83513">
                <a:moveTo>
                  <a:pt x="173697" y="5003"/>
                </a:moveTo>
                <a:cubicBezTo>
                  <a:pt x="171381" y="18473"/>
                  <a:pt x="157871" y="20012"/>
                  <a:pt x="149379" y="25785"/>
                </a:cubicBezTo>
                <a:cubicBezTo>
                  <a:pt x="119272" y="46182"/>
                  <a:pt x="87620" y="64655"/>
                  <a:pt x="56355" y="83513"/>
                </a:cubicBezTo>
                <a:cubicBezTo>
                  <a:pt x="50179" y="82744"/>
                  <a:pt x="44389" y="81589"/>
                  <a:pt x="38213" y="80819"/>
                </a:cubicBezTo>
                <a:cubicBezTo>
                  <a:pt x="42073" y="70813"/>
                  <a:pt x="52109" y="68119"/>
                  <a:pt x="59829" y="63116"/>
                </a:cubicBezTo>
                <a:cubicBezTo>
                  <a:pt x="83375" y="49261"/>
                  <a:pt x="107306" y="35407"/>
                  <a:pt x="131238" y="21552"/>
                </a:cubicBezTo>
                <a:cubicBezTo>
                  <a:pt x="134326" y="19628"/>
                  <a:pt x="139344" y="18858"/>
                  <a:pt x="137414" y="13470"/>
                </a:cubicBezTo>
                <a:cubicBezTo>
                  <a:pt x="135870" y="10006"/>
                  <a:pt x="133168" y="9236"/>
                  <a:pt x="129694" y="11546"/>
                </a:cubicBezTo>
                <a:cubicBezTo>
                  <a:pt x="95726" y="36561"/>
                  <a:pt x="55969" y="52725"/>
                  <a:pt x="22774" y="78510"/>
                </a:cubicBezTo>
                <a:cubicBezTo>
                  <a:pt x="18914" y="78895"/>
                  <a:pt x="15440" y="79280"/>
                  <a:pt x="11580" y="79280"/>
                </a:cubicBezTo>
                <a:cubicBezTo>
                  <a:pt x="11966" y="70813"/>
                  <a:pt x="1544" y="76201"/>
                  <a:pt x="0" y="71198"/>
                </a:cubicBezTo>
                <a:cubicBezTo>
                  <a:pt x="8878" y="60422"/>
                  <a:pt x="27792" y="63501"/>
                  <a:pt x="31265" y="46182"/>
                </a:cubicBezTo>
                <a:cubicBezTo>
                  <a:pt x="57513" y="42719"/>
                  <a:pt x="76041" y="23861"/>
                  <a:pt x="98814" y="13085"/>
                </a:cubicBezTo>
                <a:cubicBezTo>
                  <a:pt x="103832" y="10776"/>
                  <a:pt x="113868" y="10391"/>
                  <a:pt x="112324" y="385"/>
                </a:cubicBezTo>
                <a:cubicBezTo>
                  <a:pt x="117342" y="385"/>
                  <a:pt x="122360" y="0"/>
                  <a:pt x="127378" y="0"/>
                </a:cubicBezTo>
                <a:lnTo>
                  <a:pt x="131238" y="0"/>
                </a:lnTo>
                <a:cubicBezTo>
                  <a:pt x="144747" y="10006"/>
                  <a:pt x="159801" y="1539"/>
                  <a:pt x="173697" y="5003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250AE-365F-4DBE-888A-21948D8F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616" y="2372648"/>
            <a:ext cx="154783" cy="104295"/>
          </a:xfrm>
          <a:custGeom xmlns:a="http://schemas.openxmlformats.org/drawingml/2006/main">
            <a:pathLst>
              <a:path w="154783" h="104295">
                <a:moveTo>
                  <a:pt x="23546" y="103141"/>
                </a:moveTo>
                <a:cubicBezTo>
                  <a:pt x="16212" y="102756"/>
                  <a:pt x="8492" y="102371"/>
                  <a:pt x="1158" y="101986"/>
                </a:cubicBezTo>
                <a:cubicBezTo>
                  <a:pt x="1930" y="98907"/>
                  <a:pt x="0" y="92365"/>
                  <a:pt x="4632" y="93135"/>
                </a:cubicBezTo>
                <a:cubicBezTo>
                  <a:pt x="17756" y="96213"/>
                  <a:pt x="20458" y="86977"/>
                  <a:pt x="24704" y="78510"/>
                </a:cubicBezTo>
                <a:cubicBezTo>
                  <a:pt x="50951" y="61961"/>
                  <a:pt x="76813" y="44258"/>
                  <a:pt x="98042" y="20782"/>
                </a:cubicBezTo>
                <a:cubicBezTo>
                  <a:pt x="109622" y="17318"/>
                  <a:pt x="119272" y="11161"/>
                  <a:pt x="125062" y="0"/>
                </a:cubicBezTo>
                <a:cubicBezTo>
                  <a:pt x="133168" y="770"/>
                  <a:pt x="141273" y="1539"/>
                  <a:pt x="149379" y="2309"/>
                </a:cubicBezTo>
                <a:cubicBezTo>
                  <a:pt x="154783" y="6927"/>
                  <a:pt x="152853" y="9236"/>
                  <a:pt x="148221" y="13470"/>
                </a:cubicBezTo>
                <a:cubicBezTo>
                  <a:pt x="133940" y="27325"/>
                  <a:pt x="112710" y="34252"/>
                  <a:pt x="105762" y="55419"/>
                </a:cubicBezTo>
                <a:cubicBezTo>
                  <a:pt x="87234" y="56189"/>
                  <a:pt x="79901" y="74277"/>
                  <a:pt x="65619" y="81974"/>
                </a:cubicBezTo>
                <a:cubicBezTo>
                  <a:pt x="57127" y="86592"/>
                  <a:pt x="47091" y="91210"/>
                  <a:pt x="46705" y="103526"/>
                </a:cubicBezTo>
                <a:cubicBezTo>
                  <a:pt x="44389" y="103910"/>
                  <a:pt x="42073" y="103910"/>
                  <a:pt x="39757" y="104295"/>
                </a:cubicBezTo>
                <a:cubicBezTo>
                  <a:pt x="34739" y="100447"/>
                  <a:pt x="29335" y="101601"/>
                  <a:pt x="23546" y="103141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9552B-0C38-4515-9683-CBDA6E25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6315" y="2367260"/>
            <a:ext cx="155169" cy="106604"/>
          </a:xfrm>
          <a:custGeom xmlns:a="http://schemas.openxmlformats.org/drawingml/2006/main">
            <a:pathLst>
              <a:path w="155169" h="106604">
                <a:moveTo>
                  <a:pt x="30879" y="106604"/>
                </a:moveTo>
                <a:cubicBezTo>
                  <a:pt x="0" y="104295"/>
                  <a:pt x="0" y="104295"/>
                  <a:pt x="15826" y="79665"/>
                </a:cubicBezTo>
                <a:lnTo>
                  <a:pt x="15440" y="80050"/>
                </a:lnTo>
                <a:cubicBezTo>
                  <a:pt x="38599" y="73122"/>
                  <a:pt x="53267" y="53495"/>
                  <a:pt x="73725" y="42334"/>
                </a:cubicBezTo>
                <a:cubicBezTo>
                  <a:pt x="77971" y="40025"/>
                  <a:pt x="82217" y="36176"/>
                  <a:pt x="81059" y="30019"/>
                </a:cubicBezTo>
                <a:cubicBezTo>
                  <a:pt x="88392" y="31558"/>
                  <a:pt x="93410" y="28864"/>
                  <a:pt x="96498" y="22322"/>
                </a:cubicBezTo>
                <a:cubicBezTo>
                  <a:pt x="108078" y="17703"/>
                  <a:pt x="118500" y="11930"/>
                  <a:pt x="123904" y="0"/>
                </a:cubicBezTo>
                <a:cubicBezTo>
                  <a:pt x="126606" y="385"/>
                  <a:pt x="129694" y="385"/>
                  <a:pt x="132396" y="770"/>
                </a:cubicBezTo>
                <a:lnTo>
                  <a:pt x="133940" y="1924"/>
                </a:lnTo>
                <a:lnTo>
                  <a:pt x="135484" y="1155"/>
                </a:lnTo>
                <a:cubicBezTo>
                  <a:pt x="142045" y="1924"/>
                  <a:pt x="148607" y="2694"/>
                  <a:pt x="155169" y="3464"/>
                </a:cubicBezTo>
                <a:cubicBezTo>
                  <a:pt x="153239" y="13470"/>
                  <a:pt x="138186" y="14240"/>
                  <a:pt x="138958" y="26170"/>
                </a:cubicBezTo>
                <a:cubicBezTo>
                  <a:pt x="116956" y="30019"/>
                  <a:pt x="104604" y="48492"/>
                  <a:pt x="88392" y="60422"/>
                </a:cubicBezTo>
                <a:cubicBezTo>
                  <a:pt x="79901" y="66580"/>
                  <a:pt x="66777" y="69659"/>
                  <a:pt x="66005" y="83898"/>
                </a:cubicBezTo>
                <a:cubicBezTo>
                  <a:pt x="49407" y="84283"/>
                  <a:pt x="37055" y="91210"/>
                  <a:pt x="30879" y="106604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F135C-4AEA-4442-B9F5-4EA20877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014" y="2361872"/>
            <a:ext cx="157099" cy="113147"/>
          </a:xfrm>
          <a:custGeom xmlns:a="http://schemas.openxmlformats.org/drawingml/2006/main">
            <a:pathLst>
              <a:path w="157099" h="113147">
                <a:moveTo>
                  <a:pt x="57127" y="85438"/>
                </a:moveTo>
                <a:cubicBezTo>
                  <a:pt x="49793" y="84668"/>
                  <a:pt x="41301" y="86592"/>
                  <a:pt x="38213" y="91980"/>
                </a:cubicBezTo>
                <a:cubicBezTo>
                  <a:pt x="26634" y="113147"/>
                  <a:pt x="13896" y="101601"/>
                  <a:pt x="0" y="95829"/>
                </a:cubicBezTo>
                <a:cubicBezTo>
                  <a:pt x="5404" y="85053"/>
                  <a:pt x="20844" y="86977"/>
                  <a:pt x="22774" y="74277"/>
                </a:cubicBezTo>
                <a:cubicBezTo>
                  <a:pt x="34739" y="69274"/>
                  <a:pt x="45933" y="63116"/>
                  <a:pt x="52495" y="51186"/>
                </a:cubicBezTo>
                <a:cubicBezTo>
                  <a:pt x="78743" y="38101"/>
                  <a:pt x="101902" y="20782"/>
                  <a:pt x="121974" y="0"/>
                </a:cubicBezTo>
                <a:cubicBezTo>
                  <a:pt x="133940" y="0"/>
                  <a:pt x="145519" y="1539"/>
                  <a:pt x="157099" y="5003"/>
                </a:cubicBezTo>
                <a:cubicBezTo>
                  <a:pt x="152853" y="14624"/>
                  <a:pt x="136642" y="14624"/>
                  <a:pt x="137028" y="28479"/>
                </a:cubicBezTo>
                <a:cubicBezTo>
                  <a:pt x="130080" y="27325"/>
                  <a:pt x="124676" y="29249"/>
                  <a:pt x="121588" y="36176"/>
                </a:cubicBezTo>
                <a:cubicBezTo>
                  <a:pt x="100358" y="43873"/>
                  <a:pt x="86076" y="61577"/>
                  <a:pt x="67163" y="72737"/>
                </a:cubicBezTo>
                <a:cubicBezTo>
                  <a:pt x="62917" y="75046"/>
                  <a:pt x="56355" y="77356"/>
                  <a:pt x="57127" y="85438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9478A9-D90C-44A5-B25E-12BBF061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667" y="2439228"/>
            <a:ext cx="281389" cy="45028"/>
          </a:xfrm>
          <a:custGeom xmlns:a="http://schemas.openxmlformats.org/drawingml/2006/main">
            <a:pathLst>
              <a:path w="281389" h="45028">
                <a:moveTo>
                  <a:pt x="281389" y="35791"/>
                </a:moveTo>
                <a:lnTo>
                  <a:pt x="281389" y="45028"/>
                </a:lnTo>
                <a:cubicBezTo>
                  <a:pt x="266335" y="43873"/>
                  <a:pt x="250896" y="42719"/>
                  <a:pt x="235842" y="41564"/>
                </a:cubicBezTo>
                <a:cubicBezTo>
                  <a:pt x="231982" y="38870"/>
                  <a:pt x="228122" y="38485"/>
                  <a:pt x="223876" y="40025"/>
                </a:cubicBezTo>
                <a:cubicBezTo>
                  <a:pt x="218472" y="39640"/>
                  <a:pt x="213068" y="39255"/>
                  <a:pt x="207664" y="38485"/>
                </a:cubicBezTo>
                <a:cubicBezTo>
                  <a:pt x="204962" y="34252"/>
                  <a:pt x="200716" y="35407"/>
                  <a:pt x="196856" y="35407"/>
                </a:cubicBezTo>
                <a:cubicBezTo>
                  <a:pt x="187979" y="31943"/>
                  <a:pt x="178329" y="31558"/>
                  <a:pt x="169065" y="31558"/>
                </a:cubicBezTo>
                <a:cubicBezTo>
                  <a:pt x="165977" y="31173"/>
                  <a:pt x="162889" y="30788"/>
                  <a:pt x="159801" y="30019"/>
                </a:cubicBezTo>
                <a:cubicBezTo>
                  <a:pt x="148993" y="28864"/>
                  <a:pt x="138186" y="27325"/>
                  <a:pt x="127378" y="26170"/>
                </a:cubicBezTo>
                <a:cubicBezTo>
                  <a:pt x="123518" y="23861"/>
                  <a:pt x="119658" y="21937"/>
                  <a:pt x="115798" y="26555"/>
                </a:cubicBezTo>
                <a:cubicBezTo>
                  <a:pt x="106534" y="25400"/>
                  <a:pt x="97656" y="24246"/>
                  <a:pt x="88392" y="22706"/>
                </a:cubicBezTo>
                <a:cubicBezTo>
                  <a:pt x="86076" y="18473"/>
                  <a:pt x="81831" y="18858"/>
                  <a:pt x="77971" y="19243"/>
                </a:cubicBezTo>
                <a:cubicBezTo>
                  <a:pt x="72953" y="18473"/>
                  <a:pt x="67549" y="17703"/>
                  <a:pt x="62531" y="17318"/>
                </a:cubicBezTo>
                <a:cubicBezTo>
                  <a:pt x="61373" y="16549"/>
                  <a:pt x="60215" y="16164"/>
                  <a:pt x="59057" y="16934"/>
                </a:cubicBezTo>
                <a:cubicBezTo>
                  <a:pt x="53653" y="16549"/>
                  <a:pt x="48249" y="16164"/>
                  <a:pt x="42459" y="15394"/>
                </a:cubicBezTo>
                <a:cubicBezTo>
                  <a:pt x="39757" y="14624"/>
                  <a:pt x="37055" y="13855"/>
                  <a:pt x="34739" y="13085"/>
                </a:cubicBezTo>
                <a:cubicBezTo>
                  <a:pt x="25862" y="11930"/>
                  <a:pt x="16984" y="10776"/>
                  <a:pt x="8106" y="9621"/>
                </a:cubicBezTo>
                <a:cubicBezTo>
                  <a:pt x="5404" y="8852"/>
                  <a:pt x="2702" y="8082"/>
                  <a:pt x="0" y="7697"/>
                </a:cubicBezTo>
                <a:cubicBezTo>
                  <a:pt x="2702" y="5388"/>
                  <a:pt x="5018" y="3079"/>
                  <a:pt x="7720" y="770"/>
                </a:cubicBezTo>
                <a:cubicBezTo>
                  <a:pt x="15440" y="0"/>
                  <a:pt x="22388" y="6158"/>
                  <a:pt x="30107" y="3079"/>
                </a:cubicBezTo>
                <a:cubicBezTo>
                  <a:pt x="31265" y="2694"/>
                  <a:pt x="32423" y="2694"/>
                  <a:pt x="33581" y="2309"/>
                </a:cubicBezTo>
                <a:cubicBezTo>
                  <a:pt x="44389" y="3079"/>
                  <a:pt x="54811" y="3849"/>
                  <a:pt x="65619" y="4618"/>
                </a:cubicBezTo>
                <a:cubicBezTo>
                  <a:pt x="74111" y="9621"/>
                  <a:pt x="83761" y="8852"/>
                  <a:pt x="92638" y="10006"/>
                </a:cubicBezTo>
                <a:cubicBezTo>
                  <a:pt x="97656" y="10006"/>
                  <a:pt x="102288" y="10391"/>
                  <a:pt x="107306" y="10391"/>
                </a:cubicBezTo>
                <a:cubicBezTo>
                  <a:pt x="110008" y="10776"/>
                  <a:pt x="113096" y="11161"/>
                  <a:pt x="115798" y="11161"/>
                </a:cubicBezTo>
                <a:cubicBezTo>
                  <a:pt x="127378" y="13470"/>
                  <a:pt x="138572" y="16164"/>
                  <a:pt x="150537" y="15394"/>
                </a:cubicBezTo>
                <a:cubicBezTo>
                  <a:pt x="152853" y="15394"/>
                  <a:pt x="155555" y="15779"/>
                  <a:pt x="157871" y="15779"/>
                </a:cubicBezTo>
                <a:cubicBezTo>
                  <a:pt x="167907" y="18858"/>
                  <a:pt x="178329" y="21167"/>
                  <a:pt x="188751" y="19628"/>
                </a:cubicBezTo>
                <a:cubicBezTo>
                  <a:pt x="191067" y="20012"/>
                  <a:pt x="192997" y="20397"/>
                  <a:pt x="195313" y="20782"/>
                </a:cubicBezTo>
                <a:cubicBezTo>
                  <a:pt x="203032" y="24246"/>
                  <a:pt x="211138" y="26170"/>
                  <a:pt x="219630" y="23861"/>
                </a:cubicBezTo>
                <a:cubicBezTo>
                  <a:pt x="222718" y="27325"/>
                  <a:pt x="226578" y="26940"/>
                  <a:pt x="230438" y="26940"/>
                </a:cubicBezTo>
                <a:cubicBezTo>
                  <a:pt x="239316" y="27709"/>
                  <a:pt x="248194" y="31558"/>
                  <a:pt x="257457" y="29634"/>
                </a:cubicBezTo>
                <a:cubicBezTo>
                  <a:pt x="260159" y="30019"/>
                  <a:pt x="262861" y="30788"/>
                  <a:pt x="265563" y="31173"/>
                </a:cubicBezTo>
                <a:cubicBezTo>
                  <a:pt x="270195" y="35407"/>
                  <a:pt x="276371" y="34637"/>
                  <a:pt x="281389" y="35791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14719D-85F2-4B63-A0B4-13DBC540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918" y="2377651"/>
            <a:ext cx="122360" cy="99292"/>
          </a:xfrm>
          <a:custGeom xmlns:a="http://schemas.openxmlformats.org/drawingml/2006/main">
            <a:pathLst>
              <a:path w="122360" h="99292">
                <a:moveTo>
                  <a:pt x="26634" y="96598"/>
                </a:moveTo>
                <a:cubicBezTo>
                  <a:pt x="17756" y="97368"/>
                  <a:pt x="8878" y="98523"/>
                  <a:pt x="0" y="99292"/>
                </a:cubicBezTo>
                <a:cubicBezTo>
                  <a:pt x="386" y="95444"/>
                  <a:pt x="1544" y="92365"/>
                  <a:pt x="3860" y="88901"/>
                </a:cubicBezTo>
                <a:cubicBezTo>
                  <a:pt x="13510" y="72737"/>
                  <a:pt x="33195" y="66580"/>
                  <a:pt x="42459" y="50416"/>
                </a:cubicBezTo>
                <a:cubicBezTo>
                  <a:pt x="49793" y="50416"/>
                  <a:pt x="52881" y="43873"/>
                  <a:pt x="58285" y="40410"/>
                </a:cubicBezTo>
                <a:cubicBezTo>
                  <a:pt x="71023" y="31173"/>
                  <a:pt x="81059" y="18473"/>
                  <a:pt x="96112" y="11546"/>
                </a:cubicBezTo>
                <a:cubicBezTo>
                  <a:pt x="98814" y="11161"/>
                  <a:pt x="103832" y="11930"/>
                  <a:pt x="104218" y="10776"/>
                </a:cubicBezTo>
                <a:cubicBezTo>
                  <a:pt x="105376" y="7697"/>
                  <a:pt x="101902" y="8467"/>
                  <a:pt x="99972" y="7697"/>
                </a:cubicBezTo>
                <a:cubicBezTo>
                  <a:pt x="100358" y="5003"/>
                  <a:pt x="100744" y="2694"/>
                  <a:pt x="101130" y="0"/>
                </a:cubicBezTo>
                <a:cubicBezTo>
                  <a:pt x="107306" y="770"/>
                  <a:pt x="113868" y="1155"/>
                  <a:pt x="120044" y="1924"/>
                </a:cubicBezTo>
                <a:cubicBezTo>
                  <a:pt x="122360" y="7312"/>
                  <a:pt x="110394" y="9621"/>
                  <a:pt x="116956" y="15779"/>
                </a:cubicBezTo>
                <a:cubicBezTo>
                  <a:pt x="111552" y="21937"/>
                  <a:pt x="106148" y="28479"/>
                  <a:pt x="100744" y="34637"/>
                </a:cubicBezTo>
                <a:cubicBezTo>
                  <a:pt x="84146" y="45028"/>
                  <a:pt x="66777" y="53880"/>
                  <a:pt x="58285" y="73122"/>
                </a:cubicBezTo>
                <a:cubicBezTo>
                  <a:pt x="42459" y="74662"/>
                  <a:pt x="28949" y="78125"/>
                  <a:pt x="26634" y="96598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5F1FD2-F097-46A5-B11F-CE2244B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328" y="2358408"/>
            <a:ext cx="128536" cy="92750"/>
          </a:xfrm>
          <a:custGeom xmlns:a="http://schemas.openxmlformats.org/drawingml/2006/main">
            <a:pathLst>
              <a:path w="128536" h="92750">
                <a:moveTo>
                  <a:pt x="37827" y="77356"/>
                </a:moveTo>
                <a:cubicBezTo>
                  <a:pt x="32037" y="80050"/>
                  <a:pt x="25862" y="81974"/>
                  <a:pt x="20844" y="85822"/>
                </a:cubicBezTo>
                <a:cubicBezTo>
                  <a:pt x="15440" y="89671"/>
                  <a:pt x="10808" y="92750"/>
                  <a:pt x="6562" y="85438"/>
                </a:cubicBezTo>
                <a:cubicBezTo>
                  <a:pt x="3088" y="79280"/>
                  <a:pt x="0" y="72352"/>
                  <a:pt x="9264" y="67734"/>
                </a:cubicBezTo>
                <a:cubicBezTo>
                  <a:pt x="16212" y="64271"/>
                  <a:pt x="22774" y="60807"/>
                  <a:pt x="27792" y="54649"/>
                </a:cubicBezTo>
                <a:cubicBezTo>
                  <a:pt x="40529" y="50031"/>
                  <a:pt x="50179" y="40410"/>
                  <a:pt x="60601" y="32713"/>
                </a:cubicBezTo>
                <a:cubicBezTo>
                  <a:pt x="70251" y="25400"/>
                  <a:pt x="84918" y="23476"/>
                  <a:pt x="88006" y="8467"/>
                </a:cubicBezTo>
                <a:cubicBezTo>
                  <a:pt x="97656" y="11161"/>
                  <a:pt x="102288" y="770"/>
                  <a:pt x="110780" y="0"/>
                </a:cubicBezTo>
                <a:cubicBezTo>
                  <a:pt x="116570" y="385"/>
                  <a:pt x="122360" y="770"/>
                  <a:pt x="128150" y="1155"/>
                </a:cubicBezTo>
                <a:cubicBezTo>
                  <a:pt x="128536" y="12315"/>
                  <a:pt x="117342" y="13855"/>
                  <a:pt x="111552" y="19628"/>
                </a:cubicBezTo>
                <a:cubicBezTo>
                  <a:pt x="99200" y="31943"/>
                  <a:pt x="80287" y="36561"/>
                  <a:pt x="72567" y="54264"/>
                </a:cubicBezTo>
                <a:cubicBezTo>
                  <a:pt x="56741" y="55804"/>
                  <a:pt x="47091" y="65810"/>
                  <a:pt x="37827" y="77356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7CF475-49CB-45D3-918F-05EF14DF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25" y="2441921"/>
            <a:ext cx="94182" cy="69659"/>
          </a:xfrm>
          <a:custGeom xmlns:a="http://schemas.openxmlformats.org/drawingml/2006/main">
            <a:pathLst>
              <a:path w="94182" h="69659">
                <a:moveTo>
                  <a:pt x="24318" y="61192"/>
                </a:moveTo>
                <a:cubicBezTo>
                  <a:pt x="16984" y="62731"/>
                  <a:pt x="9264" y="63886"/>
                  <a:pt x="1930" y="69659"/>
                </a:cubicBezTo>
                <a:cubicBezTo>
                  <a:pt x="0" y="41564"/>
                  <a:pt x="22774" y="30788"/>
                  <a:pt x="37055" y="15394"/>
                </a:cubicBezTo>
                <a:cubicBezTo>
                  <a:pt x="41301" y="10776"/>
                  <a:pt x="47863" y="8852"/>
                  <a:pt x="49021" y="1924"/>
                </a:cubicBezTo>
                <a:cubicBezTo>
                  <a:pt x="64461" y="0"/>
                  <a:pt x="79129" y="4618"/>
                  <a:pt x="94182" y="6158"/>
                </a:cubicBezTo>
                <a:cubicBezTo>
                  <a:pt x="94182" y="8467"/>
                  <a:pt x="93796" y="10776"/>
                  <a:pt x="93796" y="13085"/>
                </a:cubicBezTo>
                <a:cubicBezTo>
                  <a:pt x="67549" y="25015"/>
                  <a:pt x="44775" y="41564"/>
                  <a:pt x="24318" y="61192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A9437-0DB1-4F4D-BA39-A68B9C98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9904" y="2381500"/>
            <a:ext cx="120044" cy="91980"/>
          </a:xfrm>
          <a:custGeom xmlns:a="http://schemas.openxmlformats.org/drawingml/2006/main">
            <a:pathLst>
              <a:path w="120044" h="91980">
                <a:moveTo>
                  <a:pt x="46319" y="74277"/>
                </a:moveTo>
                <a:cubicBezTo>
                  <a:pt x="34739" y="90441"/>
                  <a:pt x="15826" y="86977"/>
                  <a:pt x="0" y="91980"/>
                </a:cubicBezTo>
                <a:cubicBezTo>
                  <a:pt x="3088" y="81974"/>
                  <a:pt x="15826" y="80050"/>
                  <a:pt x="18528" y="69659"/>
                </a:cubicBezTo>
                <a:cubicBezTo>
                  <a:pt x="34739" y="59267"/>
                  <a:pt x="52881" y="50416"/>
                  <a:pt x="60987" y="31173"/>
                </a:cubicBezTo>
                <a:cubicBezTo>
                  <a:pt x="74111" y="31173"/>
                  <a:pt x="81059" y="23861"/>
                  <a:pt x="84146" y="11930"/>
                </a:cubicBezTo>
                <a:cubicBezTo>
                  <a:pt x="91866" y="11930"/>
                  <a:pt x="97270" y="8852"/>
                  <a:pt x="99972" y="1539"/>
                </a:cubicBezTo>
                <a:cubicBezTo>
                  <a:pt x="106920" y="0"/>
                  <a:pt x="113482" y="2309"/>
                  <a:pt x="120044" y="3849"/>
                </a:cubicBezTo>
                <a:cubicBezTo>
                  <a:pt x="118500" y="13470"/>
                  <a:pt x="110780" y="18088"/>
                  <a:pt x="104218" y="23476"/>
                </a:cubicBezTo>
                <a:cubicBezTo>
                  <a:pt x="96498" y="30019"/>
                  <a:pt x="85690" y="34637"/>
                  <a:pt x="84532" y="46567"/>
                </a:cubicBezTo>
                <a:cubicBezTo>
                  <a:pt x="81059" y="45798"/>
                  <a:pt x="77971" y="46567"/>
                  <a:pt x="76813" y="50416"/>
                </a:cubicBezTo>
                <a:cubicBezTo>
                  <a:pt x="65233" y="56573"/>
                  <a:pt x="51723" y="60422"/>
                  <a:pt x="46319" y="74277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06FEC7-D2EA-4A62-8019-1A3BE7CA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855" y="2333008"/>
            <a:ext cx="127764" cy="65425"/>
          </a:xfrm>
          <a:custGeom xmlns:a="http://schemas.openxmlformats.org/drawingml/2006/main">
            <a:pathLst>
              <a:path w="127764" h="65425">
                <a:moveTo>
                  <a:pt x="65619" y="13855"/>
                </a:moveTo>
                <a:cubicBezTo>
                  <a:pt x="86462" y="9236"/>
                  <a:pt x="106920" y="4618"/>
                  <a:pt x="127764" y="0"/>
                </a:cubicBezTo>
                <a:cubicBezTo>
                  <a:pt x="125448" y="14624"/>
                  <a:pt x="111552" y="16164"/>
                  <a:pt x="101516" y="21937"/>
                </a:cubicBezTo>
                <a:cubicBezTo>
                  <a:pt x="77971" y="35407"/>
                  <a:pt x="52495" y="45413"/>
                  <a:pt x="31265" y="63116"/>
                </a:cubicBezTo>
                <a:cubicBezTo>
                  <a:pt x="20458" y="65425"/>
                  <a:pt x="10422" y="60807"/>
                  <a:pt x="0" y="60037"/>
                </a:cubicBezTo>
                <a:cubicBezTo>
                  <a:pt x="6176" y="48492"/>
                  <a:pt x="18914" y="46567"/>
                  <a:pt x="28563" y="40410"/>
                </a:cubicBezTo>
                <a:cubicBezTo>
                  <a:pt x="41301" y="31943"/>
                  <a:pt x="59443" y="30788"/>
                  <a:pt x="65619" y="13855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3E13C-F16E-4CA4-B6E7-EEA1F0F8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700" y="2328005"/>
            <a:ext cx="137414" cy="73507"/>
          </a:xfrm>
          <a:custGeom xmlns:a="http://schemas.openxmlformats.org/drawingml/2006/main">
            <a:pathLst>
              <a:path w="137414" h="73507">
                <a:moveTo>
                  <a:pt x="109236" y="4618"/>
                </a:moveTo>
                <a:cubicBezTo>
                  <a:pt x="117728" y="385"/>
                  <a:pt x="126606" y="0"/>
                  <a:pt x="135870" y="0"/>
                </a:cubicBezTo>
                <a:cubicBezTo>
                  <a:pt x="137414" y="8082"/>
                  <a:pt x="131238" y="9621"/>
                  <a:pt x="125834" y="13085"/>
                </a:cubicBezTo>
                <a:cubicBezTo>
                  <a:pt x="109236" y="25400"/>
                  <a:pt x="87620" y="29634"/>
                  <a:pt x="74111" y="46182"/>
                </a:cubicBezTo>
                <a:cubicBezTo>
                  <a:pt x="55197" y="50801"/>
                  <a:pt x="40529" y="63501"/>
                  <a:pt x="23932" y="72352"/>
                </a:cubicBezTo>
                <a:cubicBezTo>
                  <a:pt x="21230" y="72737"/>
                  <a:pt x="18528" y="73122"/>
                  <a:pt x="15826" y="73507"/>
                </a:cubicBezTo>
                <a:cubicBezTo>
                  <a:pt x="13510" y="71198"/>
                  <a:pt x="10808" y="70813"/>
                  <a:pt x="8106" y="72352"/>
                </a:cubicBezTo>
                <a:cubicBezTo>
                  <a:pt x="5404" y="71583"/>
                  <a:pt x="2702" y="70428"/>
                  <a:pt x="0" y="69659"/>
                </a:cubicBezTo>
                <a:cubicBezTo>
                  <a:pt x="25476" y="50416"/>
                  <a:pt x="55197" y="38485"/>
                  <a:pt x="82989" y="22706"/>
                </a:cubicBezTo>
                <a:cubicBezTo>
                  <a:pt x="91480" y="17703"/>
                  <a:pt x="96498" y="13470"/>
                  <a:pt x="89936" y="3849"/>
                </a:cubicBezTo>
                <a:lnTo>
                  <a:pt x="96884" y="3849"/>
                </a:lnTo>
                <a:cubicBezTo>
                  <a:pt x="97656" y="7697"/>
                  <a:pt x="95726" y="13470"/>
                  <a:pt x="102288" y="13470"/>
                </a:cubicBezTo>
                <a:cubicBezTo>
                  <a:pt x="106534" y="13470"/>
                  <a:pt x="108850" y="9236"/>
                  <a:pt x="109236" y="4618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5B85E8-6F15-46BE-A0FC-719CA3AC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662" y="2350711"/>
            <a:ext cx="88778" cy="65040"/>
          </a:xfrm>
          <a:custGeom xmlns:a="http://schemas.openxmlformats.org/drawingml/2006/main">
            <a:pathLst>
              <a:path w="88778" h="65040">
                <a:moveTo>
                  <a:pt x="14668" y="60807"/>
                </a:moveTo>
                <a:cubicBezTo>
                  <a:pt x="10036" y="60807"/>
                  <a:pt x="3860" y="65040"/>
                  <a:pt x="1158" y="59267"/>
                </a:cubicBezTo>
                <a:cubicBezTo>
                  <a:pt x="0" y="56573"/>
                  <a:pt x="3088" y="50801"/>
                  <a:pt x="5404" y="47337"/>
                </a:cubicBezTo>
                <a:cubicBezTo>
                  <a:pt x="19300" y="27709"/>
                  <a:pt x="39757" y="15394"/>
                  <a:pt x="57899" y="770"/>
                </a:cubicBezTo>
                <a:cubicBezTo>
                  <a:pt x="68321" y="0"/>
                  <a:pt x="78743" y="2309"/>
                  <a:pt x="88778" y="4618"/>
                </a:cubicBezTo>
                <a:cubicBezTo>
                  <a:pt x="86076" y="8467"/>
                  <a:pt x="83375" y="11930"/>
                  <a:pt x="81059" y="15779"/>
                </a:cubicBezTo>
                <a:cubicBezTo>
                  <a:pt x="56355" y="27325"/>
                  <a:pt x="34739" y="43488"/>
                  <a:pt x="14668" y="60807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BA656-3C64-4A0E-ABEA-82B7687D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031" y="2387657"/>
            <a:ext cx="96884" cy="71583"/>
          </a:xfrm>
          <a:custGeom xmlns:a="http://schemas.openxmlformats.org/drawingml/2006/main">
            <a:pathLst>
              <a:path w="96884" h="71583">
                <a:moveTo>
                  <a:pt x="69865" y="28864"/>
                </a:moveTo>
                <a:cubicBezTo>
                  <a:pt x="67549" y="30403"/>
                  <a:pt x="64847" y="32328"/>
                  <a:pt x="62531" y="33867"/>
                </a:cubicBezTo>
                <a:cubicBezTo>
                  <a:pt x="60987" y="34637"/>
                  <a:pt x="59829" y="35791"/>
                  <a:pt x="58285" y="36561"/>
                </a:cubicBezTo>
                <a:cubicBezTo>
                  <a:pt x="45933" y="46952"/>
                  <a:pt x="37055" y="61192"/>
                  <a:pt x="19686" y="65040"/>
                </a:cubicBezTo>
                <a:cubicBezTo>
                  <a:pt x="13124" y="66580"/>
                  <a:pt x="7334" y="71583"/>
                  <a:pt x="0" y="67349"/>
                </a:cubicBezTo>
                <a:cubicBezTo>
                  <a:pt x="1930" y="55804"/>
                  <a:pt x="20844" y="58498"/>
                  <a:pt x="19300" y="44258"/>
                </a:cubicBezTo>
                <a:cubicBezTo>
                  <a:pt x="22774" y="45028"/>
                  <a:pt x="25476" y="43873"/>
                  <a:pt x="27020" y="40410"/>
                </a:cubicBezTo>
                <a:cubicBezTo>
                  <a:pt x="34353" y="40410"/>
                  <a:pt x="37441" y="34252"/>
                  <a:pt x="42845" y="30403"/>
                </a:cubicBezTo>
                <a:cubicBezTo>
                  <a:pt x="56355" y="20782"/>
                  <a:pt x="66777" y="7312"/>
                  <a:pt x="81831" y="0"/>
                </a:cubicBezTo>
                <a:cubicBezTo>
                  <a:pt x="86848" y="770"/>
                  <a:pt x="91866" y="1155"/>
                  <a:pt x="96884" y="1924"/>
                </a:cubicBezTo>
                <a:cubicBezTo>
                  <a:pt x="90322" y="13470"/>
                  <a:pt x="75269" y="16549"/>
                  <a:pt x="69865" y="28864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3A3AB-069B-4B61-B572-BE240F61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64" y="2424603"/>
            <a:ext cx="9264" cy="188193"/>
          </a:xfrm>
          <a:custGeom xmlns:a="http://schemas.openxmlformats.org/drawingml/2006/main">
            <a:pathLst>
              <a:path w="9264" h="188193">
                <a:moveTo>
                  <a:pt x="8492" y="1155"/>
                </a:moveTo>
                <a:cubicBezTo>
                  <a:pt x="8106" y="56573"/>
                  <a:pt x="7720" y="112377"/>
                  <a:pt x="7334" y="167796"/>
                </a:cubicBezTo>
                <a:cubicBezTo>
                  <a:pt x="7334" y="174724"/>
                  <a:pt x="9264" y="182036"/>
                  <a:pt x="4632" y="188193"/>
                </a:cubicBezTo>
                <a:lnTo>
                  <a:pt x="0" y="188193"/>
                </a:lnTo>
                <a:lnTo>
                  <a:pt x="0" y="0"/>
                </a:lnTo>
                <a:cubicBezTo>
                  <a:pt x="3088" y="385"/>
                  <a:pt x="5790" y="770"/>
                  <a:pt x="8492" y="115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137B8-5A89-47BD-8EC1-C596F324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244" y="2412288"/>
            <a:ext cx="26634" cy="228218"/>
          </a:xfrm>
          <a:custGeom xmlns:a="http://schemas.openxmlformats.org/drawingml/2006/main">
            <a:pathLst>
              <a:path w="26634" h="228218">
                <a:moveTo>
                  <a:pt x="14282" y="228218"/>
                </a:moveTo>
                <a:cubicBezTo>
                  <a:pt x="12352" y="225524"/>
                  <a:pt x="10422" y="223215"/>
                  <a:pt x="8492" y="220521"/>
                </a:cubicBezTo>
                <a:cubicBezTo>
                  <a:pt x="0" y="206666"/>
                  <a:pt x="11194" y="193966"/>
                  <a:pt x="10808" y="180112"/>
                </a:cubicBezTo>
                <a:cubicBezTo>
                  <a:pt x="9650" y="120459"/>
                  <a:pt x="10422" y="60807"/>
                  <a:pt x="10422" y="1155"/>
                </a:cubicBezTo>
                <a:cubicBezTo>
                  <a:pt x="11580" y="770"/>
                  <a:pt x="12738" y="385"/>
                  <a:pt x="13896" y="0"/>
                </a:cubicBezTo>
                <a:lnTo>
                  <a:pt x="17756" y="0"/>
                </a:lnTo>
                <a:lnTo>
                  <a:pt x="17370" y="1539"/>
                </a:lnTo>
                <a:cubicBezTo>
                  <a:pt x="13124" y="6158"/>
                  <a:pt x="13896" y="12315"/>
                  <a:pt x="13896" y="18088"/>
                </a:cubicBezTo>
                <a:cubicBezTo>
                  <a:pt x="13896" y="69659"/>
                  <a:pt x="15054" y="121614"/>
                  <a:pt x="13510" y="173184"/>
                </a:cubicBezTo>
                <a:cubicBezTo>
                  <a:pt x="13124" y="190118"/>
                  <a:pt x="26634" y="205127"/>
                  <a:pt x="18914" y="222445"/>
                </a:cubicBezTo>
                <a:cubicBezTo>
                  <a:pt x="17370" y="224370"/>
                  <a:pt x="15826" y="226294"/>
                  <a:pt x="14282" y="228218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E2F6C-0383-42CE-9CD6-487E408B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518" y="2353790"/>
            <a:ext cx="92638" cy="36561"/>
          </a:xfrm>
          <a:custGeom xmlns:a="http://schemas.openxmlformats.org/drawingml/2006/main">
            <a:pathLst>
              <a:path w="92638" h="36561">
                <a:moveTo>
                  <a:pt x="0" y="31943"/>
                </a:moveTo>
                <a:cubicBezTo>
                  <a:pt x="26248" y="14624"/>
                  <a:pt x="57127" y="8852"/>
                  <a:pt x="86462" y="0"/>
                </a:cubicBezTo>
                <a:cubicBezTo>
                  <a:pt x="92638" y="9236"/>
                  <a:pt x="82603" y="8467"/>
                  <a:pt x="79129" y="10776"/>
                </a:cubicBezTo>
                <a:cubicBezTo>
                  <a:pt x="64847" y="19628"/>
                  <a:pt x="47863" y="23476"/>
                  <a:pt x="35511" y="35407"/>
                </a:cubicBezTo>
                <a:cubicBezTo>
                  <a:pt x="23546" y="36561"/>
                  <a:pt x="11580" y="35407"/>
                  <a:pt x="0" y="31943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86BBE5-CCD5-42BB-8019-C73C12CA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818" y="2433840"/>
            <a:ext cx="48635" cy="50801"/>
          </a:xfrm>
          <a:custGeom xmlns:a="http://schemas.openxmlformats.org/drawingml/2006/main">
            <a:pathLst>
              <a:path w="48635" h="50801">
                <a:moveTo>
                  <a:pt x="4632" y="50801"/>
                </a:moveTo>
                <a:cubicBezTo>
                  <a:pt x="5404" y="33867"/>
                  <a:pt x="0" y="16549"/>
                  <a:pt x="8106" y="385"/>
                </a:cubicBezTo>
                <a:cubicBezTo>
                  <a:pt x="21616" y="3849"/>
                  <a:pt x="36669" y="0"/>
                  <a:pt x="48635" y="9621"/>
                </a:cubicBezTo>
                <a:cubicBezTo>
                  <a:pt x="29335" y="18088"/>
                  <a:pt x="18914" y="36176"/>
                  <a:pt x="4632" y="50801"/>
                </a:cubicBezTo>
              </a:path>
            </a:pathLst>
          </a:custGeom>
          <a:solidFill xmlns:a="http://schemas.openxmlformats.org/drawingml/2006/main">
            <a:srgbClr val="F7C8C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660C34-BBFD-495B-8306-AB859E26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933" y="2336857"/>
            <a:ext cx="116570" cy="71968"/>
          </a:xfrm>
          <a:custGeom xmlns:a="http://schemas.openxmlformats.org/drawingml/2006/main">
            <a:pathLst>
              <a:path w="116570" h="71968">
                <a:moveTo>
                  <a:pt x="0" y="69659"/>
                </a:moveTo>
                <a:cubicBezTo>
                  <a:pt x="33581" y="43873"/>
                  <a:pt x="73339" y="27709"/>
                  <a:pt x="106920" y="2694"/>
                </a:cubicBezTo>
                <a:cubicBezTo>
                  <a:pt x="110394" y="0"/>
                  <a:pt x="113096" y="770"/>
                  <a:pt x="114640" y="4618"/>
                </a:cubicBezTo>
                <a:cubicBezTo>
                  <a:pt x="116570" y="10006"/>
                  <a:pt x="111552" y="10776"/>
                  <a:pt x="108464" y="12700"/>
                </a:cubicBezTo>
                <a:cubicBezTo>
                  <a:pt x="84532" y="26555"/>
                  <a:pt x="60601" y="40025"/>
                  <a:pt x="37055" y="54264"/>
                </a:cubicBezTo>
                <a:cubicBezTo>
                  <a:pt x="28949" y="58883"/>
                  <a:pt x="18914" y="61961"/>
                  <a:pt x="15440" y="71968"/>
                </a:cubicBezTo>
                <a:cubicBezTo>
                  <a:pt x="10422" y="70813"/>
                  <a:pt x="5404" y="70428"/>
                  <a:pt x="0" y="69659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4053B-3794-480F-A45C-F54BFCB8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121" y="2332239"/>
            <a:ext cx="108078" cy="66195"/>
          </a:xfrm>
          <a:custGeom xmlns:a="http://schemas.openxmlformats.org/drawingml/2006/main">
            <a:pathLst>
              <a:path w="108078" h="66195">
                <a:moveTo>
                  <a:pt x="101130" y="0"/>
                </a:moveTo>
                <a:cubicBezTo>
                  <a:pt x="108078" y="9621"/>
                  <a:pt x="103060" y="13855"/>
                  <a:pt x="94182" y="18858"/>
                </a:cubicBezTo>
                <a:cubicBezTo>
                  <a:pt x="66391" y="34637"/>
                  <a:pt x="36669" y="46567"/>
                  <a:pt x="11194" y="65810"/>
                </a:cubicBezTo>
                <a:cubicBezTo>
                  <a:pt x="8878" y="65810"/>
                  <a:pt x="6176" y="66195"/>
                  <a:pt x="3860" y="66195"/>
                </a:cubicBezTo>
                <a:cubicBezTo>
                  <a:pt x="2702" y="65425"/>
                  <a:pt x="1544" y="65040"/>
                  <a:pt x="386" y="65810"/>
                </a:cubicBezTo>
                <a:cubicBezTo>
                  <a:pt x="0" y="65040"/>
                  <a:pt x="0" y="64271"/>
                  <a:pt x="0" y="63501"/>
                </a:cubicBezTo>
                <a:cubicBezTo>
                  <a:pt x="21230" y="46182"/>
                  <a:pt x="46705" y="36176"/>
                  <a:pt x="70251" y="22322"/>
                </a:cubicBezTo>
                <a:cubicBezTo>
                  <a:pt x="79901" y="16549"/>
                  <a:pt x="94182" y="15009"/>
                  <a:pt x="96498" y="385"/>
                </a:cubicBezTo>
                <a:cubicBezTo>
                  <a:pt x="98042" y="385"/>
                  <a:pt x="99586" y="0"/>
                  <a:pt x="10113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24299-98F9-4A63-8E07-B00DAF4E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2029" y="2346862"/>
            <a:ext cx="81445" cy="46952"/>
          </a:xfrm>
          <a:custGeom xmlns:a="http://schemas.openxmlformats.org/drawingml/2006/main">
            <a:pathLst>
              <a:path w="81445" h="46952">
                <a:moveTo>
                  <a:pt x="0" y="42334"/>
                </a:moveTo>
                <a:cubicBezTo>
                  <a:pt x="12352" y="30019"/>
                  <a:pt x="29721" y="26555"/>
                  <a:pt x="43617" y="17703"/>
                </a:cubicBezTo>
                <a:cubicBezTo>
                  <a:pt x="47091" y="15394"/>
                  <a:pt x="57127" y="16164"/>
                  <a:pt x="50951" y="6927"/>
                </a:cubicBezTo>
                <a:cubicBezTo>
                  <a:pt x="60601" y="1924"/>
                  <a:pt x="70637" y="0"/>
                  <a:pt x="81445" y="0"/>
                </a:cubicBezTo>
                <a:cubicBezTo>
                  <a:pt x="75269" y="16934"/>
                  <a:pt x="57127" y="18088"/>
                  <a:pt x="44389" y="26555"/>
                </a:cubicBezTo>
                <a:cubicBezTo>
                  <a:pt x="34739" y="32713"/>
                  <a:pt x="22002" y="35022"/>
                  <a:pt x="15826" y="46182"/>
                </a:cubicBezTo>
                <a:cubicBezTo>
                  <a:pt x="10036" y="46952"/>
                  <a:pt x="5018" y="45028"/>
                  <a:pt x="0" y="42334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57FF3-07E3-4088-8D8E-4E08317D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510" y="2389197"/>
            <a:ext cx="57899" cy="42719"/>
          </a:xfrm>
          <a:custGeom xmlns:a="http://schemas.openxmlformats.org/drawingml/2006/main">
            <a:pathLst>
              <a:path w="57899" h="42719">
                <a:moveTo>
                  <a:pt x="57899" y="4618"/>
                </a:moveTo>
                <a:cubicBezTo>
                  <a:pt x="44775" y="19628"/>
                  <a:pt x="26248" y="26555"/>
                  <a:pt x="10036" y="36946"/>
                </a:cubicBezTo>
                <a:cubicBezTo>
                  <a:pt x="1158" y="42719"/>
                  <a:pt x="0" y="34637"/>
                  <a:pt x="386" y="27709"/>
                </a:cubicBezTo>
                <a:lnTo>
                  <a:pt x="0" y="27709"/>
                </a:lnTo>
                <a:cubicBezTo>
                  <a:pt x="16212" y="25400"/>
                  <a:pt x="27406" y="15779"/>
                  <a:pt x="35511" y="1924"/>
                </a:cubicBezTo>
                <a:cubicBezTo>
                  <a:pt x="43231" y="0"/>
                  <a:pt x="50565" y="3079"/>
                  <a:pt x="57899" y="4618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38C3D-810C-48B3-B6CA-8328EBD6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895" y="2359563"/>
            <a:ext cx="69865" cy="53110"/>
          </a:xfrm>
          <a:custGeom xmlns:a="http://schemas.openxmlformats.org/drawingml/2006/main">
            <a:pathLst>
              <a:path w="69865" h="53110">
                <a:moveTo>
                  <a:pt x="0" y="53110"/>
                </a:moveTo>
                <a:cubicBezTo>
                  <a:pt x="7720" y="35407"/>
                  <a:pt x="26634" y="30788"/>
                  <a:pt x="38985" y="18473"/>
                </a:cubicBezTo>
                <a:cubicBezTo>
                  <a:pt x="44775" y="12700"/>
                  <a:pt x="55583" y="11161"/>
                  <a:pt x="55583" y="0"/>
                </a:cubicBezTo>
                <a:cubicBezTo>
                  <a:pt x="60215" y="770"/>
                  <a:pt x="65233" y="1539"/>
                  <a:pt x="69865" y="1924"/>
                </a:cubicBezTo>
                <a:cubicBezTo>
                  <a:pt x="49407" y="22706"/>
                  <a:pt x="26248" y="40025"/>
                  <a:pt x="0" y="5311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20739-ECD3-4394-9283-9FB06998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606" y="2374187"/>
            <a:ext cx="58671" cy="54264"/>
          </a:xfrm>
          <a:custGeom xmlns:a="http://schemas.openxmlformats.org/drawingml/2006/main">
            <a:pathLst>
              <a:path w="58671" h="54264">
                <a:moveTo>
                  <a:pt x="58671" y="3849"/>
                </a:moveTo>
                <a:cubicBezTo>
                  <a:pt x="58285" y="6543"/>
                  <a:pt x="57899" y="8852"/>
                  <a:pt x="57513" y="11546"/>
                </a:cubicBezTo>
                <a:cubicBezTo>
                  <a:pt x="56355" y="12700"/>
                  <a:pt x="54811" y="13855"/>
                  <a:pt x="53653" y="15394"/>
                </a:cubicBezTo>
                <a:cubicBezTo>
                  <a:pt x="38985" y="22322"/>
                  <a:pt x="28949" y="35022"/>
                  <a:pt x="15826" y="44258"/>
                </a:cubicBezTo>
                <a:cubicBezTo>
                  <a:pt x="10808" y="47722"/>
                  <a:pt x="7720" y="54264"/>
                  <a:pt x="0" y="54264"/>
                </a:cubicBezTo>
                <a:cubicBezTo>
                  <a:pt x="6948" y="33097"/>
                  <a:pt x="28177" y="26170"/>
                  <a:pt x="42459" y="12315"/>
                </a:cubicBezTo>
                <a:cubicBezTo>
                  <a:pt x="47091" y="7697"/>
                  <a:pt x="49407" y="5388"/>
                  <a:pt x="43617" y="1155"/>
                </a:cubicBezTo>
                <a:cubicBezTo>
                  <a:pt x="49407" y="385"/>
                  <a:pt x="54425" y="0"/>
                  <a:pt x="58671" y="3849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3B8EF-B6C4-4453-9659-D52FB306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460" y="2213319"/>
            <a:ext cx="9264" cy="130850"/>
          </a:xfrm>
          <a:custGeom xmlns:a="http://schemas.openxmlformats.org/drawingml/2006/main">
            <a:pathLst>
              <a:path w="9264" h="130850">
                <a:moveTo>
                  <a:pt x="9264" y="0"/>
                </a:moveTo>
                <a:cubicBezTo>
                  <a:pt x="8878" y="43488"/>
                  <a:pt x="8492" y="87362"/>
                  <a:pt x="8106" y="130850"/>
                </a:cubicBezTo>
                <a:cubicBezTo>
                  <a:pt x="6562" y="130850"/>
                  <a:pt x="5018" y="130850"/>
                  <a:pt x="3860" y="130465"/>
                </a:cubicBezTo>
                <a:cubicBezTo>
                  <a:pt x="3860" y="92365"/>
                  <a:pt x="3860" y="54264"/>
                  <a:pt x="4246" y="16164"/>
                </a:cubicBezTo>
                <a:cubicBezTo>
                  <a:pt x="3860" y="10776"/>
                  <a:pt x="0" y="3079"/>
                  <a:pt x="9264" y="0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D6F63-1988-4017-A35D-6D436D6C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246" y="2374572"/>
            <a:ext cx="50179" cy="34252"/>
          </a:xfrm>
          <a:custGeom xmlns:a="http://schemas.openxmlformats.org/drawingml/2006/main">
            <a:pathLst>
              <a:path w="50179" h="34252">
                <a:moveTo>
                  <a:pt x="0" y="26170"/>
                </a:moveTo>
                <a:cubicBezTo>
                  <a:pt x="16598" y="17318"/>
                  <a:pt x="31265" y="4233"/>
                  <a:pt x="50179" y="0"/>
                </a:cubicBezTo>
                <a:cubicBezTo>
                  <a:pt x="46705" y="16934"/>
                  <a:pt x="27406" y="13855"/>
                  <a:pt x="18914" y="25015"/>
                </a:cubicBezTo>
                <a:cubicBezTo>
                  <a:pt x="20844" y="30403"/>
                  <a:pt x="30879" y="25015"/>
                  <a:pt x="30493" y="33097"/>
                </a:cubicBezTo>
                <a:lnTo>
                  <a:pt x="13124" y="34252"/>
                </a:lnTo>
                <a:cubicBezTo>
                  <a:pt x="10808" y="30788"/>
                  <a:pt x="9264" y="26940"/>
                  <a:pt x="4246" y="29249"/>
                </a:cubicBezTo>
                <a:cubicBezTo>
                  <a:pt x="2702" y="27709"/>
                  <a:pt x="1544" y="26940"/>
                  <a:pt x="0" y="2617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42F2F9-FB65-4BD9-B05B-40353F8A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050" y="2385348"/>
            <a:ext cx="54811" cy="42719"/>
          </a:xfrm>
          <a:custGeom xmlns:a="http://schemas.openxmlformats.org/drawingml/2006/main">
            <a:pathLst>
              <a:path w="54811" h="42719">
                <a:moveTo>
                  <a:pt x="54811" y="2309"/>
                </a:moveTo>
                <a:cubicBezTo>
                  <a:pt x="39757" y="9621"/>
                  <a:pt x="29335" y="23091"/>
                  <a:pt x="15826" y="32713"/>
                </a:cubicBezTo>
                <a:cubicBezTo>
                  <a:pt x="10808" y="36176"/>
                  <a:pt x="7720" y="42719"/>
                  <a:pt x="0" y="42719"/>
                </a:cubicBezTo>
                <a:cubicBezTo>
                  <a:pt x="1158" y="30403"/>
                  <a:pt x="11966" y="26170"/>
                  <a:pt x="19686" y="19628"/>
                </a:cubicBezTo>
                <a:cubicBezTo>
                  <a:pt x="26248" y="14240"/>
                  <a:pt x="33967" y="9621"/>
                  <a:pt x="35511" y="0"/>
                </a:cubicBezTo>
                <a:cubicBezTo>
                  <a:pt x="42073" y="770"/>
                  <a:pt x="48249" y="1539"/>
                  <a:pt x="54811" y="2309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ADF86-3A8C-4CB2-8635-65E83219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6510" y="2389966"/>
            <a:ext cx="35511" cy="26940"/>
          </a:xfrm>
          <a:custGeom xmlns:a="http://schemas.openxmlformats.org/drawingml/2006/main">
            <a:pathLst>
              <a:path w="35511" h="26940">
                <a:moveTo>
                  <a:pt x="35511" y="1155"/>
                </a:moveTo>
                <a:cubicBezTo>
                  <a:pt x="27406" y="15009"/>
                  <a:pt x="16212" y="24246"/>
                  <a:pt x="0" y="26940"/>
                </a:cubicBezTo>
                <a:cubicBezTo>
                  <a:pt x="5790" y="14624"/>
                  <a:pt x="20844" y="11546"/>
                  <a:pt x="27406" y="0"/>
                </a:cubicBezTo>
                <a:cubicBezTo>
                  <a:pt x="30107" y="0"/>
                  <a:pt x="32809" y="770"/>
                  <a:pt x="35511" y="115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CB719-EBBF-4F27-A273-31C2DE4B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4114" y="2369954"/>
            <a:ext cx="28563" cy="23476"/>
          </a:xfrm>
          <a:custGeom xmlns:a="http://schemas.openxmlformats.org/drawingml/2006/main">
            <a:pathLst>
              <a:path w="28563" h="23476">
                <a:moveTo>
                  <a:pt x="1158" y="23476"/>
                </a:moveTo>
                <a:cubicBezTo>
                  <a:pt x="0" y="11546"/>
                  <a:pt x="15440" y="10776"/>
                  <a:pt x="17370" y="770"/>
                </a:cubicBezTo>
                <a:cubicBezTo>
                  <a:pt x="21230" y="0"/>
                  <a:pt x="25090" y="0"/>
                  <a:pt x="28563" y="2694"/>
                </a:cubicBezTo>
                <a:cubicBezTo>
                  <a:pt x="22774" y="13855"/>
                  <a:pt x="12738" y="20012"/>
                  <a:pt x="1158" y="2347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806754-E65B-4765-8993-B98E184D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427" y="2366105"/>
            <a:ext cx="27792" cy="23476"/>
          </a:xfrm>
          <a:custGeom xmlns:a="http://schemas.openxmlformats.org/drawingml/2006/main">
            <a:pathLst>
              <a:path w="27792" h="23476">
                <a:moveTo>
                  <a:pt x="386" y="23476"/>
                </a:moveTo>
                <a:cubicBezTo>
                  <a:pt x="0" y="9621"/>
                  <a:pt x="15826" y="10006"/>
                  <a:pt x="20458" y="0"/>
                </a:cubicBezTo>
                <a:cubicBezTo>
                  <a:pt x="22774" y="385"/>
                  <a:pt x="25476" y="770"/>
                  <a:pt x="27792" y="1155"/>
                </a:cubicBezTo>
                <a:cubicBezTo>
                  <a:pt x="22388" y="13085"/>
                  <a:pt x="11966" y="19243"/>
                  <a:pt x="386" y="2347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917DE-4813-49FD-8860-621E1045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0541" y="2378421"/>
            <a:ext cx="21230" cy="15394"/>
          </a:xfrm>
          <a:custGeom xmlns:a="http://schemas.openxmlformats.org/drawingml/2006/main">
            <a:pathLst>
              <a:path w="21230" h="15394">
                <a:moveTo>
                  <a:pt x="6562" y="15394"/>
                </a:moveTo>
                <a:cubicBezTo>
                  <a:pt x="0" y="9236"/>
                  <a:pt x="11966" y="6927"/>
                  <a:pt x="9650" y="1539"/>
                </a:cubicBezTo>
                <a:cubicBezTo>
                  <a:pt x="13896" y="770"/>
                  <a:pt x="17756" y="0"/>
                  <a:pt x="21230" y="3849"/>
                </a:cubicBezTo>
                <a:cubicBezTo>
                  <a:pt x="18914" y="7697"/>
                  <a:pt x="13124" y="9236"/>
                  <a:pt x="13510" y="15394"/>
                </a:cubicBezTo>
                <a:cubicBezTo>
                  <a:pt x="11194" y="15009"/>
                  <a:pt x="8878" y="15394"/>
                  <a:pt x="6562" y="15394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70D6EF-1545-47EC-8CDE-47FDD6D2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334" y="2352635"/>
            <a:ext cx="22388" cy="16549"/>
          </a:xfrm>
          <a:custGeom xmlns:a="http://schemas.openxmlformats.org/drawingml/2006/main">
            <a:pathLst>
              <a:path w="22388" h="16549">
                <a:moveTo>
                  <a:pt x="0" y="13855"/>
                </a:moveTo>
                <a:cubicBezTo>
                  <a:pt x="2702" y="10006"/>
                  <a:pt x="5404" y="6543"/>
                  <a:pt x="7720" y="2694"/>
                </a:cubicBezTo>
                <a:cubicBezTo>
                  <a:pt x="12738" y="3079"/>
                  <a:pt x="18528" y="0"/>
                  <a:pt x="22388" y="5388"/>
                </a:cubicBezTo>
                <a:cubicBezTo>
                  <a:pt x="14668" y="6158"/>
                  <a:pt x="9650" y="16549"/>
                  <a:pt x="0" y="1385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40E4C7-6E05-464D-BFA0-F79B8A9D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3665" y="2381884"/>
            <a:ext cx="16212" cy="11546"/>
          </a:xfrm>
          <a:custGeom xmlns:a="http://schemas.openxmlformats.org/drawingml/2006/main">
            <a:pathLst>
              <a:path w="16212" h="11546">
                <a:moveTo>
                  <a:pt x="386" y="11546"/>
                </a:moveTo>
                <a:cubicBezTo>
                  <a:pt x="0" y="5773"/>
                  <a:pt x="5790" y="4233"/>
                  <a:pt x="8106" y="0"/>
                </a:cubicBezTo>
                <a:cubicBezTo>
                  <a:pt x="10808" y="385"/>
                  <a:pt x="13510" y="770"/>
                  <a:pt x="16212" y="770"/>
                </a:cubicBezTo>
                <a:cubicBezTo>
                  <a:pt x="13510" y="8852"/>
                  <a:pt x="8106" y="11546"/>
                  <a:pt x="386" y="1154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FACAD-5CDE-457C-9966-B572415B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421" y="2446925"/>
            <a:ext cx="11966" cy="8852"/>
          </a:xfrm>
          <a:custGeom xmlns:a="http://schemas.openxmlformats.org/drawingml/2006/main">
            <a:pathLst>
              <a:path w="11966" h="8852">
                <a:moveTo>
                  <a:pt x="0" y="8082"/>
                </a:moveTo>
                <a:cubicBezTo>
                  <a:pt x="0" y="5773"/>
                  <a:pt x="386" y="3464"/>
                  <a:pt x="386" y="1155"/>
                </a:cubicBezTo>
                <a:cubicBezTo>
                  <a:pt x="1544" y="770"/>
                  <a:pt x="2702" y="385"/>
                  <a:pt x="3860" y="0"/>
                </a:cubicBezTo>
                <a:cubicBezTo>
                  <a:pt x="6562" y="770"/>
                  <a:pt x="9264" y="1539"/>
                  <a:pt x="11966" y="1924"/>
                </a:cubicBezTo>
                <a:cubicBezTo>
                  <a:pt x="10036" y="8082"/>
                  <a:pt x="5404" y="8852"/>
                  <a:pt x="0" y="8082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22F05-4AF8-432B-8101-ABDF2EA0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06" y="2399203"/>
            <a:ext cx="7720" cy="6927"/>
          </a:xfrm>
          <a:custGeom xmlns:a="http://schemas.openxmlformats.org/drawingml/2006/main">
            <a:pathLst>
              <a:path w="7720" h="6927">
                <a:moveTo>
                  <a:pt x="0" y="1539"/>
                </a:moveTo>
                <a:cubicBezTo>
                  <a:pt x="2702" y="0"/>
                  <a:pt x="5404" y="385"/>
                  <a:pt x="7720" y="2694"/>
                </a:cubicBezTo>
                <a:cubicBezTo>
                  <a:pt x="4246" y="6927"/>
                  <a:pt x="1930" y="5773"/>
                  <a:pt x="0" y="1539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FD2F3-FE8A-4C8C-A591-D796D89B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105" y="2400742"/>
            <a:ext cx="8878" cy="8467"/>
          </a:xfrm>
          <a:custGeom xmlns:a="http://schemas.openxmlformats.org/drawingml/2006/main">
            <a:pathLst>
              <a:path w="8878" h="8467">
                <a:moveTo>
                  <a:pt x="0" y="2309"/>
                </a:moveTo>
                <a:cubicBezTo>
                  <a:pt x="5404" y="0"/>
                  <a:pt x="6948" y="4233"/>
                  <a:pt x="8878" y="7312"/>
                </a:cubicBezTo>
                <a:cubicBezTo>
                  <a:pt x="4632" y="8467"/>
                  <a:pt x="1158" y="7312"/>
                  <a:pt x="0" y="2309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A360E-1384-4A3D-B17A-A6563621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8711" y="2367260"/>
            <a:ext cx="3088" cy="1924"/>
          </a:xfrm>
          <a:custGeom xmlns:a="http://schemas.openxmlformats.org/drawingml/2006/main">
            <a:pathLst>
              <a:path w="3088" h="1924">
                <a:moveTo>
                  <a:pt x="3088" y="1155"/>
                </a:moveTo>
                <a:lnTo>
                  <a:pt x="1544" y="1924"/>
                </a:lnTo>
                <a:lnTo>
                  <a:pt x="0" y="770"/>
                </a:lnTo>
                <a:cubicBezTo>
                  <a:pt x="1544" y="0"/>
                  <a:pt x="2316" y="0"/>
                  <a:pt x="3088" y="115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EF972-93AB-457D-97B8-ECA25E84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8491" y="2414597"/>
            <a:ext cx="1544" cy="1155"/>
          </a:xfrm>
          <a:custGeom xmlns:a="http://schemas.openxmlformats.org/drawingml/2006/main">
            <a:pathLst>
              <a:path w="1544" h="1155">
                <a:moveTo>
                  <a:pt x="1544" y="770"/>
                </a:moveTo>
                <a:lnTo>
                  <a:pt x="772" y="1155"/>
                </a:lnTo>
                <a:lnTo>
                  <a:pt x="0" y="385"/>
                </a:lnTo>
                <a:lnTo>
                  <a:pt x="1158" y="0"/>
                </a:lnTo>
                <a:lnTo>
                  <a:pt x="1544" y="770"/>
                </a:lnTo>
                <a:close/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C2124E-79E5-4FD8-AB2E-39E9B81B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6526" y="2410363"/>
            <a:ext cx="3860" cy="2309"/>
          </a:xfrm>
          <a:custGeom xmlns:a="http://schemas.openxmlformats.org/drawingml/2006/main">
            <a:pathLst>
              <a:path w="3860" h="2309">
                <a:moveTo>
                  <a:pt x="3860" y="2309"/>
                </a:moveTo>
                <a:lnTo>
                  <a:pt x="0" y="2309"/>
                </a:lnTo>
                <a:cubicBezTo>
                  <a:pt x="1158" y="385"/>
                  <a:pt x="2316" y="0"/>
                  <a:pt x="3860" y="2309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E6362-272F-4A7E-AFAC-65613CA4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735" y="2409209"/>
            <a:ext cx="3860" cy="770"/>
          </a:xfrm>
          <a:custGeom xmlns:a="http://schemas.openxmlformats.org/drawingml/2006/main">
            <a:pathLst>
              <a:path w="3860" h="770">
                <a:moveTo>
                  <a:pt x="3860" y="770"/>
                </a:moveTo>
                <a:cubicBezTo>
                  <a:pt x="2702" y="385"/>
                  <a:pt x="1158" y="385"/>
                  <a:pt x="0" y="0"/>
                </a:cubicBezTo>
                <a:cubicBezTo>
                  <a:pt x="1158" y="385"/>
                  <a:pt x="2702" y="385"/>
                  <a:pt x="3860" y="77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33D0B2-5FA0-4C3A-A5D5-BE9D38AA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645" y="2406130"/>
            <a:ext cx="6176" cy="2694"/>
          </a:xfrm>
          <a:custGeom xmlns:a="http://schemas.openxmlformats.org/drawingml/2006/main">
            <a:pathLst>
              <a:path w="6176" h="2694">
                <a:moveTo>
                  <a:pt x="6176" y="1539"/>
                </a:moveTo>
                <a:cubicBezTo>
                  <a:pt x="4632" y="1924"/>
                  <a:pt x="3088" y="2309"/>
                  <a:pt x="1544" y="2694"/>
                </a:cubicBezTo>
                <a:cubicBezTo>
                  <a:pt x="772" y="1924"/>
                  <a:pt x="0" y="1155"/>
                  <a:pt x="0" y="0"/>
                </a:cubicBezTo>
                <a:cubicBezTo>
                  <a:pt x="2316" y="385"/>
                  <a:pt x="4246" y="1155"/>
                  <a:pt x="6176" y="1539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3DC71-7226-4EE7-873F-C3B91FCB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506" y="2397279"/>
            <a:ext cx="3474" cy="2694"/>
          </a:xfrm>
          <a:custGeom xmlns:a="http://schemas.openxmlformats.org/drawingml/2006/main">
            <a:pathLst>
              <a:path w="3474" h="2694">
                <a:moveTo>
                  <a:pt x="0" y="770"/>
                </a:moveTo>
                <a:cubicBezTo>
                  <a:pt x="1158" y="0"/>
                  <a:pt x="2316" y="0"/>
                  <a:pt x="3474" y="1155"/>
                </a:cubicBezTo>
                <a:cubicBezTo>
                  <a:pt x="2316" y="2694"/>
                  <a:pt x="1158" y="2309"/>
                  <a:pt x="0" y="77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F56EF6-1721-4343-AE9E-C04DBC32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935" y="2428067"/>
            <a:ext cx="59057" cy="56958"/>
          </a:xfrm>
          <a:custGeom xmlns:a="http://schemas.openxmlformats.org/drawingml/2006/main">
            <a:pathLst>
              <a:path w="59057" h="56958">
                <a:moveTo>
                  <a:pt x="59057" y="0"/>
                </a:moveTo>
                <a:cubicBezTo>
                  <a:pt x="49793" y="16164"/>
                  <a:pt x="30107" y="22322"/>
                  <a:pt x="20458" y="38485"/>
                </a:cubicBezTo>
                <a:cubicBezTo>
                  <a:pt x="18528" y="41949"/>
                  <a:pt x="17370" y="45028"/>
                  <a:pt x="16598" y="48876"/>
                </a:cubicBezTo>
                <a:cubicBezTo>
                  <a:pt x="10808" y="56958"/>
                  <a:pt x="5404" y="51570"/>
                  <a:pt x="0" y="48107"/>
                </a:cubicBezTo>
                <a:cubicBezTo>
                  <a:pt x="386" y="35791"/>
                  <a:pt x="10422" y="31173"/>
                  <a:pt x="18914" y="26555"/>
                </a:cubicBezTo>
                <a:cubicBezTo>
                  <a:pt x="33195" y="18858"/>
                  <a:pt x="40529" y="770"/>
                  <a:pt x="59057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78335-194C-475C-BDA5-37C4BA80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330" y="2366490"/>
            <a:ext cx="66005" cy="46182"/>
          </a:xfrm>
          <a:custGeom xmlns:a="http://schemas.openxmlformats.org/drawingml/2006/main">
            <a:pathLst>
              <a:path w="66005" h="46182">
                <a:moveTo>
                  <a:pt x="0" y="45028"/>
                </a:moveTo>
                <a:cubicBezTo>
                  <a:pt x="20458" y="27325"/>
                  <a:pt x="41687" y="11546"/>
                  <a:pt x="66005" y="0"/>
                </a:cubicBezTo>
                <a:cubicBezTo>
                  <a:pt x="62917" y="14624"/>
                  <a:pt x="48249" y="16934"/>
                  <a:pt x="38599" y="24246"/>
                </a:cubicBezTo>
                <a:cubicBezTo>
                  <a:pt x="28177" y="31943"/>
                  <a:pt x="18528" y="41949"/>
                  <a:pt x="5790" y="46182"/>
                </a:cubicBezTo>
                <a:lnTo>
                  <a:pt x="0" y="45028"/>
                </a:lnTo>
                <a:close/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2DAF7-B4A7-48CD-9043-B49E0157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195" y="2451158"/>
            <a:ext cx="34739" cy="23476"/>
          </a:xfrm>
          <a:custGeom xmlns:a="http://schemas.openxmlformats.org/drawingml/2006/main">
            <a:pathLst>
              <a:path w="34739" h="23476">
                <a:moveTo>
                  <a:pt x="0" y="22706"/>
                </a:moveTo>
                <a:cubicBezTo>
                  <a:pt x="6562" y="7312"/>
                  <a:pt x="18528" y="385"/>
                  <a:pt x="34739" y="0"/>
                </a:cubicBezTo>
                <a:cubicBezTo>
                  <a:pt x="30879" y="8467"/>
                  <a:pt x="27792" y="17318"/>
                  <a:pt x="14668" y="14624"/>
                </a:cubicBezTo>
                <a:cubicBezTo>
                  <a:pt x="10036" y="13470"/>
                  <a:pt x="11966" y="20012"/>
                  <a:pt x="11194" y="23476"/>
                </a:cubicBezTo>
                <a:cubicBezTo>
                  <a:pt x="7720" y="23091"/>
                  <a:pt x="3860" y="23091"/>
                  <a:pt x="0" y="2270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7AD4E-D06C-48B3-8C8B-85240872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552" y="2451158"/>
            <a:ext cx="30879" cy="23091"/>
          </a:xfrm>
          <a:custGeom xmlns:a="http://schemas.openxmlformats.org/drawingml/2006/main">
            <a:pathLst>
              <a:path w="30879" h="23091">
                <a:moveTo>
                  <a:pt x="30879" y="0"/>
                </a:moveTo>
                <a:cubicBezTo>
                  <a:pt x="28177" y="10391"/>
                  <a:pt x="15440" y="12315"/>
                  <a:pt x="12352" y="22322"/>
                </a:cubicBezTo>
                <a:cubicBezTo>
                  <a:pt x="8106" y="22706"/>
                  <a:pt x="3860" y="22706"/>
                  <a:pt x="0" y="23091"/>
                </a:cubicBezTo>
                <a:cubicBezTo>
                  <a:pt x="2316" y="4618"/>
                  <a:pt x="15826" y="1155"/>
                  <a:pt x="30879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1F256-9AD2-4636-A9CD-F120E3ED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3155" y="2413057"/>
            <a:ext cx="34739" cy="23091"/>
          </a:xfrm>
          <a:custGeom xmlns:a="http://schemas.openxmlformats.org/drawingml/2006/main">
            <a:pathLst>
              <a:path w="34739" h="23091">
                <a:moveTo>
                  <a:pt x="0" y="22706"/>
                </a:moveTo>
                <a:cubicBezTo>
                  <a:pt x="9264" y="11546"/>
                  <a:pt x="18914" y="1155"/>
                  <a:pt x="34739" y="0"/>
                </a:cubicBezTo>
                <a:cubicBezTo>
                  <a:pt x="27792" y="11930"/>
                  <a:pt x="16984" y="18088"/>
                  <a:pt x="5018" y="23091"/>
                </a:cubicBezTo>
                <a:cubicBezTo>
                  <a:pt x="3088" y="22706"/>
                  <a:pt x="1544" y="22706"/>
                  <a:pt x="0" y="2270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D12E1-DBE6-4C46-B3C7-01CCE31D9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223" y="2431915"/>
            <a:ext cx="31651" cy="23861"/>
          </a:xfrm>
          <a:custGeom xmlns:a="http://schemas.openxmlformats.org/drawingml/2006/main">
            <a:pathLst>
              <a:path w="31651" h="23861">
                <a:moveTo>
                  <a:pt x="30107" y="0"/>
                </a:moveTo>
                <a:cubicBezTo>
                  <a:pt x="31651" y="14240"/>
                  <a:pt x="12738" y="11546"/>
                  <a:pt x="10808" y="23091"/>
                </a:cubicBezTo>
                <a:cubicBezTo>
                  <a:pt x="7334" y="23476"/>
                  <a:pt x="3860" y="23476"/>
                  <a:pt x="0" y="23861"/>
                </a:cubicBezTo>
                <a:cubicBezTo>
                  <a:pt x="5404" y="10006"/>
                  <a:pt x="18914" y="6158"/>
                  <a:pt x="30107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1EB68-7F5B-405B-9AF6-1799F048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162" y="2473479"/>
            <a:ext cx="16212" cy="10391"/>
          </a:xfrm>
          <a:custGeom xmlns:a="http://schemas.openxmlformats.org/drawingml/2006/main">
            <a:pathLst>
              <a:path w="16212" h="10391">
                <a:moveTo>
                  <a:pt x="0" y="2309"/>
                </a:moveTo>
                <a:cubicBezTo>
                  <a:pt x="5404" y="770"/>
                  <a:pt x="11194" y="0"/>
                  <a:pt x="16212" y="3464"/>
                </a:cubicBezTo>
                <a:cubicBezTo>
                  <a:pt x="10422" y="10391"/>
                  <a:pt x="5018" y="9236"/>
                  <a:pt x="0" y="2309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B15E9-099F-4169-9848-98D1950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316" y="2421909"/>
            <a:ext cx="4246" cy="2694"/>
          </a:xfrm>
          <a:custGeom xmlns:a="http://schemas.openxmlformats.org/drawingml/2006/main">
            <a:pathLst>
              <a:path w="4246" h="2694">
                <a:moveTo>
                  <a:pt x="0" y="2694"/>
                </a:moveTo>
                <a:cubicBezTo>
                  <a:pt x="1544" y="1539"/>
                  <a:pt x="2702" y="770"/>
                  <a:pt x="4246" y="0"/>
                </a:cubicBezTo>
                <a:cubicBezTo>
                  <a:pt x="2702" y="770"/>
                  <a:pt x="1158" y="1539"/>
                  <a:pt x="0" y="2694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38120B-7458-442B-9D42-5242ED9D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7247" y="2425373"/>
            <a:ext cx="162889" cy="82744"/>
          </a:xfrm>
          <a:custGeom xmlns:a="http://schemas.openxmlformats.org/drawingml/2006/main">
            <a:pathLst>
              <a:path w="162889" h="82744">
                <a:moveTo>
                  <a:pt x="58671" y="82744"/>
                </a:moveTo>
                <a:cubicBezTo>
                  <a:pt x="55969" y="82744"/>
                  <a:pt x="52881" y="82359"/>
                  <a:pt x="50179" y="82359"/>
                </a:cubicBezTo>
                <a:cubicBezTo>
                  <a:pt x="52109" y="75431"/>
                  <a:pt x="33967" y="75431"/>
                  <a:pt x="44389" y="65810"/>
                </a:cubicBezTo>
                <a:cubicBezTo>
                  <a:pt x="74497" y="54264"/>
                  <a:pt x="101516" y="36946"/>
                  <a:pt x="126606" y="16934"/>
                </a:cubicBezTo>
                <a:cubicBezTo>
                  <a:pt x="97656" y="30403"/>
                  <a:pt x="67935" y="43488"/>
                  <a:pt x="42845" y="63501"/>
                </a:cubicBezTo>
                <a:cubicBezTo>
                  <a:pt x="31651" y="67734"/>
                  <a:pt x="21230" y="73892"/>
                  <a:pt x="8492" y="73122"/>
                </a:cubicBezTo>
                <a:cubicBezTo>
                  <a:pt x="5790" y="72737"/>
                  <a:pt x="2702" y="72352"/>
                  <a:pt x="0" y="71968"/>
                </a:cubicBezTo>
                <a:cubicBezTo>
                  <a:pt x="386" y="65040"/>
                  <a:pt x="6948" y="63886"/>
                  <a:pt x="11194" y="60422"/>
                </a:cubicBezTo>
                <a:cubicBezTo>
                  <a:pt x="28563" y="47337"/>
                  <a:pt x="50565" y="41179"/>
                  <a:pt x="66391" y="25785"/>
                </a:cubicBezTo>
                <a:cubicBezTo>
                  <a:pt x="81059" y="19243"/>
                  <a:pt x="98814" y="18088"/>
                  <a:pt x="108078" y="2309"/>
                </a:cubicBezTo>
                <a:cubicBezTo>
                  <a:pt x="126992" y="0"/>
                  <a:pt x="144747" y="8082"/>
                  <a:pt x="162889" y="10006"/>
                </a:cubicBezTo>
                <a:cubicBezTo>
                  <a:pt x="147449" y="26170"/>
                  <a:pt x="126220" y="34637"/>
                  <a:pt x="108850" y="47722"/>
                </a:cubicBezTo>
                <a:cubicBezTo>
                  <a:pt x="92252" y="59652"/>
                  <a:pt x="70637" y="64655"/>
                  <a:pt x="58671" y="82744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E9FA3-F607-4982-9057-DD918BD4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5711" y="2449619"/>
            <a:ext cx="131624" cy="76586"/>
          </a:xfrm>
          <a:custGeom xmlns:a="http://schemas.openxmlformats.org/drawingml/2006/main">
            <a:pathLst>
              <a:path w="131624" h="76586">
                <a:moveTo>
                  <a:pt x="13124" y="65040"/>
                </a:moveTo>
                <a:cubicBezTo>
                  <a:pt x="8878" y="67734"/>
                  <a:pt x="4632" y="66580"/>
                  <a:pt x="0" y="65810"/>
                </a:cubicBezTo>
                <a:cubicBezTo>
                  <a:pt x="1158" y="62346"/>
                  <a:pt x="2702" y="58883"/>
                  <a:pt x="3860" y="55419"/>
                </a:cubicBezTo>
                <a:cubicBezTo>
                  <a:pt x="22002" y="45798"/>
                  <a:pt x="42073" y="38870"/>
                  <a:pt x="54039" y="20782"/>
                </a:cubicBezTo>
                <a:cubicBezTo>
                  <a:pt x="66777" y="20782"/>
                  <a:pt x="75269" y="11930"/>
                  <a:pt x="84918" y="5388"/>
                </a:cubicBezTo>
                <a:cubicBezTo>
                  <a:pt x="89936" y="5773"/>
                  <a:pt x="93410" y="2694"/>
                  <a:pt x="96884" y="0"/>
                </a:cubicBezTo>
                <a:cubicBezTo>
                  <a:pt x="131238" y="17703"/>
                  <a:pt x="131624" y="29249"/>
                  <a:pt x="99586" y="50416"/>
                </a:cubicBezTo>
                <a:cubicBezTo>
                  <a:pt x="88392" y="58113"/>
                  <a:pt x="73339" y="60037"/>
                  <a:pt x="65233" y="72737"/>
                </a:cubicBezTo>
                <a:cubicBezTo>
                  <a:pt x="55969" y="76586"/>
                  <a:pt x="47477" y="69659"/>
                  <a:pt x="38599" y="69659"/>
                </a:cubicBezTo>
                <a:cubicBezTo>
                  <a:pt x="39371" y="61577"/>
                  <a:pt x="45547" y="58113"/>
                  <a:pt x="51723" y="54264"/>
                </a:cubicBezTo>
                <a:cubicBezTo>
                  <a:pt x="65233" y="45413"/>
                  <a:pt x="78357" y="36946"/>
                  <a:pt x="91094" y="27325"/>
                </a:cubicBezTo>
                <a:cubicBezTo>
                  <a:pt x="94954" y="24631"/>
                  <a:pt x="104218" y="21937"/>
                  <a:pt x="98042" y="15009"/>
                </a:cubicBezTo>
                <a:cubicBezTo>
                  <a:pt x="93796" y="10391"/>
                  <a:pt x="89936" y="18088"/>
                  <a:pt x="86076" y="20782"/>
                </a:cubicBezTo>
                <a:cubicBezTo>
                  <a:pt x="62145" y="36946"/>
                  <a:pt x="42459" y="58498"/>
                  <a:pt x="13124" y="65040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46389B-9FBF-4D21-B14E-A6DED27F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994" y="2426528"/>
            <a:ext cx="131238" cy="64271"/>
          </a:xfrm>
          <a:custGeom xmlns:a="http://schemas.openxmlformats.org/drawingml/2006/main">
            <a:pathLst>
              <a:path w="131238" h="64271">
                <a:moveTo>
                  <a:pt x="27406" y="64271"/>
                </a:moveTo>
                <a:cubicBezTo>
                  <a:pt x="18142" y="62346"/>
                  <a:pt x="9264" y="60807"/>
                  <a:pt x="0" y="58883"/>
                </a:cubicBezTo>
                <a:cubicBezTo>
                  <a:pt x="6562" y="53880"/>
                  <a:pt x="12738" y="48876"/>
                  <a:pt x="19300" y="43873"/>
                </a:cubicBezTo>
                <a:cubicBezTo>
                  <a:pt x="33195" y="41564"/>
                  <a:pt x="46705" y="38870"/>
                  <a:pt x="54039" y="24631"/>
                </a:cubicBezTo>
                <a:cubicBezTo>
                  <a:pt x="54811" y="25015"/>
                  <a:pt x="55583" y="25400"/>
                  <a:pt x="56741" y="25400"/>
                </a:cubicBezTo>
                <a:cubicBezTo>
                  <a:pt x="74111" y="25785"/>
                  <a:pt x="83375" y="6158"/>
                  <a:pt x="101130" y="6927"/>
                </a:cubicBezTo>
                <a:cubicBezTo>
                  <a:pt x="111166" y="7312"/>
                  <a:pt x="121974" y="0"/>
                  <a:pt x="131238" y="9236"/>
                </a:cubicBezTo>
                <a:cubicBezTo>
                  <a:pt x="117342" y="16934"/>
                  <a:pt x="103060" y="23861"/>
                  <a:pt x="89550" y="32328"/>
                </a:cubicBezTo>
                <a:cubicBezTo>
                  <a:pt x="72567" y="43104"/>
                  <a:pt x="52495" y="49261"/>
                  <a:pt x="37441" y="63116"/>
                </a:cubicBezTo>
                <a:cubicBezTo>
                  <a:pt x="34353" y="63501"/>
                  <a:pt x="30879" y="63886"/>
                  <a:pt x="27406" y="64271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C9E4A-4ED3-43F1-A0FC-E6AA452A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498" y="2438843"/>
            <a:ext cx="116570" cy="76971"/>
          </a:xfrm>
          <a:custGeom xmlns:a="http://schemas.openxmlformats.org/drawingml/2006/main">
            <a:pathLst>
              <a:path w="116570" h="76971">
                <a:moveTo>
                  <a:pt x="20072" y="72352"/>
                </a:moveTo>
                <a:cubicBezTo>
                  <a:pt x="13124" y="73122"/>
                  <a:pt x="5404" y="76971"/>
                  <a:pt x="0" y="68889"/>
                </a:cubicBezTo>
                <a:cubicBezTo>
                  <a:pt x="29335" y="46952"/>
                  <a:pt x="61373" y="29249"/>
                  <a:pt x="93410" y="10776"/>
                </a:cubicBezTo>
                <a:cubicBezTo>
                  <a:pt x="98428" y="8082"/>
                  <a:pt x="104604" y="7697"/>
                  <a:pt x="104218" y="0"/>
                </a:cubicBezTo>
                <a:cubicBezTo>
                  <a:pt x="108464" y="385"/>
                  <a:pt x="113096" y="0"/>
                  <a:pt x="116570" y="3464"/>
                </a:cubicBezTo>
                <a:cubicBezTo>
                  <a:pt x="116184" y="6543"/>
                  <a:pt x="116184" y="9621"/>
                  <a:pt x="115798" y="12700"/>
                </a:cubicBezTo>
                <a:cubicBezTo>
                  <a:pt x="104604" y="15009"/>
                  <a:pt x="98814" y="23476"/>
                  <a:pt x="92638" y="31943"/>
                </a:cubicBezTo>
                <a:cubicBezTo>
                  <a:pt x="73725" y="40410"/>
                  <a:pt x="54039" y="47337"/>
                  <a:pt x="42459" y="66580"/>
                </a:cubicBezTo>
                <a:cubicBezTo>
                  <a:pt x="33967" y="65040"/>
                  <a:pt x="27020" y="69659"/>
                  <a:pt x="20072" y="72352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C8F7B-D4D8-46A3-84A4-0C885A36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858" y="2420370"/>
            <a:ext cx="137414" cy="74662"/>
          </a:xfrm>
          <a:custGeom xmlns:a="http://schemas.openxmlformats.org/drawingml/2006/main">
            <a:pathLst>
              <a:path w="137414" h="74662">
                <a:moveTo>
                  <a:pt x="14282" y="74662"/>
                </a:moveTo>
                <a:cubicBezTo>
                  <a:pt x="11580" y="74277"/>
                  <a:pt x="8492" y="74277"/>
                  <a:pt x="5790" y="73892"/>
                </a:cubicBezTo>
                <a:cubicBezTo>
                  <a:pt x="3860" y="73122"/>
                  <a:pt x="1930" y="72352"/>
                  <a:pt x="0" y="71198"/>
                </a:cubicBezTo>
                <a:cubicBezTo>
                  <a:pt x="4246" y="64271"/>
                  <a:pt x="12352" y="62731"/>
                  <a:pt x="18528" y="58883"/>
                </a:cubicBezTo>
                <a:cubicBezTo>
                  <a:pt x="39757" y="45413"/>
                  <a:pt x="64461" y="38870"/>
                  <a:pt x="82989" y="20782"/>
                </a:cubicBezTo>
                <a:cubicBezTo>
                  <a:pt x="100744" y="15394"/>
                  <a:pt x="116184" y="0"/>
                  <a:pt x="137414" y="6927"/>
                </a:cubicBezTo>
                <a:cubicBezTo>
                  <a:pt x="136642" y="11930"/>
                  <a:pt x="133554" y="13470"/>
                  <a:pt x="128536" y="14624"/>
                </a:cubicBezTo>
                <a:cubicBezTo>
                  <a:pt x="120430" y="16934"/>
                  <a:pt x="111938" y="20012"/>
                  <a:pt x="110008" y="30019"/>
                </a:cubicBezTo>
                <a:cubicBezTo>
                  <a:pt x="77971" y="35407"/>
                  <a:pt x="53653" y="56189"/>
                  <a:pt x="27792" y="73122"/>
                </a:cubicBezTo>
                <a:cubicBezTo>
                  <a:pt x="23546" y="74277"/>
                  <a:pt x="18914" y="74662"/>
                  <a:pt x="14282" y="74662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83AE6-CD14-41A6-BDC3-86A50161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955" y="2444231"/>
            <a:ext cx="108078" cy="40794"/>
          </a:xfrm>
          <a:custGeom xmlns:a="http://schemas.openxmlformats.org/drawingml/2006/main">
            <a:pathLst>
              <a:path w="108078" h="40794">
                <a:moveTo>
                  <a:pt x="31651" y="40794"/>
                </a:moveTo>
                <a:cubicBezTo>
                  <a:pt x="26248" y="40025"/>
                  <a:pt x="20844" y="39255"/>
                  <a:pt x="15440" y="38101"/>
                </a:cubicBezTo>
                <a:cubicBezTo>
                  <a:pt x="11966" y="35791"/>
                  <a:pt x="7720" y="35791"/>
                  <a:pt x="3860" y="36946"/>
                </a:cubicBezTo>
                <a:cubicBezTo>
                  <a:pt x="2702" y="35791"/>
                  <a:pt x="1158" y="35022"/>
                  <a:pt x="0" y="33867"/>
                </a:cubicBezTo>
                <a:cubicBezTo>
                  <a:pt x="34739" y="18473"/>
                  <a:pt x="71023" y="8467"/>
                  <a:pt x="107692" y="0"/>
                </a:cubicBezTo>
                <a:cubicBezTo>
                  <a:pt x="107692" y="2309"/>
                  <a:pt x="108078" y="5003"/>
                  <a:pt x="108078" y="7312"/>
                </a:cubicBezTo>
                <a:cubicBezTo>
                  <a:pt x="95340" y="11161"/>
                  <a:pt x="82217" y="15009"/>
                  <a:pt x="73339" y="26555"/>
                </a:cubicBezTo>
                <a:cubicBezTo>
                  <a:pt x="58671" y="26170"/>
                  <a:pt x="47863" y="36561"/>
                  <a:pt x="34739" y="39255"/>
                </a:cubicBezTo>
                <a:cubicBezTo>
                  <a:pt x="33581" y="39255"/>
                  <a:pt x="32423" y="40025"/>
                  <a:pt x="31651" y="40794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9BD402-6DFF-463C-9681-0D2F3074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5531" y="2429991"/>
            <a:ext cx="116184" cy="77740"/>
          </a:xfrm>
          <a:custGeom xmlns:a="http://schemas.openxmlformats.org/drawingml/2006/main">
            <a:pathLst>
              <a:path w="116184" h="77740">
                <a:moveTo>
                  <a:pt x="115798" y="8467"/>
                </a:moveTo>
                <a:cubicBezTo>
                  <a:pt x="116184" y="16164"/>
                  <a:pt x="109622" y="16549"/>
                  <a:pt x="104990" y="19243"/>
                </a:cubicBezTo>
                <a:cubicBezTo>
                  <a:pt x="73339" y="37716"/>
                  <a:pt x="41301" y="55419"/>
                  <a:pt x="11580" y="77356"/>
                </a:cubicBezTo>
                <a:cubicBezTo>
                  <a:pt x="7720" y="77356"/>
                  <a:pt x="3860" y="77740"/>
                  <a:pt x="0" y="77740"/>
                </a:cubicBezTo>
                <a:cubicBezTo>
                  <a:pt x="11966" y="59652"/>
                  <a:pt x="33967" y="55034"/>
                  <a:pt x="50179" y="42719"/>
                </a:cubicBezTo>
                <a:cubicBezTo>
                  <a:pt x="67549" y="29634"/>
                  <a:pt x="88778" y="21167"/>
                  <a:pt x="104218" y="5003"/>
                </a:cubicBezTo>
                <a:cubicBezTo>
                  <a:pt x="110008" y="0"/>
                  <a:pt x="113868" y="1155"/>
                  <a:pt x="115798" y="8467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77324-0FFA-4694-9198-321B2894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435" y="2435764"/>
            <a:ext cx="93796" cy="56189"/>
          </a:xfrm>
          <a:custGeom xmlns:a="http://schemas.openxmlformats.org/drawingml/2006/main">
            <a:pathLst>
              <a:path w="93796" h="56189">
                <a:moveTo>
                  <a:pt x="93796" y="5773"/>
                </a:moveTo>
                <a:cubicBezTo>
                  <a:pt x="75269" y="23861"/>
                  <a:pt x="50565" y="30403"/>
                  <a:pt x="29335" y="43873"/>
                </a:cubicBezTo>
                <a:cubicBezTo>
                  <a:pt x="23160" y="47722"/>
                  <a:pt x="15054" y="49261"/>
                  <a:pt x="10808" y="56189"/>
                </a:cubicBezTo>
                <a:cubicBezTo>
                  <a:pt x="7334" y="55419"/>
                  <a:pt x="3860" y="54649"/>
                  <a:pt x="0" y="53880"/>
                </a:cubicBezTo>
                <a:cubicBezTo>
                  <a:pt x="15054" y="40025"/>
                  <a:pt x="34739" y="33482"/>
                  <a:pt x="52109" y="23091"/>
                </a:cubicBezTo>
                <a:cubicBezTo>
                  <a:pt x="65619" y="14624"/>
                  <a:pt x="79901" y="7697"/>
                  <a:pt x="93796" y="0"/>
                </a:cubicBezTo>
                <a:lnTo>
                  <a:pt x="93796" y="5773"/>
                </a:lnTo>
                <a:close/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05CA7-9AE4-4DA0-9EF6-114D503D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1" y="2427682"/>
            <a:ext cx="41687" cy="23476"/>
          </a:xfrm>
          <a:custGeom xmlns:a="http://schemas.openxmlformats.org/drawingml/2006/main">
            <a:pathLst>
              <a:path w="41687" h="23476">
                <a:moveTo>
                  <a:pt x="0" y="23476"/>
                </a:moveTo>
                <a:cubicBezTo>
                  <a:pt x="1930" y="13470"/>
                  <a:pt x="10422" y="10391"/>
                  <a:pt x="18528" y="8082"/>
                </a:cubicBezTo>
                <a:cubicBezTo>
                  <a:pt x="23546" y="6543"/>
                  <a:pt x="26634" y="5388"/>
                  <a:pt x="27406" y="385"/>
                </a:cubicBezTo>
                <a:cubicBezTo>
                  <a:pt x="32037" y="385"/>
                  <a:pt x="37055" y="385"/>
                  <a:pt x="41687" y="0"/>
                </a:cubicBezTo>
                <a:cubicBezTo>
                  <a:pt x="32423" y="15779"/>
                  <a:pt x="14668" y="16934"/>
                  <a:pt x="0" y="2347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F86D9-2D47-41CA-A708-71557CE6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909" y="2441921"/>
            <a:ext cx="8106" cy="13470"/>
          </a:xfrm>
          <a:custGeom xmlns:a="http://schemas.openxmlformats.org/drawingml/2006/main">
            <a:pathLst>
              <a:path w="8106" h="13470">
                <a:moveTo>
                  <a:pt x="0" y="9236"/>
                </a:moveTo>
                <a:cubicBezTo>
                  <a:pt x="386" y="6158"/>
                  <a:pt x="386" y="3079"/>
                  <a:pt x="772" y="0"/>
                </a:cubicBezTo>
                <a:cubicBezTo>
                  <a:pt x="3088" y="385"/>
                  <a:pt x="5790" y="770"/>
                  <a:pt x="8106" y="1539"/>
                </a:cubicBezTo>
                <a:cubicBezTo>
                  <a:pt x="8106" y="5388"/>
                  <a:pt x="8106" y="9236"/>
                  <a:pt x="7720" y="13470"/>
                </a:cubicBezTo>
                <a:cubicBezTo>
                  <a:pt x="4632" y="12700"/>
                  <a:pt x="1544" y="12315"/>
                  <a:pt x="0" y="9236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31C0F-21D0-47C7-AF37-B502434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629" y="2443076"/>
            <a:ext cx="11966" cy="12315"/>
          </a:xfrm>
          <a:custGeom xmlns:a="http://schemas.openxmlformats.org/drawingml/2006/main">
            <a:pathLst>
              <a:path w="11966" h="12315">
                <a:moveTo>
                  <a:pt x="0" y="11930"/>
                </a:moveTo>
                <a:cubicBezTo>
                  <a:pt x="0" y="8082"/>
                  <a:pt x="0" y="4233"/>
                  <a:pt x="386" y="0"/>
                </a:cubicBezTo>
                <a:cubicBezTo>
                  <a:pt x="4246" y="2309"/>
                  <a:pt x="8106" y="4233"/>
                  <a:pt x="11966" y="6543"/>
                </a:cubicBezTo>
                <a:cubicBezTo>
                  <a:pt x="8492" y="9236"/>
                  <a:pt x="5018" y="12315"/>
                  <a:pt x="0" y="1193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D8B8C-CC76-45AB-8E4D-FD5BFA43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647" y="2443846"/>
            <a:ext cx="4632" cy="8082"/>
          </a:xfrm>
          <a:custGeom xmlns:a="http://schemas.openxmlformats.org/drawingml/2006/main">
            <a:pathLst>
              <a:path w="4632" h="8082">
                <a:moveTo>
                  <a:pt x="386" y="7312"/>
                </a:moveTo>
                <a:cubicBezTo>
                  <a:pt x="386" y="5003"/>
                  <a:pt x="0" y="2309"/>
                  <a:pt x="0" y="0"/>
                </a:cubicBezTo>
                <a:cubicBezTo>
                  <a:pt x="4632" y="1155"/>
                  <a:pt x="3860" y="4618"/>
                  <a:pt x="3088" y="8082"/>
                </a:cubicBezTo>
                <a:cubicBezTo>
                  <a:pt x="2316" y="8082"/>
                  <a:pt x="1158" y="8082"/>
                  <a:pt x="386" y="7312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A01E4-DCAF-4444-93E9-D4CCD2A7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701" y="2510041"/>
            <a:ext cx="9650" cy="215518"/>
          </a:xfrm>
          <a:custGeom xmlns:a="http://schemas.openxmlformats.org/drawingml/2006/main">
            <a:pathLst>
              <a:path w="9650" h="215518">
                <a:moveTo>
                  <a:pt x="386" y="91595"/>
                </a:moveTo>
                <a:cubicBezTo>
                  <a:pt x="386" y="61192"/>
                  <a:pt x="772" y="30403"/>
                  <a:pt x="772" y="0"/>
                </a:cubicBezTo>
                <a:cubicBezTo>
                  <a:pt x="3860" y="385"/>
                  <a:pt x="6562" y="385"/>
                  <a:pt x="9650" y="770"/>
                </a:cubicBezTo>
                <a:cubicBezTo>
                  <a:pt x="8878" y="72352"/>
                  <a:pt x="8492" y="143935"/>
                  <a:pt x="7720" y="215518"/>
                </a:cubicBezTo>
                <a:cubicBezTo>
                  <a:pt x="5404" y="215133"/>
                  <a:pt x="3088" y="214748"/>
                  <a:pt x="772" y="214363"/>
                </a:cubicBezTo>
                <a:cubicBezTo>
                  <a:pt x="772" y="213209"/>
                  <a:pt x="386" y="212054"/>
                  <a:pt x="0" y="211285"/>
                </a:cubicBezTo>
                <a:cubicBezTo>
                  <a:pt x="0" y="178957"/>
                  <a:pt x="386" y="146629"/>
                  <a:pt x="386" y="114686"/>
                </a:cubicBezTo>
                <a:cubicBezTo>
                  <a:pt x="0" y="106604"/>
                  <a:pt x="0" y="98907"/>
                  <a:pt x="386" y="9159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E4C4D-0138-4FCC-9AA7-2718E0A9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85" y="2512735"/>
            <a:ext cx="11194" cy="208591"/>
          </a:xfrm>
          <a:custGeom xmlns:a="http://schemas.openxmlformats.org/drawingml/2006/main">
            <a:pathLst>
              <a:path w="11194" h="208591">
                <a:moveTo>
                  <a:pt x="11194" y="3849"/>
                </a:moveTo>
                <a:cubicBezTo>
                  <a:pt x="10808" y="71968"/>
                  <a:pt x="10808" y="140472"/>
                  <a:pt x="10422" y="208591"/>
                </a:cubicBezTo>
                <a:cubicBezTo>
                  <a:pt x="8106" y="208206"/>
                  <a:pt x="5404" y="207821"/>
                  <a:pt x="3088" y="207436"/>
                </a:cubicBezTo>
                <a:cubicBezTo>
                  <a:pt x="3474" y="144705"/>
                  <a:pt x="3474" y="81974"/>
                  <a:pt x="3860" y="19243"/>
                </a:cubicBezTo>
                <a:cubicBezTo>
                  <a:pt x="3860" y="13085"/>
                  <a:pt x="5018" y="6158"/>
                  <a:pt x="0" y="1155"/>
                </a:cubicBezTo>
                <a:cubicBezTo>
                  <a:pt x="3860" y="385"/>
                  <a:pt x="7720" y="0"/>
                  <a:pt x="11194" y="3849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F56792-A4E3-4F96-9130-80A1DD85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835" y="2460779"/>
            <a:ext cx="91094" cy="61577"/>
          </a:xfrm>
          <a:custGeom xmlns:a="http://schemas.openxmlformats.org/drawingml/2006/main">
            <a:pathLst>
              <a:path w="91094" h="61577">
                <a:moveTo>
                  <a:pt x="0" y="53880"/>
                </a:moveTo>
                <a:cubicBezTo>
                  <a:pt x="28949" y="47337"/>
                  <a:pt x="49021" y="25785"/>
                  <a:pt x="72953" y="10391"/>
                </a:cubicBezTo>
                <a:cubicBezTo>
                  <a:pt x="76813" y="7697"/>
                  <a:pt x="80673" y="0"/>
                  <a:pt x="84918" y="4618"/>
                </a:cubicBezTo>
                <a:cubicBezTo>
                  <a:pt x="91094" y="11161"/>
                  <a:pt x="81831" y="13855"/>
                  <a:pt x="77971" y="16934"/>
                </a:cubicBezTo>
                <a:cubicBezTo>
                  <a:pt x="64847" y="26170"/>
                  <a:pt x="51723" y="35022"/>
                  <a:pt x="38599" y="43873"/>
                </a:cubicBezTo>
                <a:cubicBezTo>
                  <a:pt x="32809" y="47722"/>
                  <a:pt x="26248" y="50801"/>
                  <a:pt x="25476" y="59267"/>
                </a:cubicBezTo>
                <a:cubicBezTo>
                  <a:pt x="16984" y="58113"/>
                  <a:pt x="7334" y="61577"/>
                  <a:pt x="0" y="5388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7FE05-9DC6-4656-8967-8AC8E8B9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1035" y="2451543"/>
            <a:ext cx="82217" cy="47722"/>
          </a:xfrm>
          <a:custGeom xmlns:a="http://schemas.openxmlformats.org/drawingml/2006/main">
            <a:pathLst>
              <a:path w="82217" h="47722">
                <a:moveTo>
                  <a:pt x="0" y="43104"/>
                </a:moveTo>
                <a:cubicBezTo>
                  <a:pt x="25862" y="25785"/>
                  <a:pt x="50179" y="5388"/>
                  <a:pt x="82217" y="0"/>
                </a:cubicBezTo>
                <a:cubicBezTo>
                  <a:pt x="66391" y="15779"/>
                  <a:pt x="44389" y="21552"/>
                  <a:pt x="27020" y="34637"/>
                </a:cubicBezTo>
                <a:cubicBezTo>
                  <a:pt x="22774" y="38101"/>
                  <a:pt x="16212" y="38870"/>
                  <a:pt x="15826" y="46182"/>
                </a:cubicBezTo>
                <a:cubicBezTo>
                  <a:pt x="13896" y="46567"/>
                  <a:pt x="11580" y="47337"/>
                  <a:pt x="9650" y="47722"/>
                </a:cubicBezTo>
                <a:cubicBezTo>
                  <a:pt x="6948" y="47337"/>
                  <a:pt x="3860" y="46567"/>
                  <a:pt x="1158" y="46182"/>
                </a:cubicBezTo>
                <a:cubicBezTo>
                  <a:pt x="772" y="45028"/>
                  <a:pt x="386" y="43873"/>
                  <a:pt x="0" y="43104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22C21-839D-4F7D-84C1-3BDA0883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353" y="2488874"/>
            <a:ext cx="43617" cy="18858"/>
          </a:xfrm>
          <a:custGeom xmlns:a="http://schemas.openxmlformats.org/drawingml/2006/main">
            <a:pathLst>
              <a:path w="43617" h="18858">
                <a:moveTo>
                  <a:pt x="35897" y="2309"/>
                </a:moveTo>
                <a:cubicBezTo>
                  <a:pt x="25862" y="12315"/>
                  <a:pt x="43617" y="11930"/>
                  <a:pt x="41687" y="18858"/>
                </a:cubicBezTo>
                <a:cubicBezTo>
                  <a:pt x="28177" y="17318"/>
                  <a:pt x="15054" y="13855"/>
                  <a:pt x="1544" y="15779"/>
                </a:cubicBezTo>
                <a:cubicBezTo>
                  <a:pt x="772" y="13855"/>
                  <a:pt x="386" y="11546"/>
                  <a:pt x="0" y="9621"/>
                </a:cubicBezTo>
                <a:cubicBezTo>
                  <a:pt x="12738" y="10391"/>
                  <a:pt x="23160" y="4233"/>
                  <a:pt x="34353" y="0"/>
                </a:cubicBezTo>
                <a:cubicBezTo>
                  <a:pt x="34739" y="770"/>
                  <a:pt x="35511" y="1539"/>
                  <a:pt x="35897" y="2309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6E3507-F356-42B0-A3F6-604D57F5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5694" y="2470016"/>
            <a:ext cx="38599" cy="15779"/>
          </a:xfrm>
          <a:custGeom xmlns:a="http://schemas.openxmlformats.org/drawingml/2006/main">
            <a:pathLst>
              <a:path w="38599" h="15779">
                <a:moveTo>
                  <a:pt x="0" y="13470"/>
                </a:moveTo>
                <a:cubicBezTo>
                  <a:pt x="13510" y="10391"/>
                  <a:pt x="24318" y="0"/>
                  <a:pt x="38599" y="770"/>
                </a:cubicBezTo>
                <a:cubicBezTo>
                  <a:pt x="32037" y="5773"/>
                  <a:pt x="25862" y="10776"/>
                  <a:pt x="19300" y="15779"/>
                </a:cubicBezTo>
                <a:cubicBezTo>
                  <a:pt x="13124" y="15779"/>
                  <a:pt x="6948" y="15779"/>
                  <a:pt x="1158" y="15394"/>
                </a:cubicBezTo>
                <a:cubicBezTo>
                  <a:pt x="386" y="14624"/>
                  <a:pt x="0" y="14240"/>
                  <a:pt x="0" y="1347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EC356-9643-4EAC-92F7-6A962D53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569" y="2503883"/>
            <a:ext cx="22002" cy="12315"/>
          </a:xfrm>
          <a:custGeom xmlns:a="http://schemas.openxmlformats.org/drawingml/2006/main">
            <a:pathLst>
              <a:path w="22002" h="12315">
                <a:moveTo>
                  <a:pt x="0" y="7312"/>
                </a:moveTo>
                <a:cubicBezTo>
                  <a:pt x="7334" y="4618"/>
                  <a:pt x="13896" y="0"/>
                  <a:pt x="22002" y="1155"/>
                </a:cubicBezTo>
                <a:cubicBezTo>
                  <a:pt x="20844" y="4618"/>
                  <a:pt x="19686" y="8082"/>
                  <a:pt x="18142" y="11546"/>
                </a:cubicBezTo>
                <a:cubicBezTo>
                  <a:pt x="11580" y="11930"/>
                  <a:pt x="5018" y="12315"/>
                  <a:pt x="0" y="7312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50007F-AE42-4272-A54B-A350BB60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657" y="2516968"/>
            <a:ext cx="18914" cy="10006"/>
          </a:xfrm>
          <a:custGeom xmlns:a="http://schemas.openxmlformats.org/drawingml/2006/main">
            <a:pathLst>
              <a:path w="18914" h="10006">
                <a:moveTo>
                  <a:pt x="3474" y="8852"/>
                </a:moveTo>
                <a:cubicBezTo>
                  <a:pt x="2316" y="8082"/>
                  <a:pt x="1158" y="7312"/>
                  <a:pt x="0" y="6543"/>
                </a:cubicBezTo>
                <a:cubicBezTo>
                  <a:pt x="7334" y="3079"/>
                  <a:pt x="14282" y="0"/>
                  <a:pt x="18914" y="10006"/>
                </a:cubicBezTo>
                <a:cubicBezTo>
                  <a:pt x="13896" y="9621"/>
                  <a:pt x="8878" y="9236"/>
                  <a:pt x="3474" y="8852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2B16BB-8917-455C-9700-BC15E932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400" y="2489643"/>
            <a:ext cx="26634" cy="6927"/>
          </a:xfrm>
          <a:custGeom xmlns:a="http://schemas.openxmlformats.org/drawingml/2006/main">
            <a:pathLst>
              <a:path w="26634" h="6927">
                <a:moveTo>
                  <a:pt x="10036" y="0"/>
                </a:moveTo>
                <a:cubicBezTo>
                  <a:pt x="13510" y="770"/>
                  <a:pt x="16984" y="1539"/>
                  <a:pt x="20844" y="2309"/>
                </a:cubicBezTo>
                <a:cubicBezTo>
                  <a:pt x="22774" y="3079"/>
                  <a:pt x="24704" y="3849"/>
                  <a:pt x="26634" y="5003"/>
                </a:cubicBezTo>
                <a:cubicBezTo>
                  <a:pt x="17370" y="6927"/>
                  <a:pt x="8878" y="4618"/>
                  <a:pt x="0" y="1539"/>
                </a:cubicBezTo>
                <a:cubicBezTo>
                  <a:pt x="3474" y="770"/>
                  <a:pt x="6948" y="385"/>
                  <a:pt x="10036" y="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D31532-7DE2-4EE0-BD47-5817DD0D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461" y="2513889"/>
            <a:ext cx="17370" cy="7312"/>
          </a:xfrm>
          <a:custGeom xmlns:a="http://schemas.openxmlformats.org/drawingml/2006/main">
            <a:pathLst>
              <a:path w="17370" h="7312">
                <a:moveTo>
                  <a:pt x="1930" y="7312"/>
                </a:moveTo>
                <a:cubicBezTo>
                  <a:pt x="1158" y="6158"/>
                  <a:pt x="772" y="5003"/>
                  <a:pt x="0" y="3464"/>
                </a:cubicBezTo>
                <a:cubicBezTo>
                  <a:pt x="6176" y="3079"/>
                  <a:pt x="12738" y="0"/>
                  <a:pt x="17370" y="6927"/>
                </a:cubicBezTo>
                <a:cubicBezTo>
                  <a:pt x="12352" y="7312"/>
                  <a:pt x="7334" y="7312"/>
                  <a:pt x="1930" y="7312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F5352-892B-4A26-9EC0-62EFE5B4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815" y="2480022"/>
            <a:ext cx="11580" cy="7312"/>
          </a:xfrm>
          <a:custGeom xmlns:a="http://schemas.openxmlformats.org/drawingml/2006/main">
            <a:pathLst>
              <a:path w="11580" h="7312">
                <a:moveTo>
                  <a:pt x="0" y="1155"/>
                </a:moveTo>
                <a:cubicBezTo>
                  <a:pt x="3860" y="0"/>
                  <a:pt x="8106" y="0"/>
                  <a:pt x="11580" y="2309"/>
                </a:cubicBezTo>
                <a:cubicBezTo>
                  <a:pt x="6948" y="7312"/>
                  <a:pt x="3088" y="6927"/>
                  <a:pt x="0" y="1155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012D3-7221-4CFF-A12C-9F57404B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298" y="2497341"/>
            <a:ext cx="16598" cy="7312"/>
          </a:xfrm>
          <a:custGeom xmlns:a="http://schemas.openxmlformats.org/drawingml/2006/main">
            <a:pathLst>
              <a:path w="16598" h="7312">
                <a:moveTo>
                  <a:pt x="15054" y="1155"/>
                </a:moveTo>
                <a:cubicBezTo>
                  <a:pt x="15440" y="3079"/>
                  <a:pt x="16212" y="5388"/>
                  <a:pt x="16598" y="7312"/>
                </a:cubicBezTo>
                <a:cubicBezTo>
                  <a:pt x="11194" y="5388"/>
                  <a:pt x="5404" y="3464"/>
                  <a:pt x="0" y="1539"/>
                </a:cubicBezTo>
                <a:cubicBezTo>
                  <a:pt x="1930" y="1155"/>
                  <a:pt x="4246" y="385"/>
                  <a:pt x="6176" y="0"/>
                </a:cubicBezTo>
                <a:cubicBezTo>
                  <a:pt x="9264" y="385"/>
                  <a:pt x="11966" y="770"/>
                  <a:pt x="15054" y="1155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19BBAA-56D0-475B-B15A-BA2B88A8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139" y="2494646"/>
            <a:ext cx="14668" cy="4233"/>
          </a:xfrm>
          <a:custGeom xmlns:a="http://schemas.openxmlformats.org/drawingml/2006/main">
            <a:pathLst>
              <a:path w="14668" h="4233">
                <a:moveTo>
                  <a:pt x="13896" y="0"/>
                </a:moveTo>
                <a:cubicBezTo>
                  <a:pt x="14282" y="770"/>
                  <a:pt x="14668" y="1924"/>
                  <a:pt x="14668" y="2694"/>
                </a:cubicBezTo>
                <a:cubicBezTo>
                  <a:pt x="9650" y="2694"/>
                  <a:pt x="4246" y="4233"/>
                  <a:pt x="0" y="385"/>
                </a:cubicBezTo>
                <a:cubicBezTo>
                  <a:pt x="4632" y="385"/>
                  <a:pt x="9264" y="0"/>
                  <a:pt x="13896" y="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29161-85F2-408E-B621-4EA37BF5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268" y="2517353"/>
            <a:ext cx="6948" cy="2694"/>
          </a:xfrm>
          <a:custGeom xmlns:a="http://schemas.openxmlformats.org/drawingml/2006/main">
            <a:pathLst>
              <a:path w="6948" h="2694">
                <a:moveTo>
                  <a:pt x="6948" y="0"/>
                </a:moveTo>
                <a:cubicBezTo>
                  <a:pt x="5790" y="770"/>
                  <a:pt x="5404" y="1539"/>
                  <a:pt x="5404" y="2694"/>
                </a:cubicBezTo>
                <a:cubicBezTo>
                  <a:pt x="3474" y="1924"/>
                  <a:pt x="1544" y="770"/>
                  <a:pt x="0" y="0"/>
                </a:cubicBezTo>
                <a:lnTo>
                  <a:pt x="6948" y="0"/>
                </a:lnTo>
                <a:close/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7C484-1972-4DDF-82FA-F3359B76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709" y="2523895"/>
            <a:ext cx="2316" cy="3079"/>
          </a:xfrm>
          <a:custGeom xmlns:a="http://schemas.openxmlformats.org/drawingml/2006/main">
            <a:pathLst>
              <a:path w="2316" h="3079">
                <a:moveTo>
                  <a:pt x="772" y="0"/>
                </a:moveTo>
                <a:cubicBezTo>
                  <a:pt x="1158" y="1155"/>
                  <a:pt x="1544" y="2309"/>
                  <a:pt x="2316" y="3079"/>
                </a:cubicBezTo>
                <a:cubicBezTo>
                  <a:pt x="1544" y="2309"/>
                  <a:pt x="772" y="1924"/>
                  <a:pt x="0" y="1155"/>
                </a:cubicBezTo>
                <a:cubicBezTo>
                  <a:pt x="386" y="1155"/>
                  <a:pt x="772" y="385"/>
                  <a:pt x="772" y="0"/>
                </a:cubicBezTo>
                <a:cubicBezTo>
                  <a:pt x="1158" y="0"/>
                  <a:pt x="772" y="0"/>
                  <a:pt x="772" y="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B2CC38-3D66-4A87-AFED-CC54D716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06" y="2483486"/>
            <a:ext cx="4246" cy="1924"/>
          </a:xfrm>
          <a:custGeom xmlns:a="http://schemas.openxmlformats.org/drawingml/2006/main">
            <a:pathLst>
              <a:path w="4246" h="1924">
                <a:moveTo>
                  <a:pt x="3088" y="0"/>
                </a:moveTo>
                <a:cubicBezTo>
                  <a:pt x="3088" y="770"/>
                  <a:pt x="3474" y="1539"/>
                  <a:pt x="4246" y="1924"/>
                </a:cubicBezTo>
                <a:cubicBezTo>
                  <a:pt x="2702" y="1924"/>
                  <a:pt x="1544" y="1539"/>
                  <a:pt x="0" y="1539"/>
                </a:cubicBezTo>
                <a:cubicBezTo>
                  <a:pt x="772" y="770"/>
                  <a:pt x="1930" y="0"/>
                  <a:pt x="3088" y="0"/>
                </a:cubicBezTo>
              </a:path>
            </a:pathLst>
          </a:custGeom>
          <a:solidFill xmlns:a="http://schemas.openxmlformats.org/drawingml/2006/main">
            <a:srgbClr val="64382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CDFE1-18D9-4429-A4D2-6918D4A1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4747" y="2454236"/>
            <a:ext cx="184505" cy="105450"/>
          </a:xfrm>
          <a:custGeom xmlns:a="http://schemas.openxmlformats.org/drawingml/2006/main">
            <a:pathLst>
              <a:path w="184505" h="105450">
                <a:moveTo>
                  <a:pt x="169065" y="2309"/>
                </a:moveTo>
                <a:cubicBezTo>
                  <a:pt x="174083" y="3079"/>
                  <a:pt x="179487" y="3849"/>
                  <a:pt x="184505" y="4233"/>
                </a:cubicBezTo>
                <a:cubicBezTo>
                  <a:pt x="180259" y="10776"/>
                  <a:pt x="173697" y="15009"/>
                  <a:pt x="168293" y="20012"/>
                </a:cubicBezTo>
                <a:cubicBezTo>
                  <a:pt x="154783" y="32328"/>
                  <a:pt x="135870" y="38101"/>
                  <a:pt x="125834" y="54649"/>
                </a:cubicBezTo>
                <a:cubicBezTo>
                  <a:pt x="114254" y="57728"/>
                  <a:pt x="105376" y="63501"/>
                  <a:pt x="98814" y="73892"/>
                </a:cubicBezTo>
                <a:cubicBezTo>
                  <a:pt x="79515" y="81589"/>
                  <a:pt x="78743" y="82744"/>
                  <a:pt x="87234" y="92750"/>
                </a:cubicBezTo>
                <a:cubicBezTo>
                  <a:pt x="87234" y="96983"/>
                  <a:pt x="87234" y="101217"/>
                  <a:pt x="86848" y="105450"/>
                </a:cubicBezTo>
                <a:cubicBezTo>
                  <a:pt x="68321" y="103526"/>
                  <a:pt x="49793" y="101986"/>
                  <a:pt x="32423" y="94674"/>
                </a:cubicBezTo>
                <a:cubicBezTo>
                  <a:pt x="26248" y="91980"/>
                  <a:pt x="18142" y="90825"/>
                  <a:pt x="16984" y="81974"/>
                </a:cubicBezTo>
                <a:cubicBezTo>
                  <a:pt x="21230" y="81589"/>
                  <a:pt x="25476" y="81204"/>
                  <a:pt x="31265" y="80819"/>
                </a:cubicBezTo>
                <a:cubicBezTo>
                  <a:pt x="24704" y="75816"/>
                  <a:pt x="20844" y="78125"/>
                  <a:pt x="16984" y="81974"/>
                </a:cubicBezTo>
                <a:cubicBezTo>
                  <a:pt x="0" y="63116"/>
                  <a:pt x="19300" y="63116"/>
                  <a:pt x="29335" y="58113"/>
                </a:cubicBezTo>
                <a:cubicBezTo>
                  <a:pt x="29335" y="70813"/>
                  <a:pt x="31651" y="80819"/>
                  <a:pt x="48249" y="73892"/>
                </a:cubicBezTo>
                <a:cubicBezTo>
                  <a:pt x="86076" y="55034"/>
                  <a:pt x="118114" y="28094"/>
                  <a:pt x="149379" y="0"/>
                </a:cubicBezTo>
                <a:cubicBezTo>
                  <a:pt x="154783" y="385"/>
                  <a:pt x="160187" y="770"/>
                  <a:pt x="165977" y="1539"/>
                </a:cubicBezTo>
                <a:cubicBezTo>
                  <a:pt x="166749" y="1924"/>
                  <a:pt x="167907" y="1924"/>
                  <a:pt x="169065" y="2309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C7A39-DA0B-4E55-972A-0039D9A9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827" y="2465398"/>
            <a:ext cx="136256" cy="101217"/>
          </a:xfrm>
          <a:custGeom xmlns:a="http://schemas.openxmlformats.org/drawingml/2006/main">
            <a:pathLst>
              <a:path w="136256" h="101217">
                <a:moveTo>
                  <a:pt x="103832" y="0"/>
                </a:moveTo>
                <a:cubicBezTo>
                  <a:pt x="114640" y="1155"/>
                  <a:pt x="125448" y="2694"/>
                  <a:pt x="136256" y="3849"/>
                </a:cubicBezTo>
                <a:cubicBezTo>
                  <a:pt x="130466" y="10776"/>
                  <a:pt x="124676" y="17318"/>
                  <a:pt x="119272" y="24246"/>
                </a:cubicBezTo>
                <a:cubicBezTo>
                  <a:pt x="108850" y="26940"/>
                  <a:pt x="101516" y="32328"/>
                  <a:pt x="99972" y="43488"/>
                </a:cubicBezTo>
                <a:cubicBezTo>
                  <a:pt x="77199" y="50801"/>
                  <a:pt x="60987" y="66195"/>
                  <a:pt x="48249" y="85822"/>
                </a:cubicBezTo>
                <a:cubicBezTo>
                  <a:pt x="33967" y="79665"/>
                  <a:pt x="32037" y="89671"/>
                  <a:pt x="30493" y="99677"/>
                </a:cubicBezTo>
                <a:cubicBezTo>
                  <a:pt x="20072" y="101217"/>
                  <a:pt x="10036" y="101217"/>
                  <a:pt x="0" y="98523"/>
                </a:cubicBezTo>
                <a:lnTo>
                  <a:pt x="0" y="89671"/>
                </a:lnTo>
                <a:cubicBezTo>
                  <a:pt x="12352" y="76971"/>
                  <a:pt x="26634" y="66580"/>
                  <a:pt x="39757" y="54649"/>
                </a:cubicBezTo>
                <a:cubicBezTo>
                  <a:pt x="60215" y="36176"/>
                  <a:pt x="87620" y="24631"/>
                  <a:pt x="103832" y="0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2AD65-1A3F-4585-9809-EBE8E52A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596" y="2462319"/>
            <a:ext cx="135484" cy="100447"/>
          </a:xfrm>
          <a:custGeom xmlns:a="http://schemas.openxmlformats.org/drawingml/2006/main">
            <a:pathLst>
              <a:path w="135484" h="100447">
                <a:moveTo>
                  <a:pt x="0" y="97753"/>
                </a:moveTo>
                <a:cubicBezTo>
                  <a:pt x="0" y="93519"/>
                  <a:pt x="0" y="89286"/>
                  <a:pt x="386" y="85053"/>
                </a:cubicBezTo>
                <a:cubicBezTo>
                  <a:pt x="5018" y="78895"/>
                  <a:pt x="11580" y="74277"/>
                  <a:pt x="11966" y="66195"/>
                </a:cubicBezTo>
                <a:cubicBezTo>
                  <a:pt x="24704" y="65040"/>
                  <a:pt x="35511" y="61192"/>
                  <a:pt x="38985" y="46952"/>
                </a:cubicBezTo>
                <a:cubicBezTo>
                  <a:pt x="66005" y="37331"/>
                  <a:pt x="86076" y="17318"/>
                  <a:pt x="108078" y="0"/>
                </a:cubicBezTo>
                <a:cubicBezTo>
                  <a:pt x="117342" y="1155"/>
                  <a:pt x="126220" y="2309"/>
                  <a:pt x="135484" y="3849"/>
                </a:cubicBezTo>
                <a:cubicBezTo>
                  <a:pt x="132782" y="12700"/>
                  <a:pt x="123904" y="15394"/>
                  <a:pt x="117728" y="20012"/>
                </a:cubicBezTo>
                <a:cubicBezTo>
                  <a:pt x="88006" y="42334"/>
                  <a:pt x="62145" y="69659"/>
                  <a:pt x="27406" y="85438"/>
                </a:cubicBezTo>
                <a:cubicBezTo>
                  <a:pt x="15054" y="82744"/>
                  <a:pt x="17756" y="95829"/>
                  <a:pt x="11966" y="99677"/>
                </a:cubicBezTo>
                <a:cubicBezTo>
                  <a:pt x="8106" y="100062"/>
                  <a:pt x="3860" y="100447"/>
                  <a:pt x="0" y="97753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F9A0AF-9249-4370-9018-C98AB739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620" y="2470401"/>
            <a:ext cx="123904" cy="96983"/>
          </a:xfrm>
          <a:custGeom xmlns:a="http://schemas.openxmlformats.org/drawingml/2006/main">
            <a:pathLst>
              <a:path w="123904" h="96983">
                <a:moveTo>
                  <a:pt x="96112" y="385"/>
                </a:moveTo>
                <a:cubicBezTo>
                  <a:pt x="105762" y="0"/>
                  <a:pt x="115026" y="770"/>
                  <a:pt x="123904" y="4233"/>
                </a:cubicBezTo>
                <a:cubicBezTo>
                  <a:pt x="119658" y="10776"/>
                  <a:pt x="113096" y="14624"/>
                  <a:pt x="107692" y="20012"/>
                </a:cubicBezTo>
                <a:cubicBezTo>
                  <a:pt x="95340" y="33097"/>
                  <a:pt x="75655" y="38870"/>
                  <a:pt x="69479" y="57728"/>
                </a:cubicBezTo>
                <a:cubicBezTo>
                  <a:pt x="58671" y="56958"/>
                  <a:pt x="52881" y="62346"/>
                  <a:pt x="50179" y="71968"/>
                </a:cubicBezTo>
                <a:cubicBezTo>
                  <a:pt x="42459" y="75046"/>
                  <a:pt x="35125" y="77356"/>
                  <a:pt x="30107" y="85438"/>
                </a:cubicBezTo>
                <a:cubicBezTo>
                  <a:pt x="23160" y="96983"/>
                  <a:pt x="10422" y="91595"/>
                  <a:pt x="386" y="93519"/>
                </a:cubicBezTo>
                <a:cubicBezTo>
                  <a:pt x="386" y="91210"/>
                  <a:pt x="386" y="88901"/>
                  <a:pt x="0" y="86207"/>
                </a:cubicBezTo>
                <a:cubicBezTo>
                  <a:pt x="16598" y="70428"/>
                  <a:pt x="33581" y="54264"/>
                  <a:pt x="50179" y="38485"/>
                </a:cubicBezTo>
                <a:cubicBezTo>
                  <a:pt x="60215" y="35791"/>
                  <a:pt x="67935" y="30403"/>
                  <a:pt x="69479" y="19243"/>
                </a:cubicBezTo>
                <a:cubicBezTo>
                  <a:pt x="83375" y="20012"/>
                  <a:pt x="89164" y="9621"/>
                  <a:pt x="96112" y="385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B639B-68B1-4459-82E5-5224566C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083" y="2449618"/>
            <a:ext cx="111938" cy="85438"/>
          </a:xfrm>
          <a:custGeom xmlns:a="http://schemas.openxmlformats.org/drawingml/2006/main">
            <a:pathLst>
              <a:path w="111938" h="85438">
                <a:moveTo>
                  <a:pt x="18914" y="78510"/>
                </a:moveTo>
                <a:cubicBezTo>
                  <a:pt x="2316" y="85438"/>
                  <a:pt x="0" y="75431"/>
                  <a:pt x="0" y="62731"/>
                </a:cubicBezTo>
                <a:cubicBezTo>
                  <a:pt x="1158" y="61577"/>
                  <a:pt x="2702" y="60422"/>
                  <a:pt x="3860" y="59267"/>
                </a:cubicBezTo>
                <a:cubicBezTo>
                  <a:pt x="20458" y="47337"/>
                  <a:pt x="37055" y="36176"/>
                  <a:pt x="53267" y="23861"/>
                </a:cubicBezTo>
                <a:cubicBezTo>
                  <a:pt x="60215" y="18473"/>
                  <a:pt x="72567" y="18088"/>
                  <a:pt x="73339" y="5773"/>
                </a:cubicBezTo>
                <a:cubicBezTo>
                  <a:pt x="78743" y="6543"/>
                  <a:pt x="82989" y="5388"/>
                  <a:pt x="85304" y="0"/>
                </a:cubicBezTo>
                <a:cubicBezTo>
                  <a:pt x="94182" y="1155"/>
                  <a:pt x="103060" y="2309"/>
                  <a:pt x="111938" y="3464"/>
                </a:cubicBezTo>
                <a:cubicBezTo>
                  <a:pt x="93024" y="18088"/>
                  <a:pt x="73725" y="32328"/>
                  <a:pt x="55583" y="48107"/>
                </a:cubicBezTo>
                <a:cubicBezTo>
                  <a:pt x="43231" y="57728"/>
                  <a:pt x="25862" y="62346"/>
                  <a:pt x="18914" y="78510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939E12-3929-406C-B79F-1E1A1588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066" y="2480407"/>
            <a:ext cx="108850" cy="61577"/>
          </a:xfrm>
          <a:custGeom xmlns:a="http://schemas.openxmlformats.org/drawingml/2006/main">
            <a:pathLst>
              <a:path w="108850" h="61577">
                <a:moveTo>
                  <a:pt x="59443" y="0"/>
                </a:moveTo>
                <a:cubicBezTo>
                  <a:pt x="74497" y="1155"/>
                  <a:pt x="89936" y="2309"/>
                  <a:pt x="104990" y="3464"/>
                </a:cubicBezTo>
                <a:cubicBezTo>
                  <a:pt x="106148" y="4233"/>
                  <a:pt x="107306" y="5003"/>
                  <a:pt x="108850" y="5773"/>
                </a:cubicBezTo>
                <a:cubicBezTo>
                  <a:pt x="79129" y="26940"/>
                  <a:pt x="47091" y="43104"/>
                  <a:pt x="13510" y="56958"/>
                </a:cubicBezTo>
                <a:cubicBezTo>
                  <a:pt x="8878" y="58883"/>
                  <a:pt x="3860" y="61577"/>
                  <a:pt x="0" y="55804"/>
                </a:cubicBezTo>
                <a:cubicBezTo>
                  <a:pt x="8492" y="45798"/>
                  <a:pt x="21616" y="40794"/>
                  <a:pt x="27792" y="28479"/>
                </a:cubicBezTo>
                <a:cubicBezTo>
                  <a:pt x="28949" y="27325"/>
                  <a:pt x="30493" y="25785"/>
                  <a:pt x="31651" y="24631"/>
                </a:cubicBezTo>
                <a:cubicBezTo>
                  <a:pt x="40529" y="23476"/>
                  <a:pt x="45933" y="18473"/>
                  <a:pt x="47091" y="9236"/>
                </a:cubicBezTo>
                <a:cubicBezTo>
                  <a:pt x="54425" y="10006"/>
                  <a:pt x="57127" y="5388"/>
                  <a:pt x="59443" y="0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BBB2F-5644-4599-BECD-25D1830D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325" y="2477328"/>
            <a:ext cx="103832" cy="82744"/>
          </a:xfrm>
          <a:custGeom xmlns:a="http://schemas.openxmlformats.org/drawingml/2006/main">
            <a:pathLst>
              <a:path w="103832" h="82744">
                <a:moveTo>
                  <a:pt x="88006" y="0"/>
                </a:moveTo>
                <a:cubicBezTo>
                  <a:pt x="93410" y="385"/>
                  <a:pt x="98814" y="770"/>
                  <a:pt x="103832" y="1539"/>
                </a:cubicBezTo>
                <a:cubicBezTo>
                  <a:pt x="103832" y="5003"/>
                  <a:pt x="103832" y="8852"/>
                  <a:pt x="103446" y="12315"/>
                </a:cubicBezTo>
                <a:cubicBezTo>
                  <a:pt x="94568" y="13470"/>
                  <a:pt x="88778" y="18088"/>
                  <a:pt x="88006" y="27709"/>
                </a:cubicBezTo>
                <a:cubicBezTo>
                  <a:pt x="85304" y="27709"/>
                  <a:pt x="84146" y="28864"/>
                  <a:pt x="84146" y="31558"/>
                </a:cubicBezTo>
                <a:cubicBezTo>
                  <a:pt x="68321" y="31173"/>
                  <a:pt x="62531" y="44643"/>
                  <a:pt x="53267" y="53880"/>
                </a:cubicBezTo>
                <a:cubicBezTo>
                  <a:pt x="36283" y="58113"/>
                  <a:pt x="28949" y="79665"/>
                  <a:pt x="9264" y="79280"/>
                </a:cubicBezTo>
                <a:cubicBezTo>
                  <a:pt x="5790" y="79280"/>
                  <a:pt x="1544" y="82744"/>
                  <a:pt x="386" y="76971"/>
                </a:cubicBezTo>
                <a:cubicBezTo>
                  <a:pt x="0" y="75046"/>
                  <a:pt x="3088" y="72737"/>
                  <a:pt x="4246" y="70813"/>
                </a:cubicBezTo>
                <a:cubicBezTo>
                  <a:pt x="10036" y="64271"/>
                  <a:pt x="18528" y="59652"/>
                  <a:pt x="22388" y="51186"/>
                </a:cubicBezTo>
                <a:cubicBezTo>
                  <a:pt x="47863" y="38101"/>
                  <a:pt x="65619" y="16164"/>
                  <a:pt x="88006" y="0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AACEE-D7DB-430F-ACC0-2C60A977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756" y="2461934"/>
            <a:ext cx="124290" cy="104680"/>
          </a:xfrm>
          <a:custGeom xmlns:a="http://schemas.openxmlformats.org/drawingml/2006/main">
            <a:pathLst>
              <a:path w="124290" h="104680">
                <a:moveTo>
                  <a:pt x="4632" y="85822"/>
                </a:moveTo>
                <a:cubicBezTo>
                  <a:pt x="38985" y="70043"/>
                  <a:pt x="64847" y="42334"/>
                  <a:pt x="94954" y="20397"/>
                </a:cubicBezTo>
                <a:cubicBezTo>
                  <a:pt x="101130" y="15779"/>
                  <a:pt x="110008" y="13085"/>
                  <a:pt x="112710" y="4233"/>
                </a:cubicBezTo>
                <a:cubicBezTo>
                  <a:pt x="116570" y="0"/>
                  <a:pt x="120430" y="1539"/>
                  <a:pt x="124290" y="3849"/>
                </a:cubicBezTo>
                <a:cubicBezTo>
                  <a:pt x="108078" y="28094"/>
                  <a:pt x="80673" y="40025"/>
                  <a:pt x="59443" y="58883"/>
                </a:cubicBezTo>
                <a:cubicBezTo>
                  <a:pt x="46319" y="70428"/>
                  <a:pt x="32037" y="80819"/>
                  <a:pt x="19686" y="93904"/>
                </a:cubicBezTo>
                <a:cubicBezTo>
                  <a:pt x="13896" y="94674"/>
                  <a:pt x="8878" y="96213"/>
                  <a:pt x="9264" y="103526"/>
                </a:cubicBezTo>
                <a:cubicBezTo>
                  <a:pt x="5790" y="104680"/>
                  <a:pt x="2702" y="104680"/>
                  <a:pt x="386" y="101601"/>
                </a:cubicBezTo>
                <a:cubicBezTo>
                  <a:pt x="0" y="95444"/>
                  <a:pt x="1930" y="90441"/>
                  <a:pt x="4632" y="85822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86EC2-EA2F-48CD-80D0-928D5701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942" y="2455007"/>
            <a:ext cx="69479" cy="53495"/>
          </a:xfrm>
          <a:custGeom xmlns:a="http://schemas.openxmlformats.org/drawingml/2006/main">
            <a:pathLst>
              <a:path w="69479" h="53495">
                <a:moveTo>
                  <a:pt x="69479" y="0"/>
                </a:moveTo>
                <a:cubicBezTo>
                  <a:pt x="68707" y="12315"/>
                  <a:pt x="56741" y="12700"/>
                  <a:pt x="49407" y="18088"/>
                </a:cubicBezTo>
                <a:cubicBezTo>
                  <a:pt x="33195" y="30403"/>
                  <a:pt x="16598" y="41949"/>
                  <a:pt x="0" y="53495"/>
                </a:cubicBezTo>
                <a:lnTo>
                  <a:pt x="0" y="47722"/>
                </a:lnTo>
                <a:cubicBezTo>
                  <a:pt x="20458" y="28479"/>
                  <a:pt x="43231" y="11930"/>
                  <a:pt x="69479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F1A16-838F-4BA0-811C-0797DBBF3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320" y="2545447"/>
            <a:ext cx="19686" cy="22706"/>
          </a:xfrm>
          <a:custGeom xmlns:a="http://schemas.openxmlformats.org/drawingml/2006/main">
            <a:pathLst>
              <a:path w="19686" h="22706">
                <a:moveTo>
                  <a:pt x="19300" y="11546"/>
                </a:moveTo>
                <a:cubicBezTo>
                  <a:pt x="19300" y="13855"/>
                  <a:pt x="19300" y="16164"/>
                  <a:pt x="19686" y="18858"/>
                </a:cubicBezTo>
                <a:cubicBezTo>
                  <a:pt x="13510" y="22706"/>
                  <a:pt x="6562" y="20782"/>
                  <a:pt x="0" y="20012"/>
                </a:cubicBezTo>
                <a:cubicBezTo>
                  <a:pt x="1544" y="10006"/>
                  <a:pt x="3474" y="0"/>
                  <a:pt x="17756" y="6158"/>
                </a:cubicBezTo>
                <a:cubicBezTo>
                  <a:pt x="18142" y="7697"/>
                  <a:pt x="18914" y="9621"/>
                  <a:pt x="19300" y="11546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704B80-639B-4FA8-9C13-B8E02C2A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4978" y="2508886"/>
            <a:ext cx="30879" cy="27325"/>
          </a:xfrm>
          <a:custGeom xmlns:a="http://schemas.openxmlformats.org/drawingml/2006/main">
            <a:pathLst>
              <a:path w="30879" h="27325">
                <a:moveTo>
                  <a:pt x="0" y="22322"/>
                </a:moveTo>
                <a:cubicBezTo>
                  <a:pt x="8878" y="13085"/>
                  <a:pt x="15054" y="0"/>
                  <a:pt x="30879" y="0"/>
                </a:cubicBezTo>
                <a:cubicBezTo>
                  <a:pt x="24704" y="12315"/>
                  <a:pt x="11580" y="17318"/>
                  <a:pt x="3088" y="27325"/>
                </a:cubicBezTo>
                <a:cubicBezTo>
                  <a:pt x="1930" y="25785"/>
                  <a:pt x="1158" y="23861"/>
                  <a:pt x="0" y="22322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82AC2-65B8-467E-B9D6-3D650618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799" y="2527359"/>
            <a:ext cx="19300" cy="20397"/>
          </a:xfrm>
          <a:custGeom xmlns:a="http://schemas.openxmlformats.org/drawingml/2006/main">
            <a:pathLst>
              <a:path w="19300" h="20397">
                <a:moveTo>
                  <a:pt x="19300" y="770"/>
                </a:moveTo>
                <a:cubicBezTo>
                  <a:pt x="15440" y="9236"/>
                  <a:pt x="7334" y="13855"/>
                  <a:pt x="1158" y="20397"/>
                </a:cubicBezTo>
                <a:cubicBezTo>
                  <a:pt x="772" y="18473"/>
                  <a:pt x="386" y="16934"/>
                  <a:pt x="0" y="15009"/>
                </a:cubicBezTo>
                <a:cubicBezTo>
                  <a:pt x="2702" y="5388"/>
                  <a:pt x="8492" y="0"/>
                  <a:pt x="19300" y="77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A989D-2A2E-42C4-A9D1-9755A456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948" y="2544678"/>
            <a:ext cx="15440" cy="18473"/>
          </a:xfrm>
          <a:custGeom xmlns:a="http://schemas.openxmlformats.org/drawingml/2006/main">
            <a:pathLst>
              <a:path w="15440" h="18473">
                <a:moveTo>
                  <a:pt x="15440" y="3079"/>
                </a:moveTo>
                <a:cubicBezTo>
                  <a:pt x="12738" y="7697"/>
                  <a:pt x="11194" y="12700"/>
                  <a:pt x="11194" y="18473"/>
                </a:cubicBezTo>
                <a:cubicBezTo>
                  <a:pt x="7334" y="18088"/>
                  <a:pt x="3474" y="17703"/>
                  <a:pt x="0" y="17318"/>
                </a:cubicBezTo>
                <a:cubicBezTo>
                  <a:pt x="5790" y="13470"/>
                  <a:pt x="3088" y="0"/>
                  <a:pt x="15440" y="3079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DD11D-53B2-4F41-9FB2-1EA1577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633" y="2555454"/>
            <a:ext cx="10808" cy="9621"/>
          </a:xfrm>
          <a:custGeom xmlns:a="http://schemas.openxmlformats.org/drawingml/2006/main">
            <a:pathLst>
              <a:path w="10808" h="9621">
                <a:moveTo>
                  <a:pt x="386" y="9621"/>
                </a:moveTo>
                <a:cubicBezTo>
                  <a:pt x="0" y="1924"/>
                  <a:pt x="5018" y="385"/>
                  <a:pt x="10808" y="0"/>
                </a:cubicBezTo>
                <a:lnTo>
                  <a:pt x="10808" y="8852"/>
                </a:lnTo>
                <a:cubicBezTo>
                  <a:pt x="7334" y="8852"/>
                  <a:pt x="3860" y="9236"/>
                  <a:pt x="386" y="9621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3D768-3DA1-482F-826A-7F3A0985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425" y="2322617"/>
            <a:ext cx="82603" cy="51570"/>
          </a:xfrm>
          <a:custGeom xmlns:a="http://schemas.openxmlformats.org/drawingml/2006/main">
            <a:pathLst>
              <a:path w="82603" h="51570">
                <a:moveTo>
                  <a:pt x="0" y="51570"/>
                </a:moveTo>
                <a:cubicBezTo>
                  <a:pt x="13510" y="35022"/>
                  <a:pt x="35125" y="30788"/>
                  <a:pt x="51723" y="18473"/>
                </a:cubicBezTo>
                <a:cubicBezTo>
                  <a:pt x="56741" y="14624"/>
                  <a:pt x="63303" y="13470"/>
                  <a:pt x="61759" y="5388"/>
                </a:cubicBezTo>
                <a:cubicBezTo>
                  <a:pt x="68321" y="0"/>
                  <a:pt x="74883" y="4618"/>
                  <a:pt x="81445" y="5773"/>
                </a:cubicBezTo>
                <a:cubicBezTo>
                  <a:pt x="82603" y="15779"/>
                  <a:pt x="72953" y="16164"/>
                  <a:pt x="67935" y="18473"/>
                </a:cubicBezTo>
                <a:cubicBezTo>
                  <a:pt x="45161" y="29249"/>
                  <a:pt x="26248" y="48492"/>
                  <a:pt x="0" y="5157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CF012C-F98C-4009-A4D7-AF50F49F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426" y="2332238"/>
            <a:ext cx="13510" cy="10006"/>
          </a:xfrm>
          <a:custGeom xmlns:a="http://schemas.openxmlformats.org/drawingml/2006/main">
            <a:pathLst>
              <a:path w="13510" h="10006">
                <a:moveTo>
                  <a:pt x="13510" y="385"/>
                </a:moveTo>
                <a:cubicBezTo>
                  <a:pt x="13124" y="5003"/>
                  <a:pt x="11194" y="9236"/>
                  <a:pt x="6176" y="9621"/>
                </a:cubicBezTo>
                <a:cubicBezTo>
                  <a:pt x="0" y="10006"/>
                  <a:pt x="1544" y="3849"/>
                  <a:pt x="772" y="0"/>
                </a:cubicBezTo>
                <a:cubicBezTo>
                  <a:pt x="5018" y="0"/>
                  <a:pt x="9264" y="385"/>
                  <a:pt x="13510" y="38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3F05B3-C1ED-4AFD-8B3D-050BE49B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0923" y="2326081"/>
            <a:ext cx="3860" cy="1924"/>
          </a:xfrm>
          <a:custGeom xmlns:a="http://schemas.openxmlformats.org/drawingml/2006/main">
            <a:pathLst>
              <a:path w="3860" h="1924">
                <a:moveTo>
                  <a:pt x="3860" y="1924"/>
                </a:moveTo>
                <a:lnTo>
                  <a:pt x="0" y="1924"/>
                </a:lnTo>
                <a:cubicBezTo>
                  <a:pt x="1544" y="0"/>
                  <a:pt x="2702" y="0"/>
                  <a:pt x="3860" y="1924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495D85-59A9-4BA2-9CC1-745D46FB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775" y="2354945"/>
            <a:ext cx="4632" cy="87362"/>
          </a:xfrm>
          <a:custGeom xmlns:a="http://schemas.openxmlformats.org/drawingml/2006/main">
            <a:pathLst>
              <a:path w="4632" h="87362">
                <a:moveTo>
                  <a:pt x="3474" y="86592"/>
                </a:moveTo>
                <a:cubicBezTo>
                  <a:pt x="2316" y="86977"/>
                  <a:pt x="1158" y="86977"/>
                  <a:pt x="0" y="87362"/>
                </a:cubicBezTo>
                <a:cubicBezTo>
                  <a:pt x="386" y="58498"/>
                  <a:pt x="772" y="29249"/>
                  <a:pt x="1158" y="385"/>
                </a:cubicBezTo>
                <a:cubicBezTo>
                  <a:pt x="2316" y="385"/>
                  <a:pt x="3474" y="385"/>
                  <a:pt x="4632" y="0"/>
                </a:cubicBezTo>
                <a:cubicBezTo>
                  <a:pt x="4246" y="28864"/>
                  <a:pt x="3860" y="57728"/>
                  <a:pt x="3474" y="86592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55286-2D40-4E19-995E-FF6555B4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7824" y="2373803"/>
            <a:ext cx="14282" cy="92750"/>
          </a:xfrm>
          <a:custGeom xmlns:a="http://schemas.openxmlformats.org/drawingml/2006/main">
            <a:pathLst>
              <a:path w="14282" h="92750">
                <a:moveTo>
                  <a:pt x="14282" y="92365"/>
                </a:moveTo>
                <a:cubicBezTo>
                  <a:pt x="10422" y="92365"/>
                  <a:pt x="6562" y="92750"/>
                  <a:pt x="3474" y="89286"/>
                </a:cubicBezTo>
                <a:cubicBezTo>
                  <a:pt x="5018" y="59652"/>
                  <a:pt x="0" y="29634"/>
                  <a:pt x="7334" y="385"/>
                </a:cubicBezTo>
                <a:cubicBezTo>
                  <a:pt x="8492" y="0"/>
                  <a:pt x="9264" y="0"/>
                  <a:pt x="10422" y="0"/>
                </a:cubicBezTo>
                <a:cubicBezTo>
                  <a:pt x="10808" y="23476"/>
                  <a:pt x="10808" y="46952"/>
                  <a:pt x="11194" y="70428"/>
                </a:cubicBezTo>
                <a:cubicBezTo>
                  <a:pt x="11580" y="77740"/>
                  <a:pt x="10422" y="85438"/>
                  <a:pt x="14282" y="92365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30EA9-9D63-496F-81ED-BA3DF3B4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614" y="2293368"/>
            <a:ext cx="5790" cy="80819"/>
          </a:xfrm>
          <a:custGeom xmlns:a="http://schemas.openxmlformats.org/drawingml/2006/main">
            <a:pathLst>
              <a:path w="5790" h="80819">
                <a:moveTo>
                  <a:pt x="4632" y="80434"/>
                </a:moveTo>
                <a:cubicBezTo>
                  <a:pt x="3474" y="80434"/>
                  <a:pt x="2316" y="80434"/>
                  <a:pt x="1544" y="80819"/>
                </a:cubicBezTo>
                <a:cubicBezTo>
                  <a:pt x="1158" y="55419"/>
                  <a:pt x="772" y="30019"/>
                  <a:pt x="0" y="4233"/>
                </a:cubicBezTo>
                <a:cubicBezTo>
                  <a:pt x="5404" y="0"/>
                  <a:pt x="4632" y="5003"/>
                  <a:pt x="5790" y="7697"/>
                </a:cubicBezTo>
                <a:cubicBezTo>
                  <a:pt x="5404" y="31943"/>
                  <a:pt x="5018" y="56189"/>
                  <a:pt x="4632" y="80434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14A02-5C69-4529-8DE0-BEAEE941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912" y="2724019"/>
            <a:ext cx="18914" cy="33097"/>
          </a:xfrm>
          <a:custGeom xmlns:a="http://schemas.openxmlformats.org/drawingml/2006/main">
            <a:pathLst>
              <a:path w="18914" h="33097">
                <a:moveTo>
                  <a:pt x="6176" y="0"/>
                </a:moveTo>
                <a:cubicBezTo>
                  <a:pt x="8492" y="385"/>
                  <a:pt x="10808" y="770"/>
                  <a:pt x="13124" y="1155"/>
                </a:cubicBezTo>
                <a:cubicBezTo>
                  <a:pt x="15054" y="3464"/>
                  <a:pt x="16984" y="5388"/>
                  <a:pt x="18914" y="7697"/>
                </a:cubicBezTo>
                <a:cubicBezTo>
                  <a:pt x="18528" y="9236"/>
                  <a:pt x="18528" y="10776"/>
                  <a:pt x="18142" y="12315"/>
                </a:cubicBezTo>
                <a:cubicBezTo>
                  <a:pt x="17756" y="15779"/>
                  <a:pt x="16984" y="19243"/>
                  <a:pt x="16598" y="22706"/>
                </a:cubicBezTo>
                <a:lnTo>
                  <a:pt x="16212" y="22706"/>
                </a:lnTo>
                <a:cubicBezTo>
                  <a:pt x="13124" y="23861"/>
                  <a:pt x="11194" y="33097"/>
                  <a:pt x="6948" y="25015"/>
                </a:cubicBezTo>
                <a:cubicBezTo>
                  <a:pt x="3474" y="17703"/>
                  <a:pt x="0" y="9621"/>
                  <a:pt x="2702" y="1155"/>
                </a:cubicBezTo>
                <a:cubicBezTo>
                  <a:pt x="4246" y="770"/>
                  <a:pt x="5018" y="385"/>
                  <a:pt x="6176" y="0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2F5EA-DEBC-433E-9CC7-1A25D60D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265" y="2720171"/>
            <a:ext cx="28563" cy="26940"/>
          </a:xfrm>
          <a:custGeom xmlns:a="http://schemas.openxmlformats.org/drawingml/2006/main">
            <a:pathLst>
              <a:path w="28563" h="26940">
                <a:moveTo>
                  <a:pt x="10422" y="0"/>
                </a:moveTo>
                <a:cubicBezTo>
                  <a:pt x="12738" y="385"/>
                  <a:pt x="15440" y="770"/>
                  <a:pt x="17756" y="1155"/>
                </a:cubicBezTo>
                <a:cubicBezTo>
                  <a:pt x="28563" y="12700"/>
                  <a:pt x="25476" y="21167"/>
                  <a:pt x="11966" y="26940"/>
                </a:cubicBezTo>
                <a:cubicBezTo>
                  <a:pt x="13124" y="17703"/>
                  <a:pt x="0" y="9621"/>
                  <a:pt x="10422" y="0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50D95-4399-4483-A9E9-9C56AC10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4895" y="2734025"/>
            <a:ext cx="13896" cy="14624"/>
          </a:xfrm>
          <a:custGeom xmlns:a="http://schemas.openxmlformats.org/drawingml/2006/main">
            <a:pathLst>
              <a:path w="13896" h="14624">
                <a:moveTo>
                  <a:pt x="0" y="12700"/>
                </a:moveTo>
                <a:cubicBezTo>
                  <a:pt x="386" y="9236"/>
                  <a:pt x="1158" y="5773"/>
                  <a:pt x="1544" y="2309"/>
                </a:cubicBezTo>
                <a:cubicBezTo>
                  <a:pt x="2702" y="2309"/>
                  <a:pt x="3474" y="1924"/>
                  <a:pt x="4632" y="1924"/>
                </a:cubicBezTo>
                <a:cubicBezTo>
                  <a:pt x="7334" y="3464"/>
                  <a:pt x="13896" y="0"/>
                  <a:pt x="12738" y="5003"/>
                </a:cubicBezTo>
                <a:cubicBezTo>
                  <a:pt x="11194" y="9236"/>
                  <a:pt x="6948" y="14624"/>
                  <a:pt x="0" y="1270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7AAF2A-90F3-430A-8B5C-E0285661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6053" y="2731331"/>
            <a:ext cx="3088" cy="4618"/>
          </a:xfrm>
          <a:custGeom xmlns:a="http://schemas.openxmlformats.org/drawingml/2006/main">
            <a:pathLst>
              <a:path w="3088" h="4618">
                <a:moveTo>
                  <a:pt x="3088" y="4233"/>
                </a:moveTo>
                <a:cubicBezTo>
                  <a:pt x="2316" y="4233"/>
                  <a:pt x="1158" y="4618"/>
                  <a:pt x="0" y="4618"/>
                </a:cubicBezTo>
                <a:cubicBezTo>
                  <a:pt x="386" y="3079"/>
                  <a:pt x="386" y="1539"/>
                  <a:pt x="772" y="0"/>
                </a:cubicBezTo>
                <a:cubicBezTo>
                  <a:pt x="1544" y="1539"/>
                  <a:pt x="2316" y="3079"/>
                  <a:pt x="3088" y="4233"/>
                </a:cubicBezTo>
              </a:path>
            </a:pathLst>
          </a:custGeom>
          <a:solidFill xmlns:a="http://schemas.openxmlformats.org/drawingml/2006/main">
            <a:srgbClr val="DE79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2CEC6-E6DA-449D-AC06-3510E2A9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070" y="2601636"/>
            <a:ext cx="5018" cy="22706"/>
          </a:xfrm>
          <a:custGeom xmlns:a="http://schemas.openxmlformats.org/drawingml/2006/main">
            <a:pathLst>
              <a:path w="5018" h="22706">
                <a:moveTo>
                  <a:pt x="5018" y="0"/>
                </a:moveTo>
                <a:lnTo>
                  <a:pt x="5018" y="22706"/>
                </a:lnTo>
                <a:cubicBezTo>
                  <a:pt x="0" y="15009"/>
                  <a:pt x="0" y="7312"/>
                  <a:pt x="5018" y="0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A0DBC5-CFE0-4F0E-BAEE-DB2F107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0613" y="2720940"/>
            <a:ext cx="3474" cy="3849"/>
          </a:xfrm>
          <a:custGeom xmlns:a="http://schemas.openxmlformats.org/drawingml/2006/main">
            <a:pathLst>
              <a:path w="3474" h="3849">
                <a:moveTo>
                  <a:pt x="3474" y="3079"/>
                </a:moveTo>
                <a:cubicBezTo>
                  <a:pt x="2316" y="3464"/>
                  <a:pt x="1158" y="3849"/>
                  <a:pt x="0" y="3849"/>
                </a:cubicBezTo>
                <a:cubicBezTo>
                  <a:pt x="772" y="2694"/>
                  <a:pt x="1544" y="1155"/>
                  <a:pt x="2316" y="0"/>
                </a:cubicBezTo>
                <a:cubicBezTo>
                  <a:pt x="3088" y="770"/>
                  <a:pt x="3474" y="1924"/>
                  <a:pt x="3474" y="3079"/>
                </a:cubicBezTo>
              </a:path>
            </a:pathLst>
          </a:custGeom>
          <a:solidFill xmlns:a="http://schemas.openxmlformats.org/drawingml/2006/main">
            <a:srgbClr val="F8C5C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28846-0615-48A1-9D03-0F17E427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444" y="2239874"/>
            <a:ext cx="10036" cy="103910"/>
          </a:xfrm>
          <a:custGeom xmlns:a="http://schemas.openxmlformats.org/drawingml/2006/main">
            <a:pathLst>
              <a:path w="10036" h="103910">
                <a:moveTo>
                  <a:pt x="6176" y="103910"/>
                </a:moveTo>
                <a:cubicBezTo>
                  <a:pt x="0" y="101217"/>
                  <a:pt x="1930" y="95444"/>
                  <a:pt x="1930" y="90825"/>
                </a:cubicBezTo>
                <a:cubicBezTo>
                  <a:pt x="1930" y="60422"/>
                  <a:pt x="2316" y="30403"/>
                  <a:pt x="2702" y="0"/>
                </a:cubicBezTo>
                <a:cubicBezTo>
                  <a:pt x="10036" y="18473"/>
                  <a:pt x="4632" y="37331"/>
                  <a:pt x="5790" y="56189"/>
                </a:cubicBezTo>
                <a:cubicBezTo>
                  <a:pt x="6562" y="72352"/>
                  <a:pt x="6176" y="88131"/>
                  <a:pt x="6176" y="103910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9928E-D2F1-4778-B991-D4BBCE54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453" y="2447694"/>
            <a:ext cx="5790" cy="138162"/>
          </a:xfrm>
          <a:custGeom xmlns:a="http://schemas.openxmlformats.org/drawingml/2006/main">
            <a:pathLst>
              <a:path w="5790" h="138162">
                <a:moveTo>
                  <a:pt x="386" y="138162"/>
                </a:moveTo>
                <a:cubicBezTo>
                  <a:pt x="386" y="91980"/>
                  <a:pt x="0" y="46182"/>
                  <a:pt x="0" y="0"/>
                </a:cubicBezTo>
                <a:cubicBezTo>
                  <a:pt x="5790" y="5773"/>
                  <a:pt x="3474" y="13470"/>
                  <a:pt x="3474" y="20012"/>
                </a:cubicBezTo>
                <a:cubicBezTo>
                  <a:pt x="3860" y="53110"/>
                  <a:pt x="3860" y="86592"/>
                  <a:pt x="3474" y="119689"/>
                </a:cubicBezTo>
                <a:cubicBezTo>
                  <a:pt x="3474" y="125847"/>
                  <a:pt x="5404" y="132390"/>
                  <a:pt x="386" y="138162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6B76A-B097-45F2-B8D6-E205E04A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8663" y="2412673"/>
            <a:ext cx="10808" cy="15779"/>
          </a:xfrm>
          <a:custGeom xmlns:a="http://schemas.openxmlformats.org/drawingml/2006/main">
            <a:pathLst>
              <a:path w="10808" h="15779">
                <a:moveTo>
                  <a:pt x="5018" y="15779"/>
                </a:moveTo>
                <a:cubicBezTo>
                  <a:pt x="386" y="10391"/>
                  <a:pt x="0" y="5003"/>
                  <a:pt x="5404" y="0"/>
                </a:cubicBezTo>
                <a:cubicBezTo>
                  <a:pt x="10808" y="5388"/>
                  <a:pt x="10808" y="10776"/>
                  <a:pt x="5018" y="15779"/>
                </a:cubicBezTo>
              </a:path>
            </a:pathLst>
          </a:custGeom>
          <a:solidFill xmlns:a="http://schemas.openxmlformats.org/drawingml/2006/main">
            <a:srgbClr val="F3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F274CB-272F-4016-8A46-CC9167F5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986" y="2612797"/>
            <a:ext cx="21230" cy="35407"/>
          </a:xfrm>
          <a:custGeom xmlns:a="http://schemas.openxmlformats.org/drawingml/2006/main">
            <a:pathLst>
              <a:path w="21230" h="35407">
                <a:moveTo>
                  <a:pt x="8878" y="0"/>
                </a:moveTo>
                <a:lnTo>
                  <a:pt x="13510" y="0"/>
                </a:lnTo>
                <a:cubicBezTo>
                  <a:pt x="21230" y="6927"/>
                  <a:pt x="20844" y="15779"/>
                  <a:pt x="16598" y="23861"/>
                </a:cubicBezTo>
                <a:cubicBezTo>
                  <a:pt x="10422" y="35407"/>
                  <a:pt x="9264" y="23861"/>
                  <a:pt x="6176" y="21167"/>
                </a:cubicBezTo>
                <a:cubicBezTo>
                  <a:pt x="4632" y="13855"/>
                  <a:pt x="0" y="6158"/>
                  <a:pt x="8878" y="0"/>
                </a:cubicBezTo>
              </a:path>
            </a:pathLst>
          </a:custGeom>
          <a:solidFill xmlns:a="http://schemas.openxmlformats.org/drawingml/2006/main">
            <a:srgbClr val="C7292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B8731-CE7E-4501-B55C-74E40DC9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168" y="2455391"/>
            <a:ext cx="10422" cy="88131"/>
          </a:xfrm>
          <a:custGeom xmlns:a="http://schemas.openxmlformats.org/drawingml/2006/main">
            <a:pathLst>
              <a:path w="10422" h="88131">
                <a:moveTo>
                  <a:pt x="10422" y="0"/>
                </a:moveTo>
                <a:cubicBezTo>
                  <a:pt x="9264" y="29249"/>
                  <a:pt x="8492" y="58883"/>
                  <a:pt x="7334" y="88131"/>
                </a:cubicBezTo>
                <a:cubicBezTo>
                  <a:pt x="0" y="59652"/>
                  <a:pt x="3860" y="31173"/>
                  <a:pt x="5404" y="2309"/>
                </a:cubicBezTo>
                <a:cubicBezTo>
                  <a:pt x="5790" y="1539"/>
                  <a:pt x="8878" y="770"/>
                  <a:pt x="10422" y="0"/>
                </a:cubicBezTo>
              </a:path>
            </a:pathLst>
          </a:custGeom>
          <a:solidFill xmlns:a="http://schemas.openxmlformats.org/drawingml/2006/main">
            <a:srgbClr val="FACCC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DA906-F3DF-4D3E-8013-DAA1325C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934" y="2393430"/>
            <a:ext cx="72953" cy="57728"/>
          </a:xfrm>
          <a:custGeom xmlns:a="http://schemas.openxmlformats.org/drawingml/2006/main">
            <a:pathLst>
              <a:path w="72953" h="57728">
                <a:moveTo>
                  <a:pt x="0" y="57728"/>
                </a:moveTo>
                <a:cubicBezTo>
                  <a:pt x="772" y="43873"/>
                  <a:pt x="14282" y="40410"/>
                  <a:pt x="22388" y="34252"/>
                </a:cubicBezTo>
                <a:cubicBezTo>
                  <a:pt x="38599" y="22322"/>
                  <a:pt x="50951" y="3849"/>
                  <a:pt x="72953" y="0"/>
                </a:cubicBezTo>
                <a:cubicBezTo>
                  <a:pt x="52495" y="23476"/>
                  <a:pt x="26634" y="41179"/>
                  <a:pt x="0" y="57728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82E453-4CA1-415D-8E0E-E0CDD8FA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1369" y="2397279"/>
            <a:ext cx="66777" cy="50031"/>
          </a:xfrm>
          <a:custGeom xmlns:a="http://schemas.openxmlformats.org/drawingml/2006/main">
            <a:pathLst>
              <a:path w="66777" h="50031">
                <a:moveTo>
                  <a:pt x="386" y="50031"/>
                </a:moveTo>
                <a:cubicBezTo>
                  <a:pt x="0" y="41949"/>
                  <a:pt x="6562" y="39640"/>
                  <a:pt x="11580" y="36561"/>
                </a:cubicBezTo>
                <a:cubicBezTo>
                  <a:pt x="30493" y="25400"/>
                  <a:pt x="44775" y="7697"/>
                  <a:pt x="66005" y="0"/>
                </a:cubicBezTo>
                <a:cubicBezTo>
                  <a:pt x="66777" y="6158"/>
                  <a:pt x="62917" y="9621"/>
                  <a:pt x="58671" y="12315"/>
                </a:cubicBezTo>
                <a:cubicBezTo>
                  <a:pt x="38213" y="23476"/>
                  <a:pt x="23546" y="43104"/>
                  <a:pt x="386" y="50031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9C97B-CC69-4662-A067-8344BE9C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373" y="2388427"/>
            <a:ext cx="15440" cy="10391"/>
          </a:xfrm>
          <a:custGeom xmlns:a="http://schemas.openxmlformats.org/drawingml/2006/main">
            <a:pathLst>
              <a:path w="15440" h="10391">
                <a:moveTo>
                  <a:pt x="0" y="8852"/>
                </a:moveTo>
                <a:cubicBezTo>
                  <a:pt x="3088" y="1924"/>
                  <a:pt x="8492" y="0"/>
                  <a:pt x="15440" y="1155"/>
                </a:cubicBezTo>
                <a:cubicBezTo>
                  <a:pt x="12352" y="7697"/>
                  <a:pt x="7334" y="10391"/>
                  <a:pt x="0" y="8852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5B51D4-5029-40C6-8034-1A9B9BCF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997" y="2452312"/>
            <a:ext cx="100744" cy="75816"/>
          </a:xfrm>
          <a:custGeom xmlns:a="http://schemas.openxmlformats.org/drawingml/2006/main">
            <a:pathLst>
              <a:path w="100744" h="75816">
                <a:moveTo>
                  <a:pt x="0" y="75816"/>
                </a:moveTo>
                <a:cubicBezTo>
                  <a:pt x="7334" y="59652"/>
                  <a:pt x="24704" y="55034"/>
                  <a:pt x="36669" y="44643"/>
                </a:cubicBezTo>
                <a:cubicBezTo>
                  <a:pt x="54811" y="29249"/>
                  <a:pt x="74111" y="15009"/>
                  <a:pt x="93024" y="0"/>
                </a:cubicBezTo>
                <a:cubicBezTo>
                  <a:pt x="95726" y="770"/>
                  <a:pt x="98428" y="1539"/>
                  <a:pt x="100744" y="2309"/>
                </a:cubicBezTo>
                <a:cubicBezTo>
                  <a:pt x="69865" y="30019"/>
                  <a:pt x="37827" y="57343"/>
                  <a:pt x="0" y="75816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0E270-A8DA-47F2-8BAB-97C83935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0967" y="2457701"/>
            <a:ext cx="69093" cy="51186"/>
          </a:xfrm>
          <a:custGeom xmlns:a="http://schemas.openxmlformats.org/drawingml/2006/main">
            <a:pathLst>
              <a:path w="69093" h="51186">
                <a:moveTo>
                  <a:pt x="69093" y="4233"/>
                </a:moveTo>
                <a:cubicBezTo>
                  <a:pt x="47091" y="21552"/>
                  <a:pt x="27020" y="41564"/>
                  <a:pt x="0" y="51186"/>
                </a:cubicBezTo>
                <a:cubicBezTo>
                  <a:pt x="10036" y="34637"/>
                  <a:pt x="28949" y="28864"/>
                  <a:pt x="42459" y="16549"/>
                </a:cubicBezTo>
                <a:cubicBezTo>
                  <a:pt x="48249" y="11546"/>
                  <a:pt x="54811" y="7312"/>
                  <a:pt x="58671" y="770"/>
                </a:cubicBezTo>
                <a:cubicBezTo>
                  <a:pt x="62531" y="385"/>
                  <a:pt x="66391" y="0"/>
                  <a:pt x="69093" y="4233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C3092-47AA-44C9-943D-7E01CAB4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99" y="2473095"/>
            <a:ext cx="65233" cy="55034"/>
          </a:xfrm>
          <a:custGeom xmlns:a="http://schemas.openxmlformats.org/drawingml/2006/main">
            <a:pathLst>
              <a:path w="65233" h="55034">
                <a:moveTo>
                  <a:pt x="65233" y="4233"/>
                </a:moveTo>
                <a:cubicBezTo>
                  <a:pt x="42845" y="20012"/>
                  <a:pt x="25090" y="41949"/>
                  <a:pt x="0" y="55034"/>
                </a:cubicBezTo>
                <a:cubicBezTo>
                  <a:pt x="6176" y="35791"/>
                  <a:pt x="25862" y="30019"/>
                  <a:pt x="38213" y="17318"/>
                </a:cubicBezTo>
                <a:cubicBezTo>
                  <a:pt x="43231" y="11930"/>
                  <a:pt x="50179" y="8082"/>
                  <a:pt x="54425" y="1539"/>
                </a:cubicBezTo>
                <a:cubicBezTo>
                  <a:pt x="58285" y="1155"/>
                  <a:pt x="62531" y="0"/>
                  <a:pt x="65233" y="4233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33AC8-D2C2-43C4-B209-0766CC07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99" y="2469631"/>
            <a:ext cx="26634" cy="21167"/>
          </a:xfrm>
          <a:custGeom xmlns:a="http://schemas.openxmlformats.org/drawingml/2006/main">
            <a:pathLst>
              <a:path w="26634" h="21167">
                <a:moveTo>
                  <a:pt x="26634" y="1155"/>
                </a:moveTo>
                <a:cubicBezTo>
                  <a:pt x="19686" y="10391"/>
                  <a:pt x="14282" y="21167"/>
                  <a:pt x="0" y="20397"/>
                </a:cubicBezTo>
                <a:cubicBezTo>
                  <a:pt x="5790" y="13470"/>
                  <a:pt x="11580" y="6927"/>
                  <a:pt x="16984" y="0"/>
                </a:cubicBezTo>
                <a:cubicBezTo>
                  <a:pt x="20458" y="0"/>
                  <a:pt x="23546" y="385"/>
                  <a:pt x="26634" y="115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EA8D75-6E58-4D8E-B14B-8B1DCA2C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157" y="2476943"/>
            <a:ext cx="12352" cy="13470"/>
          </a:xfrm>
          <a:custGeom xmlns:a="http://schemas.openxmlformats.org/drawingml/2006/main">
            <a:pathLst>
              <a:path w="12352" h="13470">
                <a:moveTo>
                  <a:pt x="0" y="12700"/>
                </a:moveTo>
                <a:cubicBezTo>
                  <a:pt x="0" y="9236"/>
                  <a:pt x="0" y="5388"/>
                  <a:pt x="386" y="1924"/>
                </a:cubicBezTo>
                <a:cubicBezTo>
                  <a:pt x="4632" y="0"/>
                  <a:pt x="8492" y="770"/>
                  <a:pt x="12352" y="3464"/>
                </a:cubicBezTo>
                <a:cubicBezTo>
                  <a:pt x="10036" y="8852"/>
                  <a:pt x="7334" y="13470"/>
                  <a:pt x="0" y="1270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F66B8B-E274-49A3-8877-FA2327E4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38" y="2455391"/>
            <a:ext cx="3474" cy="1155"/>
          </a:xfrm>
          <a:custGeom xmlns:a="http://schemas.openxmlformats.org/drawingml/2006/main">
            <a:pathLst>
              <a:path w="3474" h="1155">
                <a:moveTo>
                  <a:pt x="3474" y="1155"/>
                </a:moveTo>
                <a:cubicBezTo>
                  <a:pt x="2316" y="1155"/>
                  <a:pt x="1158" y="770"/>
                  <a:pt x="0" y="770"/>
                </a:cubicBezTo>
                <a:cubicBezTo>
                  <a:pt x="1544" y="0"/>
                  <a:pt x="2702" y="385"/>
                  <a:pt x="3474" y="115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06421-A148-4D49-8F3E-8CEBFC41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8432" y="2412672"/>
            <a:ext cx="42459" cy="38485"/>
          </a:xfrm>
          <a:custGeom xmlns:a="http://schemas.openxmlformats.org/drawingml/2006/main">
            <a:pathLst>
              <a:path w="42459" h="38485">
                <a:moveTo>
                  <a:pt x="42459" y="0"/>
                </a:moveTo>
                <a:cubicBezTo>
                  <a:pt x="34353" y="19243"/>
                  <a:pt x="16598" y="28094"/>
                  <a:pt x="0" y="38485"/>
                </a:cubicBezTo>
                <a:cubicBezTo>
                  <a:pt x="8492" y="19243"/>
                  <a:pt x="25862" y="10391"/>
                  <a:pt x="42459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50878-B0B9-4A52-8E6A-44CF92F1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891" y="2393430"/>
            <a:ext cx="23160" cy="19243"/>
          </a:xfrm>
          <a:custGeom xmlns:a="http://schemas.openxmlformats.org/drawingml/2006/main">
            <a:pathLst>
              <a:path w="23160" h="19243">
                <a:moveTo>
                  <a:pt x="16212" y="385"/>
                </a:moveTo>
                <a:cubicBezTo>
                  <a:pt x="18528" y="385"/>
                  <a:pt x="20844" y="0"/>
                  <a:pt x="23160" y="0"/>
                </a:cubicBezTo>
                <a:cubicBezTo>
                  <a:pt x="20072" y="11930"/>
                  <a:pt x="13124" y="19243"/>
                  <a:pt x="0" y="19243"/>
                </a:cubicBezTo>
                <a:cubicBezTo>
                  <a:pt x="5404" y="13085"/>
                  <a:pt x="10808" y="6543"/>
                  <a:pt x="16212" y="38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0200DB-72F8-412C-914B-DDF8DCB9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259" y="2385348"/>
            <a:ext cx="9264" cy="4233"/>
          </a:xfrm>
          <a:custGeom xmlns:a="http://schemas.openxmlformats.org/drawingml/2006/main">
            <a:pathLst>
              <a:path w="9264" h="4233">
                <a:moveTo>
                  <a:pt x="0" y="3849"/>
                </a:moveTo>
                <a:cubicBezTo>
                  <a:pt x="1158" y="2694"/>
                  <a:pt x="2702" y="1539"/>
                  <a:pt x="3860" y="0"/>
                </a:cubicBezTo>
                <a:cubicBezTo>
                  <a:pt x="5790" y="385"/>
                  <a:pt x="9264" y="0"/>
                  <a:pt x="8106" y="3079"/>
                </a:cubicBezTo>
                <a:cubicBezTo>
                  <a:pt x="8106" y="4233"/>
                  <a:pt x="3088" y="3849"/>
                  <a:pt x="0" y="3849"/>
                </a:cubicBezTo>
              </a:path>
            </a:pathLst>
          </a:custGeom>
          <a:solidFill xmlns:a="http://schemas.openxmlformats.org/drawingml/2006/main">
            <a:srgbClr val="B7CFE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36C288-18AC-4A5B-BDFB-354440AD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331" y="2427682"/>
            <a:ext cx="7720" cy="5003"/>
          </a:xfrm>
          <a:custGeom xmlns:a="http://schemas.openxmlformats.org/drawingml/2006/main">
            <a:pathLst>
              <a:path w="7720" h="5003">
                <a:moveTo>
                  <a:pt x="7720" y="385"/>
                </a:moveTo>
                <a:cubicBezTo>
                  <a:pt x="6176" y="3849"/>
                  <a:pt x="3474" y="5003"/>
                  <a:pt x="0" y="4233"/>
                </a:cubicBezTo>
                <a:cubicBezTo>
                  <a:pt x="1544" y="385"/>
                  <a:pt x="4246" y="0"/>
                  <a:pt x="7720" y="385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D5D63-880B-4A23-98E9-CFA741B3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9706" y="2442306"/>
            <a:ext cx="83761" cy="48876"/>
          </a:xfrm>
          <a:custGeom xmlns:a="http://schemas.openxmlformats.org/drawingml/2006/main">
            <a:pathLst>
              <a:path w="83761" h="48876">
                <a:moveTo>
                  <a:pt x="0" y="46567"/>
                </a:moveTo>
                <a:cubicBezTo>
                  <a:pt x="25476" y="26170"/>
                  <a:pt x="54811" y="13470"/>
                  <a:pt x="83761" y="0"/>
                </a:cubicBezTo>
                <a:cubicBezTo>
                  <a:pt x="58671" y="20012"/>
                  <a:pt x="32037" y="37331"/>
                  <a:pt x="1544" y="48876"/>
                </a:cubicBezTo>
                <a:cubicBezTo>
                  <a:pt x="1158" y="48107"/>
                  <a:pt x="386" y="47337"/>
                  <a:pt x="0" y="46567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11BFE0-60CF-4DEA-8187-D5630223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9570" y="2470400"/>
            <a:ext cx="50179" cy="34637"/>
          </a:xfrm>
          <a:custGeom xmlns:a="http://schemas.openxmlformats.org/drawingml/2006/main">
            <a:pathLst>
              <a:path w="50179" h="34637">
                <a:moveTo>
                  <a:pt x="0" y="34637"/>
                </a:moveTo>
                <a:cubicBezTo>
                  <a:pt x="11580" y="15779"/>
                  <a:pt x="31265" y="8467"/>
                  <a:pt x="50179" y="0"/>
                </a:cubicBezTo>
                <a:cubicBezTo>
                  <a:pt x="38213" y="18088"/>
                  <a:pt x="18142" y="25015"/>
                  <a:pt x="0" y="34637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C10F51-6F25-4C87-84A2-7788370C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9750" y="2451158"/>
            <a:ext cx="30879" cy="19243"/>
          </a:xfrm>
          <a:custGeom xmlns:a="http://schemas.openxmlformats.org/drawingml/2006/main">
            <a:pathLst>
              <a:path w="30879" h="19243">
                <a:moveTo>
                  <a:pt x="23160" y="0"/>
                </a:moveTo>
                <a:cubicBezTo>
                  <a:pt x="24704" y="3079"/>
                  <a:pt x="27792" y="3464"/>
                  <a:pt x="30879" y="3849"/>
                </a:cubicBezTo>
                <a:cubicBezTo>
                  <a:pt x="21230" y="10391"/>
                  <a:pt x="12738" y="19243"/>
                  <a:pt x="0" y="19243"/>
                </a:cubicBezTo>
                <a:cubicBezTo>
                  <a:pt x="6176" y="10776"/>
                  <a:pt x="12352" y="2309"/>
                  <a:pt x="2316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324DE-B450-4A8C-BD19-2F1DF4D4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294" y="2451158"/>
            <a:ext cx="34739" cy="19243"/>
          </a:xfrm>
          <a:custGeom xmlns:a="http://schemas.openxmlformats.org/drawingml/2006/main">
            <a:pathLst>
              <a:path w="34739" h="19243">
                <a:moveTo>
                  <a:pt x="0" y="19243"/>
                </a:moveTo>
                <a:cubicBezTo>
                  <a:pt x="8492" y="7697"/>
                  <a:pt x="21616" y="3849"/>
                  <a:pt x="34739" y="0"/>
                </a:cubicBezTo>
                <a:cubicBezTo>
                  <a:pt x="27406" y="14240"/>
                  <a:pt x="13896" y="17318"/>
                  <a:pt x="0" y="19243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8FA22-EA6B-4323-8107-DC4DB2C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3561" y="2508886"/>
            <a:ext cx="27020" cy="19243"/>
          </a:xfrm>
          <a:custGeom xmlns:a="http://schemas.openxmlformats.org/drawingml/2006/main">
            <a:pathLst>
              <a:path w="27020" h="19243">
                <a:moveTo>
                  <a:pt x="27020" y="0"/>
                </a:moveTo>
                <a:cubicBezTo>
                  <a:pt x="23546" y="13855"/>
                  <a:pt x="12738" y="18088"/>
                  <a:pt x="0" y="19243"/>
                </a:cubicBezTo>
                <a:cubicBezTo>
                  <a:pt x="6562" y="9236"/>
                  <a:pt x="15826" y="3079"/>
                  <a:pt x="2702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76CA1-3C03-4D18-80B4-3B25F8F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3876" y="2528128"/>
            <a:ext cx="19686" cy="18858"/>
          </a:xfrm>
          <a:custGeom xmlns:a="http://schemas.openxmlformats.org/drawingml/2006/main">
            <a:pathLst>
              <a:path w="19686" h="18858">
                <a:moveTo>
                  <a:pt x="19686" y="0"/>
                </a:moveTo>
                <a:cubicBezTo>
                  <a:pt x="19300" y="8467"/>
                  <a:pt x="12738" y="13085"/>
                  <a:pt x="8106" y="18858"/>
                </a:cubicBezTo>
                <a:cubicBezTo>
                  <a:pt x="0" y="8852"/>
                  <a:pt x="386" y="7697"/>
                  <a:pt x="19686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54AE5-B659-46CC-9452-B5E17F8F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731" y="2530053"/>
            <a:ext cx="14282" cy="6158"/>
          </a:xfrm>
          <a:custGeom xmlns:a="http://schemas.openxmlformats.org/drawingml/2006/main">
            <a:pathLst>
              <a:path w="14282" h="6158">
                <a:moveTo>
                  <a:pt x="0" y="6158"/>
                </a:moveTo>
                <a:cubicBezTo>
                  <a:pt x="3860" y="2309"/>
                  <a:pt x="7720" y="0"/>
                  <a:pt x="14282" y="5003"/>
                </a:cubicBezTo>
                <a:cubicBezTo>
                  <a:pt x="8492" y="5388"/>
                  <a:pt x="4246" y="5773"/>
                  <a:pt x="0" y="6158"/>
                </a:cubicBezTo>
              </a:path>
            </a:pathLst>
          </a:custGeom>
          <a:solidFill xmlns:a="http://schemas.openxmlformats.org/drawingml/2006/main">
            <a:srgbClr val="BDD3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AE82D-4B62-470A-8B26-9F857B54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076" y="2508886"/>
            <a:ext cx="51723" cy="48107"/>
          </a:xfrm>
          <a:custGeom xmlns:a="http://schemas.openxmlformats.org/drawingml/2006/main">
            <a:pathLst>
              <a:path w="51723" h="48107">
                <a:moveTo>
                  <a:pt x="1544" y="48107"/>
                </a:moveTo>
                <a:cubicBezTo>
                  <a:pt x="1158" y="46182"/>
                  <a:pt x="386" y="44258"/>
                  <a:pt x="0" y="42334"/>
                </a:cubicBezTo>
                <a:cubicBezTo>
                  <a:pt x="12738" y="22706"/>
                  <a:pt x="28949" y="7312"/>
                  <a:pt x="51723" y="0"/>
                </a:cubicBezTo>
                <a:cubicBezTo>
                  <a:pt x="35125" y="16164"/>
                  <a:pt x="18528" y="31943"/>
                  <a:pt x="1544" y="48107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4BB39-3BD4-41B9-8172-A02DEDD0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799" y="2489643"/>
            <a:ext cx="19300" cy="19243"/>
          </a:xfrm>
          <a:custGeom xmlns:a="http://schemas.openxmlformats.org/drawingml/2006/main">
            <a:pathLst>
              <a:path w="19300" h="19243">
                <a:moveTo>
                  <a:pt x="19300" y="0"/>
                </a:moveTo>
                <a:cubicBezTo>
                  <a:pt x="17756" y="11546"/>
                  <a:pt x="10036" y="16549"/>
                  <a:pt x="0" y="19243"/>
                </a:cubicBezTo>
                <a:cubicBezTo>
                  <a:pt x="1544" y="8082"/>
                  <a:pt x="8878" y="2694"/>
                  <a:pt x="19300" y="0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14C2D-2C73-4DC8-AD1A-FA6A7215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717" y="2489643"/>
            <a:ext cx="15440" cy="15394"/>
          </a:xfrm>
          <a:custGeom xmlns:a="http://schemas.openxmlformats.org/drawingml/2006/main">
            <a:pathLst>
              <a:path w="15440" h="15394">
                <a:moveTo>
                  <a:pt x="0" y="15394"/>
                </a:moveTo>
                <a:cubicBezTo>
                  <a:pt x="772" y="6158"/>
                  <a:pt x="6562" y="1539"/>
                  <a:pt x="15440" y="0"/>
                </a:cubicBezTo>
                <a:cubicBezTo>
                  <a:pt x="14668" y="9236"/>
                  <a:pt x="8878" y="14240"/>
                  <a:pt x="0" y="15394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1DB115-D43D-4A1F-B024-C5BF7870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857" y="2505037"/>
            <a:ext cx="3860" cy="3849"/>
          </a:xfrm>
          <a:custGeom xmlns:a="http://schemas.openxmlformats.org/drawingml/2006/main">
            <a:pathLst>
              <a:path w="3860" h="3849">
                <a:moveTo>
                  <a:pt x="0" y="3849"/>
                </a:moveTo>
                <a:cubicBezTo>
                  <a:pt x="0" y="1539"/>
                  <a:pt x="1158" y="0"/>
                  <a:pt x="3860" y="0"/>
                </a:cubicBezTo>
                <a:cubicBezTo>
                  <a:pt x="2702" y="1539"/>
                  <a:pt x="1158" y="2694"/>
                  <a:pt x="0" y="3849"/>
                </a:cubicBezTo>
              </a:path>
            </a:pathLst>
          </a:custGeom>
          <a:solidFill xmlns:a="http://schemas.openxmlformats.org/drawingml/2006/main">
            <a:srgbClr val="71B5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DFA92-EEE5-4E52-830A-480D593F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883" y="2036132"/>
            <a:ext cx="571071" cy="1167891"/>
          </a:xfrm>
          <a:custGeom xmlns:a="http://schemas.openxmlformats.org/drawingml/2006/main">
            <a:pathLst>
              <a:path w="571071" h="1167891">
                <a:moveTo>
                  <a:pt x="486183" y="1167283"/>
                </a:moveTo>
                <a:lnTo>
                  <a:pt x="488997" y="1167284"/>
                </a:lnTo>
                <a:lnTo>
                  <a:pt x="491812" y="1167286"/>
                </a:lnTo>
                <a:lnTo>
                  <a:pt x="494629" y="1167289"/>
                </a:lnTo>
                <a:lnTo>
                  <a:pt x="497450" y="1167294"/>
                </a:lnTo>
                <a:lnTo>
                  <a:pt x="500273" y="1167301"/>
                </a:lnTo>
                <a:lnTo>
                  <a:pt x="503101" y="1167310"/>
                </a:lnTo>
                <a:lnTo>
                  <a:pt x="505933" y="1167321"/>
                </a:lnTo>
                <a:lnTo>
                  <a:pt x="508770" y="1167336"/>
                </a:lnTo>
                <a:lnTo>
                  <a:pt x="511612" y="1167353"/>
                </a:lnTo>
                <a:lnTo>
                  <a:pt x="514461" y="1167374"/>
                </a:lnTo>
                <a:lnTo>
                  <a:pt x="517316" y="1167399"/>
                </a:lnTo>
                <a:lnTo>
                  <a:pt x="520178" y="1167428"/>
                </a:lnTo>
                <a:lnTo>
                  <a:pt x="523049" y="1167462"/>
                </a:lnTo>
                <a:lnTo>
                  <a:pt x="525927" y="1167500"/>
                </a:lnTo>
                <a:lnTo>
                  <a:pt x="528815" y="1167543"/>
                </a:lnTo>
                <a:lnTo>
                  <a:pt x="531712" y="1167592"/>
                </a:lnTo>
                <a:lnTo>
                  <a:pt x="534619" y="1167647"/>
                </a:lnTo>
                <a:lnTo>
                  <a:pt x="537536" y="1167707"/>
                </a:lnTo>
                <a:lnTo>
                  <a:pt x="540465" y="1167774"/>
                </a:lnTo>
                <a:lnTo>
                  <a:pt x="543405" y="1167848"/>
                </a:lnTo>
                <a:lnTo>
                  <a:pt x="544987" y="1167891"/>
                </a:lnTo>
                <a:lnTo>
                  <a:pt x="549729" y="1167891"/>
                </a:lnTo>
                <a:lnTo>
                  <a:pt x="549900" y="1167838"/>
                </a:lnTo>
                <a:lnTo>
                  <a:pt x="550487" y="1167670"/>
                </a:lnTo>
                <a:lnTo>
                  <a:pt x="551082" y="1167510"/>
                </a:lnTo>
                <a:lnTo>
                  <a:pt x="551684" y="1167357"/>
                </a:lnTo>
                <a:lnTo>
                  <a:pt x="552290" y="1167209"/>
                </a:lnTo>
                <a:lnTo>
                  <a:pt x="552901" y="1167065"/>
                </a:lnTo>
                <a:lnTo>
                  <a:pt x="553513" y="1166922"/>
                </a:lnTo>
                <a:lnTo>
                  <a:pt x="554125" y="1166780"/>
                </a:lnTo>
                <a:lnTo>
                  <a:pt x="554737" y="1166637"/>
                </a:lnTo>
                <a:lnTo>
                  <a:pt x="555345" y="1166490"/>
                </a:lnTo>
                <a:lnTo>
                  <a:pt x="555949" y="1166339"/>
                </a:lnTo>
                <a:lnTo>
                  <a:pt x="556547" y="1166183"/>
                </a:lnTo>
                <a:lnTo>
                  <a:pt x="557137" y="1166018"/>
                </a:lnTo>
                <a:lnTo>
                  <a:pt x="557718" y="1165844"/>
                </a:lnTo>
                <a:lnTo>
                  <a:pt x="558289" y="1165660"/>
                </a:lnTo>
                <a:lnTo>
                  <a:pt x="558846" y="1165463"/>
                </a:lnTo>
                <a:lnTo>
                  <a:pt x="559390" y="1165252"/>
                </a:lnTo>
                <a:lnTo>
                  <a:pt x="559919" y="1165025"/>
                </a:lnTo>
                <a:lnTo>
                  <a:pt x="560430" y="1164781"/>
                </a:lnTo>
                <a:lnTo>
                  <a:pt x="560923" y="1164519"/>
                </a:lnTo>
                <a:lnTo>
                  <a:pt x="561395" y="1164236"/>
                </a:lnTo>
                <a:lnTo>
                  <a:pt x="561845" y="1163931"/>
                </a:lnTo>
                <a:lnTo>
                  <a:pt x="562272" y="1163602"/>
                </a:lnTo>
                <a:lnTo>
                  <a:pt x="562674" y="1163249"/>
                </a:lnTo>
                <a:lnTo>
                  <a:pt x="563220" y="1162712"/>
                </a:lnTo>
                <a:lnTo>
                  <a:pt x="563762" y="1162157"/>
                </a:lnTo>
                <a:lnTo>
                  <a:pt x="564297" y="1161585"/>
                </a:lnTo>
                <a:lnTo>
                  <a:pt x="564826" y="1160997"/>
                </a:lnTo>
                <a:lnTo>
                  <a:pt x="565346" y="1160392"/>
                </a:lnTo>
                <a:lnTo>
                  <a:pt x="565857" y="1159773"/>
                </a:lnTo>
                <a:lnTo>
                  <a:pt x="566357" y="1159141"/>
                </a:lnTo>
                <a:lnTo>
                  <a:pt x="566846" y="1158495"/>
                </a:lnTo>
                <a:lnTo>
                  <a:pt x="567322" y="1157837"/>
                </a:lnTo>
                <a:lnTo>
                  <a:pt x="567784" y="1157168"/>
                </a:lnTo>
                <a:lnTo>
                  <a:pt x="568232" y="1156489"/>
                </a:lnTo>
                <a:lnTo>
                  <a:pt x="568663" y="1155800"/>
                </a:lnTo>
                <a:lnTo>
                  <a:pt x="569077" y="1155102"/>
                </a:lnTo>
                <a:lnTo>
                  <a:pt x="569473" y="1154397"/>
                </a:lnTo>
                <a:lnTo>
                  <a:pt x="569850" y="1153685"/>
                </a:lnTo>
                <a:lnTo>
                  <a:pt x="570206" y="1152967"/>
                </a:lnTo>
                <a:lnTo>
                  <a:pt x="570540" y="1152244"/>
                </a:lnTo>
                <a:lnTo>
                  <a:pt x="570852" y="1151516"/>
                </a:lnTo>
                <a:lnTo>
                  <a:pt x="571071" y="1150960"/>
                </a:lnTo>
                <a:lnTo>
                  <a:pt x="571071" y="1144744"/>
                </a:lnTo>
                <a:lnTo>
                  <a:pt x="570844" y="1144490"/>
                </a:lnTo>
                <a:lnTo>
                  <a:pt x="570429" y="1144070"/>
                </a:lnTo>
                <a:lnTo>
                  <a:pt x="569972" y="1143645"/>
                </a:lnTo>
                <a:lnTo>
                  <a:pt x="569476" y="1143214"/>
                </a:lnTo>
                <a:lnTo>
                  <a:pt x="568947" y="1142781"/>
                </a:lnTo>
                <a:lnTo>
                  <a:pt x="568389" y="1142345"/>
                </a:lnTo>
                <a:lnTo>
                  <a:pt x="567805" y="1141910"/>
                </a:lnTo>
                <a:lnTo>
                  <a:pt x="567202" y="1141477"/>
                </a:lnTo>
                <a:lnTo>
                  <a:pt x="566583" y="1141046"/>
                </a:lnTo>
                <a:lnTo>
                  <a:pt x="565952" y="1140620"/>
                </a:lnTo>
                <a:lnTo>
                  <a:pt x="565314" y="1140201"/>
                </a:lnTo>
                <a:lnTo>
                  <a:pt x="564674" y="1139790"/>
                </a:lnTo>
                <a:lnTo>
                  <a:pt x="564035" y="1139388"/>
                </a:lnTo>
                <a:lnTo>
                  <a:pt x="563403" y="1138997"/>
                </a:lnTo>
                <a:lnTo>
                  <a:pt x="562782" y="1138619"/>
                </a:lnTo>
                <a:lnTo>
                  <a:pt x="562176" y="1138256"/>
                </a:lnTo>
                <a:lnTo>
                  <a:pt x="561590" y="1137908"/>
                </a:lnTo>
                <a:lnTo>
                  <a:pt x="561028" y="1137578"/>
                </a:lnTo>
                <a:lnTo>
                  <a:pt x="560656" y="1137357"/>
                </a:lnTo>
                <a:lnTo>
                  <a:pt x="560274" y="1137153"/>
                </a:lnTo>
                <a:lnTo>
                  <a:pt x="559882" y="1136963"/>
                </a:lnTo>
                <a:lnTo>
                  <a:pt x="559481" y="1136787"/>
                </a:lnTo>
                <a:lnTo>
                  <a:pt x="559071" y="1136624"/>
                </a:lnTo>
                <a:lnTo>
                  <a:pt x="558653" y="1136472"/>
                </a:lnTo>
                <a:lnTo>
                  <a:pt x="558228" y="1136331"/>
                </a:lnTo>
                <a:lnTo>
                  <a:pt x="557797" y="1136199"/>
                </a:lnTo>
                <a:lnTo>
                  <a:pt x="557360" y="1136076"/>
                </a:lnTo>
                <a:lnTo>
                  <a:pt x="556917" y="1135960"/>
                </a:lnTo>
                <a:lnTo>
                  <a:pt x="556471" y="1135850"/>
                </a:lnTo>
                <a:lnTo>
                  <a:pt x="556021" y="1135744"/>
                </a:lnTo>
                <a:lnTo>
                  <a:pt x="555568" y="1135643"/>
                </a:lnTo>
                <a:lnTo>
                  <a:pt x="555113" y="1135544"/>
                </a:lnTo>
                <a:lnTo>
                  <a:pt x="554657" y="1135447"/>
                </a:lnTo>
                <a:lnTo>
                  <a:pt x="554200" y="1135351"/>
                </a:lnTo>
                <a:lnTo>
                  <a:pt x="553743" y="1135253"/>
                </a:lnTo>
                <a:lnTo>
                  <a:pt x="553286" y="1135154"/>
                </a:lnTo>
                <a:lnTo>
                  <a:pt x="552831" y="1135052"/>
                </a:lnTo>
                <a:lnTo>
                  <a:pt x="552379" y="1134946"/>
                </a:lnTo>
                <a:lnTo>
                  <a:pt x="551929" y="1134835"/>
                </a:lnTo>
                <a:lnTo>
                  <a:pt x="551482" y="1134718"/>
                </a:lnTo>
                <a:lnTo>
                  <a:pt x="551040" y="1134594"/>
                </a:lnTo>
                <a:lnTo>
                  <a:pt x="550603" y="1134461"/>
                </a:lnTo>
                <a:lnTo>
                  <a:pt x="548494" y="1133762"/>
                </a:lnTo>
                <a:lnTo>
                  <a:pt x="546375" y="1133081"/>
                </a:lnTo>
                <a:lnTo>
                  <a:pt x="544249" y="1132411"/>
                </a:lnTo>
                <a:lnTo>
                  <a:pt x="542120" y="1131747"/>
                </a:lnTo>
                <a:lnTo>
                  <a:pt x="539992" y="1131081"/>
                </a:lnTo>
                <a:lnTo>
                  <a:pt x="537867" y="1130407"/>
                </a:lnTo>
                <a:lnTo>
                  <a:pt x="535749" y="1129718"/>
                </a:lnTo>
                <a:lnTo>
                  <a:pt x="533642" y="1129008"/>
                </a:lnTo>
                <a:lnTo>
                  <a:pt x="531549" y="1128269"/>
                </a:lnTo>
                <a:lnTo>
                  <a:pt x="529474" y="1127496"/>
                </a:lnTo>
                <a:lnTo>
                  <a:pt x="527419" y="1126682"/>
                </a:lnTo>
                <a:lnTo>
                  <a:pt x="525388" y="1125820"/>
                </a:lnTo>
                <a:lnTo>
                  <a:pt x="523385" y="1124903"/>
                </a:lnTo>
                <a:lnTo>
                  <a:pt x="521413" y="1123926"/>
                </a:lnTo>
                <a:lnTo>
                  <a:pt x="519475" y="1122881"/>
                </a:lnTo>
                <a:lnTo>
                  <a:pt x="517576" y="1121761"/>
                </a:lnTo>
                <a:lnTo>
                  <a:pt x="515717" y="1120561"/>
                </a:lnTo>
                <a:lnTo>
                  <a:pt x="513903" y="1119273"/>
                </a:lnTo>
                <a:lnTo>
                  <a:pt x="512138" y="1117892"/>
                </a:lnTo>
                <a:lnTo>
                  <a:pt x="510424" y="1116409"/>
                </a:lnTo>
                <a:lnTo>
                  <a:pt x="508764" y="1114819"/>
                </a:lnTo>
                <a:lnTo>
                  <a:pt x="507164" y="1113116"/>
                </a:lnTo>
                <a:lnTo>
                  <a:pt x="505624" y="1111292"/>
                </a:lnTo>
                <a:lnTo>
                  <a:pt x="504151" y="1109340"/>
                </a:lnTo>
                <a:lnTo>
                  <a:pt x="503346" y="1108221"/>
                </a:lnTo>
                <a:lnTo>
                  <a:pt x="502532" y="1107109"/>
                </a:lnTo>
                <a:lnTo>
                  <a:pt x="501710" y="1106003"/>
                </a:lnTo>
                <a:lnTo>
                  <a:pt x="500881" y="1104904"/>
                </a:lnTo>
                <a:lnTo>
                  <a:pt x="500044" y="1103810"/>
                </a:lnTo>
                <a:lnTo>
                  <a:pt x="499201" y="1102722"/>
                </a:lnTo>
                <a:lnTo>
                  <a:pt x="498353" y="1101639"/>
                </a:lnTo>
                <a:lnTo>
                  <a:pt x="497499" y="1100559"/>
                </a:lnTo>
                <a:lnTo>
                  <a:pt x="496641" y="1099484"/>
                </a:lnTo>
                <a:lnTo>
                  <a:pt x="495779" y="1098412"/>
                </a:lnTo>
                <a:lnTo>
                  <a:pt x="494914" y="1097343"/>
                </a:lnTo>
                <a:lnTo>
                  <a:pt x="494046" y="1096276"/>
                </a:lnTo>
                <a:lnTo>
                  <a:pt x="493177" y="1095211"/>
                </a:lnTo>
                <a:lnTo>
                  <a:pt x="492306" y="1094147"/>
                </a:lnTo>
                <a:lnTo>
                  <a:pt x="491434" y="1093085"/>
                </a:lnTo>
                <a:lnTo>
                  <a:pt x="490563" y="1092023"/>
                </a:lnTo>
                <a:lnTo>
                  <a:pt x="489692" y="1090961"/>
                </a:lnTo>
                <a:lnTo>
                  <a:pt x="488823" y="1089898"/>
                </a:lnTo>
                <a:lnTo>
                  <a:pt x="487955" y="1088835"/>
                </a:lnTo>
                <a:lnTo>
                  <a:pt x="487090" y="1087770"/>
                </a:lnTo>
                <a:lnTo>
                  <a:pt x="486228" y="1086703"/>
                </a:lnTo>
                <a:lnTo>
                  <a:pt x="485370" y="1085634"/>
                </a:lnTo>
                <a:lnTo>
                  <a:pt x="484516" y="1084562"/>
                </a:lnTo>
                <a:lnTo>
                  <a:pt x="483668" y="1083486"/>
                </a:lnTo>
                <a:lnTo>
                  <a:pt x="483117" y="1082763"/>
                </a:lnTo>
                <a:lnTo>
                  <a:pt x="482561" y="1082063"/>
                </a:lnTo>
                <a:lnTo>
                  <a:pt x="482000" y="1081390"/>
                </a:lnTo>
                <a:lnTo>
                  <a:pt x="481433" y="1080748"/>
                </a:lnTo>
                <a:lnTo>
                  <a:pt x="480858" y="1080141"/>
                </a:lnTo>
                <a:lnTo>
                  <a:pt x="480276" y="1079573"/>
                </a:lnTo>
                <a:lnTo>
                  <a:pt x="479684" y="1079048"/>
                </a:lnTo>
                <a:lnTo>
                  <a:pt x="479082" y="1078569"/>
                </a:lnTo>
                <a:lnTo>
                  <a:pt x="478469" y="1078142"/>
                </a:lnTo>
                <a:lnTo>
                  <a:pt x="477845" y="1077770"/>
                </a:lnTo>
                <a:lnTo>
                  <a:pt x="477208" y="1077457"/>
                </a:lnTo>
                <a:lnTo>
                  <a:pt x="476558" y="1077206"/>
                </a:lnTo>
                <a:lnTo>
                  <a:pt x="475893" y="1077022"/>
                </a:lnTo>
                <a:lnTo>
                  <a:pt x="475214" y="1076910"/>
                </a:lnTo>
                <a:lnTo>
                  <a:pt x="474518" y="1076872"/>
                </a:lnTo>
                <a:lnTo>
                  <a:pt x="473805" y="1076912"/>
                </a:lnTo>
                <a:lnTo>
                  <a:pt x="473075" y="1077036"/>
                </a:lnTo>
                <a:lnTo>
                  <a:pt x="472326" y="1077246"/>
                </a:lnTo>
                <a:lnTo>
                  <a:pt x="471557" y="1077547"/>
                </a:lnTo>
                <a:lnTo>
                  <a:pt x="470768" y="1077943"/>
                </a:lnTo>
                <a:lnTo>
                  <a:pt x="469958" y="1078437"/>
                </a:lnTo>
                <a:lnTo>
                  <a:pt x="469126" y="1079034"/>
                </a:lnTo>
                <a:lnTo>
                  <a:pt x="468270" y="1079738"/>
                </a:lnTo>
                <a:lnTo>
                  <a:pt x="467391" y="1080552"/>
                </a:lnTo>
                <a:lnTo>
                  <a:pt x="467344" y="1080327"/>
                </a:lnTo>
                <a:lnTo>
                  <a:pt x="467296" y="1080109"/>
                </a:lnTo>
                <a:lnTo>
                  <a:pt x="467247" y="1079899"/>
                </a:lnTo>
                <a:lnTo>
                  <a:pt x="467198" y="1079696"/>
                </a:lnTo>
                <a:lnTo>
                  <a:pt x="467148" y="1079500"/>
                </a:lnTo>
                <a:lnTo>
                  <a:pt x="467099" y="1079312"/>
                </a:lnTo>
                <a:lnTo>
                  <a:pt x="467051" y="1079131"/>
                </a:lnTo>
                <a:lnTo>
                  <a:pt x="467005" y="1078957"/>
                </a:lnTo>
                <a:lnTo>
                  <a:pt x="466960" y="1078789"/>
                </a:lnTo>
                <a:lnTo>
                  <a:pt x="466918" y="1078629"/>
                </a:lnTo>
                <a:lnTo>
                  <a:pt x="466878" y="1078476"/>
                </a:lnTo>
                <a:lnTo>
                  <a:pt x="466842" y="1078329"/>
                </a:lnTo>
                <a:lnTo>
                  <a:pt x="466810" y="1078189"/>
                </a:lnTo>
                <a:lnTo>
                  <a:pt x="466782" y="1078056"/>
                </a:lnTo>
                <a:lnTo>
                  <a:pt x="466759" y="1077929"/>
                </a:lnTo>
                <a:lnTo>
                  <a:pt x="466741" y="1077809"/>
                </a:lnTo>
                <a:lnTo>
                  <a:pt x="466728" y="1077695"/>
                </a:lnTo>
                <a:lnTo>
                  <a:pt x="466722" y="1077587"/>
                </a:lnTo>
                <a:lnTo>
                  <a:pt x="466723" y="1077486"/>
                </a:lnTo>
                <a:lnTo>
                  <a:pt x="466730" y="1077390"/>
                </a:lnTo>
                <a:lnTo>
                  <a:pt x="466746" y="1077301"/>
                </a:lnTo>
                <a:lnTo>
                  <a:pt x="466769" y="1077218"/>
                </a:lnTo>
                <a:lnTo>
                  <a:pt x="466801" y="1077140"/>
                </a:lnTo>
                <a:lnTo>
                  <a:pt x="466842" y="1077069"/>
                </a:lnTo>
                <a:lnTo>
                  <a:pt x="467648" y="1075467"/>
                </a:lnTo>
                <a:lnTo>
                  <a:pt x="468328" y="1073914"/>
                </a:lnTo>
                <a:lnTo>
                  <a:pt x="468887" y="1072409"/>
                </a:lnTo>
                <a:lnTo>
                  <a:pt x="469326" y="1070949"/>
                </a:lnTo>
                <a:lnTo>
                  <a:pt x="469650" y="1069532"/>
                </a:lnTo>
                <a:lnTo>
                  <a:pt x="469860" y="1068155"/>
                </a:lnTo>
                <a:lnTo>
                  <a:pt x="469959" y="1066818"/>
                </a:lnTo>
                <a:lnTo>
                  <a:pt x="469951" y="1065517"/>
                </a:lnTo>
                <a:lnTo>
                  <a:pt x="469838" y="1064250"/>
                </a:lnTo>
                <a:lnTo>
                  <a:pt x="469624" y="1063016"/>
                </a:lnTo>
                <a:lnTo>
                  <a:pt x="469310" y="1061811"/>
                </a:lnTo>
                <a:lnTo>
                  <a:pt x="468900" y="1060635"/>
                </a:lnTo>
                <a:lnTo>
                  <a:pt x="468396" y="1059484"/>
                </a:lnTo>
                <a:lnTo>
                  <a:pt x="467802" y="1058357"/>
                </a:lnTo>
                <a:lnTo>
                  <a:pt x="467121" y="1057252"/>
                </a:lnTo>
                <a:lnTo>
                  <a:pt x="466354" y="1056165"/>
                </a:lnTo>
                <a:lnTo>
                  <a:pt x="465506" y="1055096"/>
                </a:lnTo>
                <a:lnTo>
                  <a:pt x="464579" y="1054042"/>
                </a:lnTo>
                <a:lnTo>
                  <a:pt x="463575" y="1053001"/>
                </a:lnTo>
                <a:lnTo>
                  <a:pt x="462499" y="1051971"/>
                </a:lnTo>
                <a:lnTo>
                  <a:pt x="461351" y="1050949"/>
                </a:lnTo>
                <a:lnTo>
                  <a:pt x="460136" y="1049934"/>
                </a:lnTo>
                <a:lnTo>
                  <a:pt x="458857" y="1048923"/>
                </a:lnTo>
                <a:lnTo>
                  <a:pt x="457515" y="1047914"/>
                </a:lnTo>
                <a:lnTo>
                  <a:pt x="456858" y="1047413"/>
                </a:lnTo>
                <a:lnTo>
                  <a:pt x="456213" y="1046874"/>
                </a:lnTo>
                <a:lnTo>
                  <a:pt x="455581" y="1046299"/>
                </a:lnTo>
                <a:lnTo>
                  <a:pt x="454963" y="1045691"/>
                </a:lnTo>
                <a:lnTo>
                  <a:pt x="454360" y="1045051"/>
                </a:lnTo>
                <a:lnTo>
                  <a:pt x="453772" y="1044381"/>
                </a:lnTo>
                <a:lnTo>
                  <a:pt x="453200" y="1043685"/>
                </a:lnTo>
                <a:lnTo>
                  <a:pt x="452645" y="1042963"/>
                </a:lnTo>
                <a:lnTo>
                  <a:pt x="452108" y="1042219"/>
                </a:lnTo>
                <a:lnTo>
                  <a:pt x="451589" y="1041453"/>
                </a:lnTo>
                <a:lnTo>
                  <a:pt x="451090" y="1040669"/>
                </a:lnTo>
                <a:lnTo>
                  <a:pt x="450611" y="1039869"/>
                </a:lnTo>
                <a:lnTo>
                  <a:pt x="450153" y="1039054"/>
                </a:lnTo>
                <a:lnTo>
                  <a:pt x="449717" y="1038227"/>
                </a:lnTo>
                <a:lnTo>
                  <a:pt x="449303" y="1037390"/>
                </a:lnTo>
                <a:lnTo>
                  <a:pt x="448913" y="1036546"/>
                </a:lnTo>
                <a:lnTo>
                  <a:pt x="448546" y="1035695"/>
                </a:lnTo>
                <a:lnTo>
                  <a:pt x="448205" y="1034841"/>
                </a:lnTo>
                <a:lnTo>
                  <a:pt x="447889" y="1033985"/>
                </a:lnTo>
                <a:lnTo>
                  <a:pt x="447600" y="1033130"/>
                </a:lnTo>
                <a:lnTo>
                  <a:pt x="447339" y="1032278"/>
                </a:lnTo>
                <a:lnTo>
                  <a:pt x="447105" y="1031431"/>
                </a:lnTo>
                <a:lnTo>
                  <a:pt x="446900" y="1030592"/>
                </a:lnTo>
                <a:lnTo>
                  <a:pt x="446725" y="1029761"/>
                </a:lnTo>
                <a:lnTo>
                  <a:pt x="445973" y="1025819"/>
                </a:lnTo>
                <a:lnTo>
                  <a:pt x="445225" y="1021876"/>
                </a:lnTo>
                <a:lnTo>
                  <a:pt x="444482" y="1017934"/>
                </a:lnTo>
                <a:lnTo>
                  <a:pt x="443745" y="1013991"/>
                </a:lnTo>
                <a:lnTo>
                  <a:pt x="443014" y="1010048"/>
                </a:lnTo>
                <a:lnTo>
                  <a:pt x="442290" y="1006105"/>
                </a:lnTo>
                <a:lnTo>
                  <a:pt x="441574" y="1002161"/>
                </a:lnTo>
                <a:lnTo>
                  <a:pt x="440866" y="998216"/>
                </a:lnTo>
                <a:lnTo>
                  <a:pt x="440167" y="994271"/>
                </a:lnTo>
                <a:lnTo>
                  <a:pt x="439477" y="990325"/>
                </a:lnTo>
                <a:lnTo>
                  <a:pt x="438798" y="986378"/>
                </a:lnTo>
                <a:lnTo>
                  <a:pt x="438129" y="982431"/>
                </a:lnTo>
                <a:lnTo>
                  <a:pt x="437472" y="978482"/>
                </a:lnTo>
                <a:lnTo>
                  <a:pt x="436827" y="974533"/>
                </a:lnTo>
                <a:lnTo>
                  <a:pt x="436195" y="970582"/>
                </a:lnTo>
                <a:lnTo>
                  <a:pt x="435576" y="966630"/>
                </a:lnTo>
                <a:lnTo>
                  <a:pt x="434971" y="962677"/>
                </a:lnTo>
                <a:lnTo>
                  <a:pt x="434380" y="958723"/>
                </a:lnTo>
                <a:lnTo>
                  <a:pt x="433805" y="954767"/>
                </a:lnTo>
                <a:lnTo>
                  <a:pt x="433246" y="950809"/>
                </a:lnTo>
                <a:lnTo>
                  <a:pt x="432703" y="946850"/>
                </a:lnTo>
                <a:lnTo>
                  <a:pt x="432177" y="942890"/>
                </a:lnTo>
                <a:lnTo>
                  <a:pt x="431669" y="938927"/>
                </a:lnTo>
                <a:lnTo>
                  <a:pt x="431180" y="934963"/>
                </a:lnTo>
                <a:lnTo>
                  <a:pt x="430915" y="932940"/>
                </a:lnTo>
                <a:lnTo>
                  <a:pt x="430632" y="930905"/>
                </a:lnTo>
                <a:lnTo>
                  <a:pt x="430337" y="928860"/>
                </a:lnTo>
                <a:lnTo>
                  <a:pt x="430041" y="926808"/>
                </a:lnTo>
                <a:lnTo>
                  <a:pt x="429752" y="924749"/>
                </a:lnTo>
                <a:lnTo>
                  <a:pt x="429479" y="922686"/>
                </a:lnTo>
                <a:lnTo>
                  <a:pt x="429232" y="920621"/>
                </a:lnTo>
                <a:lnTo>
                  <a:pt x="429019" y="918555"/>
                </a:lnTo>
                <a:lnTo>
                  <a:pt x="428849" y="916491"/>
                </a:lnTo>
                <a:lnTo>
                  <a:pt x="428731" y="914430"/>
                </a:lnTo>
                <a:lnTo>
                  <a:pt x="428675" y="912373"/>
                </a:lnTo>
                <a:lnTo>
                  <a:pt x="428688" y="910324"/>
                </a:lnTo>
                <a:lnTo>
                  <a:pt x="428780" y="908283"/>
                </a:lnTo>
                <a:lnTo>
                  <a:pt x="428961" y="906252"/>
                </a:lnTo>
                <a:lnTo>
                  <a:pt x="429238" y="904234"/>
                </a:lnTo>
                <a:lnTo>
                  <a:pt x="429622" y="902229"/>
                </a:lnTo>
                <a:lnTo>
                  <a:pt x="430120" y="900241"/>
                </a:lnTo>
                <a:lnTo>
                  <a:pt x="430743" y="898271"/>
                </a:lnTo>
                <a:lnTo>
                  <a:pt x="431498" y="896320"/>
                </a:lnTo>
                <a:lnTo>
                  <a:pt x="432395" y="894390"/>
                </a:lnTo>
                <a:lnTo>
                  <a:pt x="433443" y="892484"/>
                </a:lnTo>
                <a:lnTo>
                  <a:pt x="434650" y="890602"/>
                </a:lnTo>
                <a:lnTo>
                  <a:pt x="436027" y="888748"/>
                </a:lnTo>
                <a:lnTo>
                  <a:pt x="437581" y="886922"/>
                </a:lnTo>
                <a:lnTo>
                  <a:pt x="437778" y="886685"/>
                </a:lnTo>
                <a:lnTo>
                  <a:pt x="437959" y="886434"/>
                </a:lnTo>
                <a:lnTo>
                  <a:pt x="438125" y="886170"/>
                </a:lnTo>
                <a:lnTo>
                  <a:pt x="438276" y="885892"/>
                </a:lnTo>
                <a:lnTo>
                  <a:pt x="438413" y="885603"/>
                </a:lnTo>
                <a:lnTo>
                  <a:pt x="438538" y="885303"/>
                </a:lnTo>
                <a:lnTo>
                  <a:pt x="438651" y="884993"/>
                </a:lnTo>
                <a:lnTo>
                  <a:pt x="438753" y="884674"/>
                </a:lnTo>
                <a:lnTo>
                  <a:pt x="438844" y="884347"/>
                </a:lnTo>
                <a:lnTo>
                  <a:pt x="438926" y="884012"/>
                </a:lnTo>
                <a:lnTo>
                  <a:pt x="439000" y="883671"/>
                </a:lnTo>
                <a:lnTo>
                  <a:pt x="439067" y="883324"/>
                </a:lnTo>
                <a:lnTo>
                  <a:pt x="439126" y="882972"/>
                </a:lnTo>
                <a:lnTo>
                  <a:pt x="439180" y="882616"/>
                </a:lnTo>
                <a:lnTo>
                  <a:pt x="439229" y="882258"/>
                </a:lnTo>
                <a:lnTo>
                  <a:pt x="439274" y="881897"/>
                </a:lnTo>
                <a:lnTo>
                  <a:pt x="439316" y="881535"/>
                </a:lnTo>
                <a:lnTo>
                  <a:pt x="439355" y="881172"/>
                </a:lnTo>
                <a:lnTo>
                  <a:pt x="439393" y="880810"/>
                </a:lnTo>
                <a:lnTo>
                  <a:pt x="439431" y="880449"/>
                </a:lnTo>
                <a:lnTo>
                  <a:pt x="439468" y="880091"/>
                </a:lnTo>
                <a:lnTo>
                  <a:pt x="439507" y="879735"/>
                </a:lnTo>
                <a:lnTo>
                  <a:pt x="439548" y="879384"/>
                </a:lnTo>
                <a:lnTo>
                  <a:pt x="439592" y="879038"/>
                </a:lnTo>
                <a:lnTo>
                  <a:pt x="439730" y="878144"/>
                </a:lnTo>
                <a:lnTo>
                  <a:pt x="439867" y="877250"/>
                </a:lnTo>
                <a:lnTo>
                  <a:pt x="440003" y="876356"/>
                </a:lnTo>
                <a:lnTo>
                  <a:pt x="440139" y="875461"/>
                </a:lnTo>
                <a:lnTo>
                  <a:pt x="440275" y="874566"/>
                </a:lnTo>
                <a:lnTo>
                  <a:pt x="440410" y="873671"/>
                </a:lnTo>
                <a:lnTo>
                  <a:pt x="440543" y="872776"/>
                </a:lnTo>
                <a:lnTo>
                  <a:pt x="440676" y="871880"/>
                </a:lnTo>
                <a:lnTo>
                  <a:pt x="440808" y="870983"/>
                </a:lnTo>
                <a:lnTo>
                  <a:pt x="440938" y="870085"/>
                </a:lnTo>
                <a:lnTo>
                  <a:pt x="441066" y="869187"/>
                </a:lnTo>
                <a:lnTo>
                  <a:pt x="441193" y="868288"/>
                </a:lnTo>
                <a:lnTo>
                  <a:pt x="441317" y="867388"/>
                </a:lnTo>
                <a:lnTo>
                  <a:pt x="441440" y="866487"/>
                </a:lnTo>
                <a:lnTo>
                  <a:pt x="441561" y="865584"/>
                </a:lnTo>
                <a:lnTo>
                  <a:pt x="441679" y="864681"/>
                </a:lnTo>
                <a:lnTo>
                  <a:pt x="441794" y="863776"/>
                </a:lnTo>
                <a:lnTo>
                  <a:pt x="441907" y="862870"/>
                </a:lnTo>
                <a:lnTo>
                  <a:pt x="442017" y="861963"/>
                </a:lnTo>
                <a:lnTo>
                  <a:pt x="442124" y="861054"/>
                </a:lnTo>
                <a:lnTo>
                  <a:pt x="442228" y="860143"/>
                </a:lnTo>
                <a:lnTo>
                  <a:pt x="442328" y="859231"/>
                </a:lnTo>
                <a:lnTo>
                  <a:pt x="442425" y="858317"/>
                </a:lnTo>
                <a:lnTo>
                  <a:pt x="442519" y="857401"/>
                </a:lnTo>
                <a:lnTo>
                  <a:pt x="442563" y="856873"/>
                </a:lnTo>
                <a:lnTo>
                  <a:pt x="442606" y="856343"/>
                </a:lnTo>
                <a:lnTo>
                  <a:pt x="442646" y="855811"/>
                </a:lnTo>
                <a:lnTo>
                  <a:pt x="442684" y="855279"/>
                </a:lnTo>
                <a:lnTo>
                  <a:pt x="442718" y="854744"/>
                </a:lnTo>
                <a:lnTo>
                  <a:pt x="442750" y="854209"/>
                </a:lnTo>
                <a:lnTo>
                  <a:pt x="442778" y="853673"/>
                </a:lnTo>
                <a:lnTo>
                  <a:pt x="442803" y="853136"/>
                </a:lnTo>
                <a:lnTo>
                  <a:pt x="442824" y="852598"/>
                </a:lnTo>
                <a:lnTo>
                  <a:pt x="442841" y="852060"/>
                </a:lnTo>
                <a:lnTo>
                  <a:pt x="442853" y="851522"/>
                </a:lnTo>
                <a:lnTo>
                  <a:pt x="442861" y="850983"/>
                </a:lnTo>
                <a:lnTo>
                  <a:pt x="442865" y="850445"/>
                </a:lnTo>
                <a:lnTo>
                  <a:pt x="442863" y="849906"/>
                </a:lnTo>
                <a:lnTo>
                  <a:pt x="442856" y="849368"/>
                </a:lnTo>
                <a:lnTo>
                  <a:pt x="442844" y="848830"/>
                </a:lnTo>
                <a:lnTo>
                  <a:pt x="442826" y="848293"/>
                </a:lnTo>
                <a:lnTo>
                  <a:pt x="442801" y="847757"/>
                </a:lnTo>
                <a:lnTo>
                  <a:pt x="442771" y="847222"/>
                </a:lnTo>
                <a:lnTo>
                  <a:pt x="442734" y="846688"/>
                </a:lnTo>
                <a:lnTo>
                  <a:pt x="442691" y="846155"/>
                </a:lnTo>
                <a:lnTo>
                  <a:pt x="442641" y="845623"/>
                </a:lnTo>
                <a:lnTo>
                  <a:pt x="442583" y="845094"/>
                </a:lnTo>
                <a:lnTo>
                  <a:pt x="442519" y="844566"/>
                </a:lnTo>
                <a:lnTo>
                  <a:pt x="442311" y="843054"/>
                </a:lnTo>
                <a:lnTo>
                  <a:pt x="442100" y="841544"/>
                </a:lnTo>
                <a:lnTo>
                  <a:pt x="441885" y="840036"/>
                </a:lnTo>
                <a:lnTo>
                  <a:pt x="441666" y="838529"/>
                </a:lnTo>
                <a:lnTo>
                  <a:pt x="441444" y="837024"/>
                </a:lnTo>
                <a:lnTo>
                  <a:pt x="441218" y="835521"/>
                </a:lnTo>
                <a:lnTo>
                  <a:pt x="440990" y="834019"/>
                </a:lnTo>
                <a:lnTo>
                  <a:pt x="440757" y="832518"/>
                </a:lnTo>
                <a:lnTo>
                  <a:pt x="440522" y="831019"/>
                </a:lnTo>
                <a:lnTo>
                  <a:pt x="440284" y="829520"/>
                </a:lnTo>
                <a:lnTo>
                  <a:pt x="440042" y="828023"/>
                </a:lnTo>
                <a:lnTo>
                  <a:pt x="439798" y="826527"/>
                </a:lnTo>
                <a:lnTo>
                  <a:pt x="439551" y="825032"/>
                </a:lnTo>
                <a:lnTo>
                  <a:pt x="439301" y="823538"/>
                </a:lnTo>
                <a:lnTo>
                  <a:pt x="439048" y="822045"/>
                </a:lnTo>
                <a:lnTo>
                  <a:pt x="438793" y="820552"/>
                </a:lnTo>
                <a:lnTo>
                  <a:pt x="438535" y="819060"/>
                </a:lnTo>
                <a:lnTo>
                  <a:pt x="438275" y="817568"/>
                </a:lnTo>
                <a:lnTo>
                  <a:pt x="438012" y="816077"/>
                </a:lnTo>
                <a:lnTo>
                  <a:pt x="437747" y="814587"/>
                </a:lnTo>
                <a:lnTo>
                  <a:pt x="437480" y="813096"/>
                </a:lnTo>
                <a:lnTo>
                  <a:pt x="437211" y="811606"/>
                </a:lnTo>
                <a:lnTo>
                  <a:pt x="436940" y="810116"/>
                </a:lnTo>
                <a:lnTo>
                  <a:pt x="436666" y="808627"/>
                </a:lnTo>
                <a:lnTo>
                  <a:pt x="436412" y="807161"/>
                </a:lnTo>
                <a:lnTo>
                  <a:pt x="436153" y="805696"/>
                </a:lnTo>
                <a:lnTo>
                  <a:pt x="435888" y="804234"/>
                </a:lnTo>
                <a:lnTo>
                  <a:pt x="435620" y="802773"/>
                </a:lnTo>
                <a:lnTo>
                  <a:pt x="435347" y="801313"/>
                </a:lnTo>
                <a:lnTo>
                  <a:pt x="435072" y="799854"/>
                </a:lnTo>
                <a:lnTo>
                  <a:pt x="434793" y="798396"/>
                </a:lnTo>
                <a:lnTo>
                  <a:pt x="434512" y="796939"/>
                </a:lnTo>
                <a:lnTo>
                  <a:pt x="434229" y="795483"/>
                </a:lnTo>
                <a:lnTo>
                  <a:pt x="433945" y="794027"/>
                </a:lnTo>
                <a:lnTo>
                  <a:pt x="433660" y="792571"/>
                </a:lnTo>
                <a:lnTo>
                  <a:pt x="433374" y="791115"/>
                </a:lnTo>
                <a:lnTo>
                  <a:pt x="433089" y="789660"/>
                </a:lnTo>
                <a:lnTo>
                  <a:pt x="432803" y="788204"/>
                </a:lnTo>
                <a:lnTo>
                  <a:pt x="432519" y="786748"/>
                </a:lnTo>
                <a:lnTo>
                  <a:pt x="432236" y="785292"/>
                </a:lnTo>
                <a:lnTo>
                  <a:pt x="431955" y="783835"/>
                </a:lnTo>
                <a:lnTo>
                  <a:pt x="431677" y="782377"/>
                </a:lnTo>
                <a:lnTo>
                  <a:pt x="431401" y="780918"/>
                </a:lnTo>
                <a:lnTo>
                  <a:pt x="431129" y="779458"/>
                </a:lnTo>
                <a:lnTo>
                  <a:pt x="430860" y="777997"/>
                </a:lnTo>
                <a:lnTo>
                  <a:pt x="430596" y="776535"/>
                </a:lnTo>
                <a:lnTo>
                  <a:pt x="430337" y="775070"/>
                </a:lnTo>
                <a:lnTo>
                  <a:pt x="430082" y="773604"/>
                </a:lnTo>
                <a:lnTo>
                  <a:pt x="429667" y="771220"/>
                </a:lnTo>
                <a:lnTo>
                  <a:pt x="429246" y="768833"/>
                </a:lnTo>
                <a:lnTo>
                  <a:pt x="428819" y="766445"/>
                </a:lnTo>
                <a:lnTo>
                  <a:pt x="428389" y="764055"/>
                </a:lnTo>
                <a:lnTo>
                  <a:pt x="427956" y="761664"/>
                </a:lnTo>
                <a:lnTo>
                  <a:pt x="427522" y="759271"/>
                </a:lnTo>
                <a:lnTo>
                  <a:pt x="427088" y="756876"/>
                </a:lnTo>
                <a:lnTo>
                  <a:pt x="426655" y="754480"/>
                </a:lnTo>
                <a:lnTo>
                  <a:pt x="426225" y="752083"/>
                </a:lnTo>
                <a:lnTo>
                  <a:pt x="425798" y="749685"/>
                </a:lnTo>
                <a:lnTo>
                  <a:pt x="425377" y="747286"/>
                </a:lnTo>
                <a:lnTo>
                  <a:pt x="424962" y="744885"/>
                </a:lnTo>
                <a:lnTo>
                  <a:pt x="424554" y="742484"/>
                </a:lnTo>
                <a:lnTo>
                  <a:pt x="424156" y="740082"/>
                </a:lnTo>
                <a:lnTo>
                  <a:pt x="423767" y="737679"/>
                </a:lnTo>
                <a:lnTo>
                  <a:pt x="423390" y="735275"/>
                </a:lnTo>
                <a:lnTo>
                  <a:pt x="423026" y="732871"/>
                </a:lnTo>
                <a:lnTo>
                  <a:pt x="422676" y="730466"/>
                </a:lnTo>
                <a:lnTo>
                  <a:pt x="422341" y="728060"/>
                </a:lnTo>
                <a:lnTo>
                  <a:pt x="422022" y="725654"/>
                </a:lnTo>
                <a:lnTo>
                  <a:pt x="421721" y="723248"/>
                </a:lnTo>
                <a:lnTo>
                  <a:pt x="421439" y="720842"/>
                </a:lnTo>
                <a:lnTo>
                  <a:pt x="421178" y="718435"/>
                </a:lnTo>
                <a:lnTo>
                  <a:pt x="420938" y="716029"/>
                </a:lnTo>
                <a:lnTo>
                  <a:pt x="420418" y="710321"/>
                </a:lnTo>
                <a:lnTo>
                  <a:pt x="419909" y="704611"/>
                </a:lnTo>
                <a:lnTo>
                  <a:pt x="419409" y="698899"/>
                </a:lnTo>
                <a:lnTo>
                  <a:pt x="418919" y="693187"/>
                </a:lnTo>
                <a:lnTo>
                  <a:pt x="418437" y="687472"/>
                </a:lnTo>
                <a:lnTo>
                  <a:pt x="417964" y="681757"/>
                </a:lnTo>
                <a:lnTo>
                  <a:pt x="417497" y="676041"/>
                </a:lnTo>
                <a:lnTo>
                  <a:pt x="417037" y="670324"/>
                </a:lnTo>
                <a:lnTo>
                  <a:pt x="416582" y="664606"/>
                </a:lnTo>
                <a:lnTo>
                  <a:pt x="416133" y="658888"/>
                </a:lnTo>
                <a:lnTo>
                  <a:pt x="415688" y="653170"/>
                </a:lnTo>
                <a:lnTo>
                  <a:pt x="415246" y="647451"/>
                </a:lnTo>
                <a:lnTo>
                  <a:pt x="414807" y="641733"/>
                </a:lnTo>
                <a:lnTo>
                  <a:pt x="414371" y="636014"/>
                </a:lnTo>
                <a:lnTo>
                  <a:pt x="413935" y="630296"/>
                </a:lnTo>
                <a:lnTo>
                  <a:pt x="413501" y="624579"/>
                </a:lnTo>
                <a:lnTo>
                  <a:pt x="413066" y="618862"/>
                </a:lnTo>
                <a:lnTo>
                  <a:pt x="412631" y="613145"/>
                </a:lnTo>
                <a:lnTo>
                  <a:pt x="412195" y="607430"/>
                </a:lnTo>
                <a:lnTo>
                  <a:pt x="411756" y="601716"/>
                </a:lnTo>
                <a:lnTo>
                  <a:pt x="411314" y="596003"/>
                </a:lnTo>
                <a:lnTo>
                  <a:pt x="410869" y="590292"/>
                </a:lnTo>
                <a:lnTo>
                  <a:pt x="410420" y="584582"/>
                </a:lnTo>
                <a:lnTo>
                  <a:pt x="409965" y="578874"/>
                </a:lnTo>
                <a:lnTo>
                  <a:pt x="409939" y="578621"/>
                </a:lnTo>
                <a:lnTo>
                  <a:pt x="409905" y="578366"/>
                </a:lnTo>
                <a:lnTo>
                  <a:pt x="409865" y="578110"/>
                </a:lnTo>
                <a:lnTo>
                  <a:pt x="409820" y="577852"/>
                </a:lnTo>
                <a:lnTo>
                  <a:pt x="409769" y="577593"/>
                </a:lnTo>
                <a:lnTo>
                  <a:pt x="409714" y="577333"/>
                </a:lnTo>
                <a:lnTo>
                  <a:pt x="409655" y="577071"/>
                </a:lnTo>
                <a:lnTo>
                  <a:pt x="409593" y="576809"/>
                </a:lnTo>
                <a:lnTo>
                  <a:pt x="409528" y="576547"/>
                </a:lnTo>
                <a:lnTo>
                  <a:pt x="409461" y="576284"/>
                </a:lnTo>
                <a:lnTo>
                  <a:pt x="409394" y="576020"/>
                </a:lnTo>
                <a:lnTo>
                  <a:pt x="409325" y="575757"/>
                </a:lnTo>
                <a:lnTo>
                  <a:pt x="409257" y="575493"/>
                </a:lnTo>
                <a:lnTo>
                  <a:pt x="409189" y="575230"/>
                </a:lnTo>
                <a:lnTo>
                  <a:pt x="409122" y="574967"/>
                </a:lnTo>
                <a:lnTo>
                  <a:pt x="409058" y="574704"/>
                </a:lnTo>
                <a:lnTo>
                  <a:pt x="408995" y="574442"/>
                </a:lnTo>
                <a:lnTo>
                  <a:pt x="408936" y="574181"/>
                </a:lnTo>
                <a:lnTo>
                  <a:pt x="408881" y="573921"/>
                </a:lnTo>
                <a:lnTo>
                  <a:pt x="408831" y="573662"/>
                </a:lnTo>
                <a:lnTo>
                  <a:pt x="408785" y="573404"/>
                </a:lnTo>
                <a:lnTo>
                  <a:pt x="408745" y="573147"/>
                </a:lnTo>
                <a:lnTo>
                  <a:pt x="408712" y="572893"/>
                </a:lnTo>
                <a:lnTo>
                  <a:pt x="408685" y="572640"/>
                </a:lnTo>
                <a:lnTo>
                  <a:pt x="408618" y="571976"/>
                </a:lnTo>
                <a:lnTo>
                  <a:pt x="408555" y="571314"/>
                </a:lnTo>
                <a:lnTo>
                  <a:pt x="408495" y="570653"/>
                </a:lnTo>
                <a:lnTo>
                  <a:pt x="408439" y="569994"/>
                </a:lnTo>
                <a:lnTo>
                  <a:pt x="408385" y="569337"/>
                </a:lnTo>
                <a:lnTo>
                  <a:pt x="408334" y="568680"/>
                </a:lnTo>
                <a:lnTo>
                  <a:pt x="408285" y="568025"/>
                </a:lnTo>
                <a:lnTo>
                  <a:pt x="408238" y="567370"/>
                </a:lnTo>
                <a:lnTo>
                  <a:pt x="408193" y="566715"/>
                </a:lnTo>
                <a:lnTo>
                  <a:pt x="408150" y="566062"/>
                </a:lnTo>
                <a:lnTo>
                  <a:pt x="408108" y="565408"/>
                </a:lnTo>
                <a:lnTo>
                  <a:pt x="408068" y="564755"/>
                </a:lnTo>
                <a:lnTo>
                  <a:pt x="408028" y="564102"/>
                </a:lnTo>
                <a:lnTo>
                  <a:pt x="407989" y="563448"/>
                </a:lnTo>
                <a:lnTo>
                  <a:pt x="407951" y="562795"/>
                </a:lnTo>
                <a:lnTo>
                  <a:pt x="407913" y="562140"/>
                </a:lnTo>
                <a:lnTo>
                  <a:pt x="407875" y="561486"/>
                </a:lnTo>
                <a:lnTo>
                  <a:pt x="407836" y="560830"/>
                </a:lnTo>
                <a:lnTo>
                  <a:pt x="407797" y="560173"/>
                </a:lnTo>
                <a:lnTo>
                  <a:pt x="407758" y="559516"/>
                </a:lnTo>
                <a:lnTo>
                  <a:pt x="407717" y="558857"/>
                </a:lnTo>
                <a:lnTo>
                  <a:pt x="407676" y="558196"/>
                </a:lnTo>
                <a:lnTo>
                  <a:pt x="407632" y="557534"/>
                </a:lnTo>
                <a:lnTo>
                  <a:pt x="407588" y="556870"/>
                </a:lnTo>
                <a:lnTo>
                  <a:pt x="407701" y="556848"/>
                </a:lnTo>
                <a:lnTo>
                  <a:pt x="407813" y="556825"/>
                </a:lnTo>
                <a:lnTo>
                  <a:pt x="407922" y="556802"/>
                </a:lnTo>
                <a:lnTo>
                  <a:pt x="408030" y="556779"/>
                </a:lnTo>
                <a:lnTo>
                  <a:pt x="408137" y="556756"/>
                </a:lnTo>
                <a:lnTo>
                  <a:pt x="408242" y="556733"/>
                </a:lnTo>
                <a:lnTo>
                  <a:pt x="408346" y="556710"/>
                </a:lnTo>
                <a:lnTo>
                  <a:pt x="408448" y="556687"/>
                </a:lnTo>
                <a:lnTo>
                  <a:pt x="408549" y="556664"/>
                </a:lnTo>
                <a:lnTo>
                  <a:pt x="408649" y="556641"/>
                </a:lnTo>
                <a:lnTo>
                  <a:pt x="408747" y="556618"/>
                </a:lnTo>
                <a:lnTo>
                  <a:pt x="408845" y="556595"/>
                </a:lnTo>
                <a:lnTo>
                  <a:pt x="408942" y="556573"/>
                </a:lnTo>
                <a:lnTo>
                  <a:pt x="409038" y="556550"/>
                </a:lnTo>
                <a:lnTo>
                  <a:pt x="409133" y="556527"/>
                </a:lnTo>
                <a:lnTo>
                  <a:pt x="409227" y="556504"/>
                </a:lnTo>
                <a:lnTo>
                  <a:pt x="409321" y="556481"/>
                </a:lnTo>
                <a:lnTo>
                  <a:pt x="409414" y="556458"/>
                </a:lnTo>
                <a:lnTo>
                  <a:pt x="409506" y="556435"/>
                </a:lnTo>
                <a:lnTo>
                  <a:pt x="409599" y="556412"/>
                </a:lnTo>
                <a:lnTo>
                  <a:pt x="409690" y="556389"/>
                </a:lnTo>
                <a:lnTo>
                  <a:pt x="409782" y="556366"/>
                </a:lnTo>
                <a:lnTo>
                  <a:pt x="409874" y="556343"/>
                </a:lnTo>
                <a:lnTo>
                  <a:pt x="409965" y="556320"/>
                </a:lnTo>
                <a:lnTo>
                  <a:pt x="410779" y="557554"/>
                </a:lnTo>
                <a:lnTo>
                  <a:pt x="411617" y="558782"/>
                </a:lnTo>
                <a:lnTo>
                  <a:pt x="412477" y="560004"/>
                </a:lnTo>
                <a:lnTo>
                  <a:pt x="413353" y="561221"/>
                </a:lnTo>
                <a:lnTo>
                  <a:pt x="414242" y="562435"/>
                </a:lnTo>
                <a:lnTo>
                  <a:pt x="415140" y="563646"/>
                </a:lnTo>
                <a:lnTo>
                  <a:pt x="416044" y="564856"/>
                </a:lnTo>
                <a:lnTo>
                  <a:pt x="416949" y="566066"/>
                </a:lnTo>
                <a:lnTo>
                  <a:pt x="417851" y="567276"/>
                </a:lnTo>
                <a:lnTo>
                  <a:pt x="418747" y="568488"/>
                </a:lnTo>
                <a:lnTo>
                  <a:pt x="419632" y="569702"/>
                </a:lnTo>
                <a:lnTo>
                  <a:pt x="420504" y="570921"/>
                </a:lnTo>
                <a:lnTo>
                  <a:pt x="421357" y="572144"/>
                </a:lnTo>
                <a:lnTo>
                  <a:pt x="422188" y="573373"/>
                </a:lnTo>
                <a:lnTo>
                  <a:pt x="422994" y="574608"/>
                </a:lnTo>
                <a:lnTo>
                  <a:pt x="423770" y="575852"/>
                </a:lnTo>
                <a:lnTo>
                  <a:pt x="424512" y="577104"/>
                </a:lnTo>
                <a:lnTo>
                  <a:pt x="425216" y="578367"/>
                </a:lnTo>
                <a:lnTo>
                  <a:pt x="425879" y="579640"/>
                </a:lnTo>
                <a:lnTo>
                  <a:pt x="426497" y="580926"/>
                </a:lnTo>
                <a:lnTo>
                  <a:pt x="427065" y="582224"/>
                </a:lnTo>
                <a:lnTo>
                  <a:pt x="427581" y="583537"/>
                </a:lnTo>
                <a:lnTo>
                  <a:pt x="428039" y="584865"/>
                </a:lnTo>
                <a:lnTo>
                  <a:pt x="428436" y="586208"/>
                </a:lnTo>
                <a:lnTo>
                  <a:pt x="428771" y="587568"/>
                </a:lnTo>
                <a:lnTo>
                  <a:pt x="429044" y="588942"/>
                </a:lnTo>
                <a:lnTo>
                  <a:pt x="429260" y="590330"/>
                </a:lnTo>
                <a:lnTo>
                  <a:pt x="429423" y="591730"/>
                </a:lnTo>
                <a:lnTo>
                  <a:pt x="429537" y="593143"/>
                </a:lnTo>
                <a:lnTo>
                  <a:pt x="429605" y="594566"/>
                </a:lnTo>
                <a:lnTo>
                  <a:pt x="429632" y="595999"/>
                </a:lnTo>
                <a:lnTo>
                  <a:pt x="429622" y="597441"/>
                </a:lnTo>
                <a:lnTo>
                  <a:pt x="429578" y="598892"/>
                </a:lnTo>
                <a:lnTo>
                  <a:pt x="429504" y="600349"/>
                </a:lnTo>
                <a:lnTo>
                  <a:pt x="429404" y="601814"/>
                </a:lnTo>
                <a:lnTo>
                  <a:pt x="429282" y="603284"/>
                </a:lnTo>
                <a:lnTo>
                  <a:pt x="429142" y="604759"/>
                </a:lnTo>
                <a:lnTo>
                  <a:pt x="428988" y="606238"/>
                </a:lnTo>
                <a:lnTo>
                  <a:pt x="428824" y="607719"/>
                </a:lnTo>
                <a:lnTo>
                  <a:pt x="428653" y="609203"/>
                </a:lnTo>
                <a:lnTo>
                  <a:pt x="428480" y="610689"/>
                </a:lnTo>
                <a:lnTo>
                  <a:pt x="428308" y="612174"/>
                </a:lnTo>
                <a:lnTo>
                  <a:pt x="428141" y="613659"/>
                </a:lnTo>
                <a:lnTo>
                  <a:pt x="427984" y="615143"/>
                </a:lnTo>
                <a:lnTo>
                  <a:pt x="427839" y="616625"/>
                </a:lnTo>
                <a:lnTo>
                  <a:pt x="427711" y="618103"/>
                </a:lnTo>
                <a:lnTo>
                  <a:pt x="427604" y="619578"/>
                </a:lnTo>
                <a:lnTo>
                  <a:pt x="427522" y="621047"/>
                </a:lnTo>
                <a:lnTo>
                  <a:pt x="427592" y="621094"/>
                </a:lnTo>
                <a:lnTo>
                  <a:pt x="427663" y="621142"/>
                </a:lnTo>
                <a:lnTo>
                  <a:pt x="427736" y="621193"/>
                </a:lnTo>
                <a:lnTo>
                  <a:pt x="427811" y="621244"/>
                </a:lnTo>
                <a:lnTo>
                  <a:pt x="427887" y="621297"/>
                </a:lnTo>
                <a:lnTo>
                  <a:pt x="427965" y="621351"/>
                </a:lnTo>
                <a:lnTo>
                  <a:pt x="428044" y="621406"/>
                </a:lnTo>
                <a:lnTo>
                  <a:pt x="428125" y="621461"/>
                </a:lnTo>
                <a:lnTo>
                  <a:pt x="428207" y="621518"/>
                </a:lnTo>
                <a:lnTo>
                  <a:pt x="428290" y="621575"/>
                </a:lnTo>
                <a:lnTo>
                  <a:pt x="428374" y="621632"/>
                </a:lnTo>
                <a:lnTo>
                  <a:pt x="428459" y="621689"/>
                </a:lnTo>
                <a:lnTo>
                  <a:pt x="428546" y="621746"/>
                </a:lnTo>
                <a:lnTo>
                  <a:pt x="428633" y="621803"/>
                </a:lnTo>
                <a:lnTo>
                  <a:pt x="428720" y="621860"/>
                </a:lnTo>
                <a:lnTo>
                  <a:pt x="428809" y="621916"/>
                </a:lnTo>
                <a:lnTo>
                  <a:pt x="428898" y="621972"/>
                </a:lnTo>
                <a:lnTo>
                  <a:pt x="428988" y="622027"/>
                </a:lnTo>
                <a:lnTo>
                  <a:pt x="429078" y="622081"/>
                </a:lnTo>
                <a:lnTo>
                  <a:pt x="429169" y="622134"/>
                </a:lnTo>
                <a:lnTo>
                  <a:pt x="429260" y="622185"/>
                </a:lnTo>
                <a:lnTo>
                  <a:pt x="429351" y="622235"/>
                </a:lnTo>
                <a:lnTo>
                  <a:pt x="429442" y="622284"/>
                </a:lnTo>
                <a:lnTo>
                  <a:pt x="429534" y="622331"/>
                </a:lnTo>
                <a:lnTo>
                  <a:pt x="430082" y="621552"/>
                </a:lnTo>
                <a:lnTo>
                  <a:pt x="430627" y="620776"/>
                </a:lnTo>
                <a:lnTo>
                  <a:pt x="431172" y="620001"/>
                </a:lnTo>
                <a:lnTo>
                  <a:pt x="431715" y="619227"/>
                </a:lnTo>
                <a:lnTo>
                  <a:pt x="432257" y="618455"/>
                </a:lnTo>
                <a:lnTo>
                  <a:pt x="432797" y="617684"/>
                </a:lnTo>
                <a:lnTo>
                  <a:pt x="433337" y="616913"/>
                </a:lnTo>
                <a:lnTo>
                  <a:pt x="433876" y="616144"/>
                </a:lnTo>
                <a:lnTo>
                  <a:pt x="434414" y="615375"/>
                </a:lnTo>
                <a:lnTo>
                  <a:pt x="434952" y="614607"/>
                </a:lnTo>
                <a:lnTo>
                  <a:pt x="435489" y="613839"/>
                </a:lnTo>
                <a:lnTo>
                  <a:pt x="436026" y="613071"/>
                </a:lnTo>
                <a:lnTo>
                  <a:pt x="436563" y="612303"/>
                </a:lnTo>
                <a:lnTo>
                  <a:pt x="437101" y="611535"/>
                </a:lnTo>
                <a:lnTo>
                  <a:pt x="437639" y="610767"/>
                </a:lnTo>
                <a:lnTo>
                  <a:pt x="438177" y="609998"/>
                </a:lnTo>
                <a:lnTo>
                  <a:pt x="438716" y="609228"/>
                </a:lnTo>
                <a:lnTo>
                  <a:pt x="439255" y="608458"/>
                </a:lnTo>
                <a:lnTo>
                  <a:pt x="439796" y="607687"/>
                </a:lnTo>
                <a:lnTo>
                  <a:pt x="440338" y="606915"/>
                </a:lnTo>
                <a:lnTo>
                  <a:pt x="440880" y="606141"/>
                </a:lnTo>
                <a:lnTo>
                  <a:pt x="441425" y="605366"/>
                </a:lnTo>
                <a:lnTo>
                  <a:pt x="441971" y="604590"/>
                </a:lnTo>
                <a:lnTo>
                  <a:pt x="442519" y="603811"/>
                </a:lnTo>
                <a:lnTo>
                  <a:pt x="442542" y="603834"/>
                </a:lnTo>
                <a:lnTo>
                  <a:pt x="442568" y="603857"/>
                </a:lnTo>
                <a:lnTo>
                  <a:pt x="442595" y="603880"/>
                </a:lnTo>
                <a:lnTo>
                  <a:pt x="442624" y="603903"/>
                </a:lnTo>
                <a:lnTo>
                  <a:pt x="442655" y="603926"/>
                </a:lnTo>
                <a:lnTo>
                  <a:pt x="442687" y="603949"/>
                </a:lnTo>
                <a:lnTo>
                  <a:pt x="442721" y="603972"/>
                </a:lnTo>
                <a:lnTo>
                  <a:pt x="442756" y="603995"/>
                </a:lnTo>
                <a:lnTo>
                  <a:pt x="442792" y="604017"/>
                </a:lnTo>
                <a:lnTo>
                  <a:pt x="442829" y="604040"/>
                </a:lnTo>
                <a:lnTo>
                  <a:pt x="442868" y="604063"/>
                </a:lnTo>
                <a:lnTo>
                  <a:pt x="442907" y="604086"/>
                </a:lnTo>
                <a:lnTo>
                  <a:pt x="442948" y="604109"/>
                </a:lnTo>
                <a:lnTo>
                  <a:pt x="442989" y="604132"/>
                </a:lnTo>
                <a:lnTo>
                  <a:pt x="443031" y="604155"/>
                </a:lnTo>
                <a:lnTo>
                  <a:pt x="443074" y="604178"/>
                </a:lnTo>
                <a:lnTo>
                  <a:pt x="443117" y="604201"/>
                </a:lnTo>
                <a:lnTo>
                  <a:pt x="443162" y="604224"/>
                </a:lnTo>
                <a:lnTo>
                  <a:pt x="443206" y="604247"/>
                </a:lnTo>
                <a:lnTo>
                  <a:pt x="443251" y="604270"/>
                </a:lnTo>
                <a:lnTo>
                  <a:pt x="443296" y="604292"/>
                </a:lnTo>
                <a:lnTo>
                  <a:pt x="443342" y="604315"/>
                </a:lnTo>
                <a:lnTo>
                  <a:pt x="443387" y="604338"/>
                </a:lnTo>
                <a:lnTo>
                  <a:pt x="443433" y="604361"/>
                </a:lnTo>
                <a:lnTo>
                  <a:pt x="443000" y="605394"/>
                </a:lnTo>
                <a:lnTo>
                  <a:pt x="442568" y="606428"/>
                </a:lnTo>
                <a:lnTo>
                  <a:pt x="442138" y="607463"/>
                </a:lnTo>
                <a:lnTo>
                  <a:pt x="441709" y="608500"/>
                </a:lnTo>
                <a:lnTo>
                  <a:pt x="441282" y="609539"/>
                </a:lnTo>
                <a:lnTo>
                  <a:pt x="440855" y="610578"/>
                </a:lnTo>
                <a:lnTo>
                  <a:pt x="440430" y="611619"/>
                </a:lnTo>
                <a:lnTo>
                  <a:pt x="440006" y="612660"/>
                </a:lnTo>
                <a:lnTo>
                  <a:pt x="439582" y="613702"/>
                </a:lnTo>
                <a:lnTo>
                  <a:pt x="439158" y="614744"/>
                </a:lnTo>
                <a:lnTo>
                  <a:pt x="438735" y="615787"/>
                </a:lnTo>
                <a:lnTo>
                  <a:pt x="438312" y="616830"/>
                </a:lnTo>
                <a:lnTo>
                  <a:pt x="437889" y="617873"/>
                </a:lnTo>
                <a:lnTo>
                  <a:pt x="437466" y="618915"/>
                </a:lnTo>
                <a:lnTo>
                  <a:pt x="437043" y="619958"/>
                </a:lnTo>
                <a:lnTo>
                  <a:pt x="436619" y="621000"/>
                </a:lnTo>
                <a:lnTo>
                  <a:pt x="436194" y="622041"/>
                </a:lnTo>
                <a:lnTo>
                  <a:pt x="435769" y="623081"/>
                </a:lnTo>
                <a:lnTo>
                  <a:pt x="435343" y="624121"/>
                </a:lnTo>
                <a:lnTo>
                  <a:pt x="434915" y="625159"/>
                </a:lnTo>
                <a:lnTo>
                  <a:pt x="434487" y="626196"/>
                </a:lnTo>
                <a:lnTo>
                  <a:pt x="434057" y="627232"/>
                </a:lnTo>
                <a:lnTo>
                  <a:pt x="433625" y="628266"/>
                </a:lnTo>
                <a:lnTo>
                  <a:pt x="433191" y="629298"/>
                </a:lnTo>
                <a:lnTo>
                  <a:pt x="433284" y="629366"/>
                </a:lnTo>
                <a:lnTo>
                  <a:pt x="433378" y="629432"/>
                </a:lnTo>
                <a:lnTo>
                  <a:pt x="433474" y="629497"/>
                </a:lnTo>
                <a:lnTo>
                  <a:pt x="433572" y="629560"/>
                </a:lnTo>
                <a:lnTo>
                  <a:pt x="433671" y="629622"/>
                </a:lnTo>
                <a:lnTo>
                  <a:pt x="433772" y="629682"/>
                </a:lnTo>
                <a:lnTo>
                  <a:pt x="433874" y="629742"/>
                </a:lnTo>
                <a:lnTo>
                  <a:pt x="433977" y="629801"/>
                </a:lnTo>
                <a:lnTo>
                  <a:pt x="434082" y="629859"/>
                </a:lnTo>
                <a:lnTo>
                  <a:pt x="434188" y="629917"/>
                </a:lnTo>
                <a:lnTo>
                  <a:pt x="434295" y="629975"/>
                </a:lnTo>
                <a:lnTo>
                  <a:pt x="434403" y="630032"/>
                </a:lnTo>
                <a:lnTo>
                  <a:pt x="434512" y="630089"/>
                </a:lnTo>
                <a:lnTo>
                  <a:pt x="434622" y="630147"/>
                </a:lnTo>
                <a:lnTo>
                  <a:pt x="434733" y="630205"/>
                </a:lnTo>
                <a:lnTo>
                  <a:pt x="434844" y="630263"/>
                </a:lnTo>
                <a:lnTo>
                  <a:pt x="434956" y="630322"/>
                </a:lnTo>
                <a:lnTo>
                  <a:pt x="435069" y="630381"/>
                </a:lnTo>
                <a:lnTo>
                  <a:pt x="435182" y="630442"/>
                </a:lnTo>
                <a:lnTo>
                  <a:pt x="435295" y="630504"/>
                </a:lnTo>
                <a:lnTo>
                  <a:pt x="435409" y="630567"/>
                </a:lnTo>
                <a:lnTo>
                  <a:pt x="435523" y="630631"/>
                </a:lnTo>
                <a:lnTo>
                  <a:pt x="435638" y="630698"/>
                </a:lnTo>
                <a:lnTo>
                  <a:pt x="435752" y="630765"/>
                </a:lnTo>
                <a:lnTo>
                  <a:pt x="436095" y="630560"/>
                </a:lnTo>
                <a:lnTo>
                  <a:pt x="436437" y="630357"/>
                </a:lnTo>
                <a:lnTo>
                  <a:pt x="436778" y="630156"/>
                </a:lnTo>
                <a:lnTo>
                  <a:pt x="437117" y="629958"/>
                </a:lnTo>
                <a:lnTo>
                  <a:pt x="437453" y="629763"/>
                </a:lnTo>
                <a:lnTo>
                  <a:pt x="437786" y="629571"/>
                </a:lnTo>
                <a:lnTo>
                  <a:pt x="438116" y="629382"/>
                </a:lnTo>
                <a:lnTo>
                  <a:pt x="438441" y="629197"/>
                </a:lnTo>
                <a:lnTo>
                  <a:pt x="438761" y="629015"/>
                </a:lnTo>
                <a:lnTo>
                  <a:pt x="439075" y="628838"/>
                </a:lnTo>
                <a:lnTo>
                  <a:pt x="439383" y="628665"/>
                </a:lnTo>
                <a:lnTo>
                  <a:pt x="439684" y="628496"/>
                </a:lnTo>
                <a:lnTo>
                  <a:pt x="439977" y="628333"/>
                </a:lnTo>
                <a:lnTo>
                  <a:pt x="440262" y="628174"/>
                </a:lnTo>
                <a:lnTo>
                  <a:pt x="440538" y="628020"/>
                </a:lnTo>
                <a:lnTo>
                  <a:pt x="440805" y="627872"/>
                </a:lnTo>
                <a:lnTo>
                  <a:pt x="441061" y="627730"/>
                </a:lnTo>
                <a:lnTo>
                  <a:pt x="441307" y="627594"/>
                </a:lnTo>
                <a:lnTo>
                  <a:pt x="441541" y="627464"/>
                </a:lnTo>
                <a:lnTo>
                  <a:pt x="441763" y="627340"/>
                </a:lnTo>
                <a:lnTo>
                  <a:pt x="441973" y="627223"/>
                </a:lnTo>
                <a:lnTo>
                  <a:pt x="442169" y="627113"/>
                </a:lnTo>
                <a:lnTo>
                  <a:pt x="442351" y="627010"/>
                </a:lnTo>
                <a:lnTo>
                  <a:pt x="442519" y="626915"/>
                </a:lnTo>
                <a:lnTo>
                  <a:pt x="442731" y="627316"/>
                </a:lnTo>
                <a:lnTo>
                  <a:pt x="442954" y="627739"/>
                </a:lnTo>
                <a:lnTo>
                  <a:pt x="443188" y="628180"/>
                </a:lnTo>
                <a:lnTo>
                  <a:pt x="443430" y="628635"/>
                </a:lnTo>
                <a:lnTo>
                  <a:pt x="443678" y="629100"/>
                </a:lnTo>
                <a:lnTo>
                  <a:pt x="443930" y="629574"/>
                </a:lnTo>
                <a:lnTo>
                  <a:pt x="444186" y="630050"/>
                </a:lnTo>
                <a:lnTo>
                  <a:pt x="444442" y="630528"/>
                </a:lnTo>
                <a:lnTo>
                  <a:pt x="444698" y="631002"/>
                </a:lnTo>
                <a:lnTo>
                  <a:pt x="444952" y="631469"/>
                </a:lnTo>
                <a:lnTo>
                  <a:pt x="445201" y="631926"/>
                </a:lnTo>
                <a:lnTo>
                  <a:pt x="445445" y="632370"/>
                </a:lnTo>
                <a:lnTo>
                  <a:pt x="445681" y="632796"/>
                </a:lnTo>
                <a:lnTo>
                  <a:pt x="445907" y="633202"/>
                </a:lnTo>
                <a:lnTo>
                  <a:pt x="446123" y="633583"/>
                </a:lnTo>
                <a:lnTo>
                  <a:pt x="446325" y="633937"/>
                </a:lnTo>
                <a:lnTo>
                  <a:pt x="446513" y="634259"/>
                </a:lnTo>
                <a:lnTo>
                  <a:pt x="446685" y="634547"/>
                </a:lnTo>
                <a:lnTo>
                  <a:pt x="446838" y="634797"/>
                </a:lnTo>
                <a:lnTo>
                  <a:pt x="446972" y="635005"/>
                </a:lnTo>
                <a:lnTo>
                  <a:pt x="447084" y="635168"/>
                </a:lnTo>
                <a:lnTo>
                  <a:pt x="447173" y="635282"/>
                </a:lnTo>
                <a:lnTo>
                  <a:pt x="447237" y="635343"/>
                </a:lnTo>
                <a:lnTo>
                  <a:pt x="447274" y="635349"/>
                </a:lnTo>
                <a:lnTo>
                  <a:pt x="448061" y="634987"/>
                </a:lnTo>
                <a:lnTo>
                  <a:pt x="448866" y="634633"/>
                </a:lnTo>
                <a:lnTo>
                  <a:pt x="449686" y="634284"/>
                </a:lnTo>
                <a:lnTo>
                  <a:pt x="450519" y="633940"/>
                </a:lnTo>
                <a:lnTo>
                  <a:pt x="451361" y="633599"/>
                </a:lnTo>
                <a:lnTo>
                  <a:pt x="452209" y="633258"/>
                </a:lnTo>
                <a:lnTo>
                  <a:pt x="453060" y="632916"/>
                </a:lnTo>
                <a:lnTo>
                  <a:pt x="453912" y="632572"/>
                </a:lnTo>
                <a:lnTo>
                  <a:pt x="454761" y="632223"/>
                </a:lnTo>
                <a:lnTo>
                  <a:pt x="455604" y="631868"/>
                </a:lnTo>
                <a:lnTo>
                  <a:pt x="456440" y="631505"/>
                </a:lnTo>
                <a:lnTo>
                  <a:pt x="457264" y="631132"/>
                </a:lnTo>
                <a:lnTo>
                  <a:pt x="458073" y="630748"/>
                </a:lnTo>
                <a:lnTo>
                  <a:pt x="458866" y="630350"/>
                </a:lnTo>
                <a:lnTo>
                  <a:pt x="459638" y="629938"/>
                </a:lnTo>
                <a:lnTo>
                  <a:pt x="460387" y="629509"/>
                </a:lnTo>
                <a:lnTo>
                  <a:pt x="461110" y="629061"/>
                </a:lnTo>
                <a:lnTo>
                  <a:pt x="461804" y="628594"/>
                </a:lnTo>
                <a:lnTo>
                  <a:pt x="462467" y="628104"/>
                </a:lnTo>
                <a:lnTo>
                  <a:pt x="463094" y="627591"/>
                </a:lnTo>
                <a:lnTo>
                  <a:pt x="463683" y="627052"/>
                </a:lnTo>
                <a:lnTo>
                  <a:pt x="464232" y="626485"/>
                </a:lnTo>
                <a:lnTo>
                  <a:pt x="464738" y="625890"/>
                </a:lnTo>
                <a:lnTo>
                  <a:pt x="465196" y="625265"/>
                </a:lnTo>
                <a:lnTo>
                  <a:pt x="466134" y="623857"/>
                </a:lnTo>
                <a:lnTo>
                  <a:pt x="467026" y="622431"/>
                </a:lnTo>
                <a:lnTo>
                  <a:pt x="467870" y="620986"/>
                </a:lnTo>
                <a:lnTo>
                  <a:pt x="468664" y="619523"/>
                </a:lnTo>
                <a:lnTo>
                  <a:pt x="469406" y="618043"/>
                </a:lnTo>
                <a:lnTo>
                  <a:pt x="470094" y="616546"/>
                </a:lnTo>
                <a:lnTo>
                  <a:pt x="470726" y="615032"/>
                </a:lnTo>
                <a:lnTo>
                  <a:pt x="471299" y="613502"/>
                </a:lnTo>
                <a:lnTo>
                  <a:pt x="471812" y="611956"/>
                </a:lnTo>
                <a:lnTo>
                  <a:pt x="472263" y="610394"/>
                </a:lnTo>
                <a:lnTo>
                  <a:pt x="472649" y="608818"/>
                </a:lnTo>
                <a:lnTo>
                  <a:pt x="472969" y="607226"/>
                </a:lnTo>
                <a:lnTo>
                  <a:pt x="473220" y="605621"/>
                </a:lnTo>
                <a:lnTo>
                  <a:pt x="473400" y="604001"/>
                </a:lnTo>
                <a:lnTo>
                  <a:pt x="473508" y="602368"/>
                </a:lnTo>
                <a:lnTo>
                  <a:pt x="473541" y="600721"/>
                </a:lnTo>
                <a:lnTo>
                  <a:pt x="473497" y="599062"/>
                </a:lnTo>
                <a:lnTo>
                  <a:pt x="473375" y="597391"/>
                </a:lnTo>
                <a:lnTo>
                  <a:pt x="473171" y="595707"/>
                </a:lnTo>
                <a:lnTo>
                  <a:pt x="472884" y="594012"/>
                </a:lnTo>
                <a:lnTo>
                  <a:pt x="472512" y="592306"/>
                </a:lnTo>
                <a:lnTo>
                  <a:pt x="472053" y="590589"/>
                </a:lnTo>
                <a:lnTo>
                  <a:pt x="471505" y="588862"/>
                </a:lnTo>
                <a:lnTo>
                  <a:pt x="470866" y="587125"/>
                </a:lnTo>
                <a:lnTo>
                  <a:pt x="470508" y="586159"/>
                </a:lnTo>
                <a:lnTo>
                  <a:pt x="470166" y="585186"/>
                </a:lnTo>
                <a:lnTo>
                  <a:pt x="469837" y="584208"/>
                </a:lnTo>
                <a:lnTo>
                  <a:pt x="469519" y="583225"/>
                </a:lnTo>
                <a:lnTo>
                  <a:pt x="469211" y="582238"/>
                </a:lnTo>
                <a:lnTo>
                  <a:pt x="468911" y="581249"/>
                </a:lnTo>
                <a:lnTo>
                  <a:pt x="468616" y="580259"/>
                </a:lnTo>
                <a:lnTo>
                  <a:pt x="468326" y="579268"/>
                </a:lnTo>
                <a:lnTo>
                  <a:pt x="468037" y="578278"/>
                </a:lnTo>
                <a:lnTo>
                  <a:pt x="467748" y="577289"/>
                </a:lnTo>
                <a:lnTo>
                  <a:pt x="467457" y="576303"/>
                </a:lnTo>
                <a:lnTo>
                  <a:pt x="467162" y="575321"/>
                </a:lnTo>
                <a:lnTo>
                  <a:pt x="466862" y="574344"/>
                </a:lnTo>
                <a:lnTo>
                  <a:pt x="466554" y="573373"/>
                </a:lnTo>
                <a:lnTo>
                  <a:pt x="466236" y="572408"/>
                </a:lnTo>
                <a:lnTo>
                  <a:pt x="465907" y="571451"/>
                </a:lnTo>
                <a:lnTo>
                  <a:pt x="465565" y="570503"/>
                </a:lnTo>
                <a:lnTo>
                  <a:pt x="465208" y="569565"/>
                </a:lnTo>
                <a:lnTo>
                  <a:pt x="464833" y="568639"/>
                </a:lnTo>
                <a:lnTo>
                  <a:pt x="464439" y="567724"/>
                </a:lnTo>
                <a:lnTo>
                  <a:pt x="464025" y="566822"/>
                </a:lnTo>
                <a:lnTo>
                  <a:pt x="463587" y="565934"/>
                </a:lnTo>
                <a:lnTo>
                  <a:pt x="463125" y="565061"/>
                </a:lnTo>
                <a:lnTo>
                  <a:pt x="462636" y="564205"/>
                </a:lnTo>
                <a:lnTo>
                  <a:pt x="461348" y="562101"/>
                </a:lnTo>
                <a:lnTo>
                  <a:pt x="460047" y="560006"/>
                </a:lnTo>
                <a:lnTo>
                  <a:pt x="458732" y="557918"/>
                </a:lnTo>
                <a:lnTo>
                  <a:pt x="457407" y="555838"/>
                </a:lnTo>
                <a:lnTo>
                  <a:pt x="456071" y="553764"/>
                </a:lnTo>
                <a:lnTo>
                  <a:pt x="454726" y="551696"/>
                </a:lnTo>
                <a:lnTo>
                  <a:pt x="453374" y="549633"/>
                </a:lnTo>
                <a:lnTo>
                  <a:pt x="452015" y="547573"/>
                </a:lnTo>
                <a:lnTo>
                  <a:pt x="450651" y="545517"/>
                </a:lnTo>
                <a:lnTo>
                  <a:pt x="449284" y="543463"/>
                </a:lnTo>
                <a:lnTo>
                  <a:pt x="447913" y="541411"/>
                </a:lnTo>
                <a:lnTo>
                  <a:pt x="446542" y="539359"/>
                </a:lnTo>
                <a:lnTo>
                  <a:pt x="445171" y="537308"/>
                </a:lnTo>
                <a:lnTo>
                  <a:pt x="443800" y="535256"/>
                </a:lnTo>
                <a:lnTo>
                  <a:pt x="442433" y="533202"/>
                </a:lnTo>
                <a:lnTo>
                  <a:pt x="441069" y="531145"/>
                </a:lnTo>
                <a:lnTo>
                  <a:pt x="439710" y="529086"/>
                </a:lnTo>
                <a:lnTo>
                  <a:pt x="438358" y="527023"/>
                </a:lnTo>
                <a:lnTo>
                  <a:pt x="437013" y="524954"/>
                </a:lnTo>
                <a:lnTo>
                  <a:pt x="435677" y="522881"/>
                </a:lnTo>
                <a:lnTo>
                  <a:pt x="434352" y="520800"/>
                </a:lnTo>
                <a:lnTo>
                  <a:pt x="433037" y="518713"/>
                </a:lnTo>
                <a:lnTo>
                  <a:pt x="431736" y="516618"/>
                </a:lnTo>
                <a:lnTo>
                  <a:pt x="430448" y="514514"/>
                </a:lnTo>
                <a:lnTo>
                  <a:pt x="429399" y="512794"/>
                </a:lnTo>
                <a:lnTo>
                  <a:pt x="428353" y="511072"/>
                </a:lnTo>
                <a:lnTo>
                  <a:pt x="427313" y="509347"/>
                </a:lnTo>
                <a:lnTo>
                  <a:pt x="426278" y="507620"/>
                </a:lnTo>
                <a:lnTo>
                  <a:pt x="425249" y="505890"/>
                </a:lnTo>
                <a:lnTo>
                  <a:pt x="424227" y="504157"/>
                </a:lnTo>
                <a:lnTo>
                  <a:pt x="423212" y="502420"/>
                </a:lnTo>
                <a:lnTo>
                  <a:pt x="422205" y="500680"/>
                </a:lnTo>
                <a:lnTo>
                  <a:pt x="421206" y="498936"/>
                </a:lnTo>
                <a:lnTo>
                  <a:pt x="420215" y="497188"/>
                </a:lnTo>
                <a:lnTo>
                  <a:pt x="419235" y="495436"/>
                </a:lnTo>
                <a:lnTo>
                  <a:pt x="418264" y="493679"/>
                </a:lnTo>
                <a:lnTo>
                  <a:pt x="417303" y="491918"/>
                </a:lnTo>
                <a:lnTo>
                  <a:pt x="416354" y="490151"/>
                </a:lnTo>
                <a:lnTo>
                  <a:pt x="415416" y="488379"/>
                </a:lnTo>
                <a:lnTo>
                  <a:pt x="414490" y="486602"/>
                </a:lnTo>
                <a:lnTo>
                  <a:pt x="413577" y="484819"/>
                </a:lnTo>
                <a:lnTo>
                  <a:pt x="412677" y="483030"/>
                </a:lnTo>
                <a:lnTo>
                  <a:pt x="411791" y="481235"/>
                </a:lnTo>
                <a:lnTo>
                  <a:pt x="410919" y="479433"/>
                </a:lnTo>
                <a:lnTo>
                  <a:pt x="410063" y="477625"/>
                </a:lnTo>
                <a:lnTo>
                  <a:pt x="409221" y="475810"/>
                </a:lnTo>
                <a:lnTo>
                  <a:pt x="408396" y="473987"/>
                </a:lnTo>
                <a:lnTo>
                  <a:pt x="407588" y="472157"/>
                </a:lnTo>
                <a:lnTo>
                  <a:pt x="407213" y="471230"/>
                </a:lnTo>
                <a:lnTo>
                  <a:pt x="406867" y="470284"/>
                </a:lnTo>
                <a:lnTo>
                  <a:pt x="406548" y="469319"/>
                </a:lnTo>
                <a:lnTo>
                  <a:pt x="406255" y="468337"/>
                </a:lnTo>
                <a:lnTo>
                  <a:pt x="405989" y="467340"/>
                </a:lnTo>
                <a:lnTo>
                  <a:pt x="405747" y="466330"/>
                </a:lnTo>
                <a:lnTo>
                  <a:pt x="405531" y="465307"/>
                </a:lnTo>
                <a:lnTo>
                  <a:pt x="405339" y="464273"/>
                </a:lnTo>
                <a:lnTo>
                  <a:pt x="405170" y="463229"/>
                </a:lnTo>
                <a:lnTo>
                  <a:pt x="405024" y="462177"/>
                </a:lnTo>
                <a:lnTo>
                  <a:pt x="404901" y="461119"/>
                </a:lnTo>
                <a:lnTo>
                  <a:pt x="404799" y="460055"/>
                </a:lnTo>
                <a:lnTo>
                  <a:pt x="404718" y="458988"/>
                </a:lnTo>
                <a:lnTo>
                  <a:pt x="404657" y="457918"/>
                </a:lnTo>
                <a:lnTo>
                  <a:pt x="404616" y="456847"/>
                </a:lnTo>
                <a:lnTo>
                  <a:pt x="404594" y="455777"/>
                </a:lnTo>
                <a:lnTo>
                  <a:pt x="404590" y="454708"/>
                </a:lnTo>
                <a:lnTo>
                  <a:pt x="404604" y="453643"/>
                </a:lnTo>
                <a:lnTo>
                  <a:pt x="404636" y="452583"/>
                </a:lnTo>
                <a:lnTo>
                  <a:pt x="404684" y="451529"/>
                </a:lnTo>
                <a:lnTo>
                  <a:pt x="404747" y="450483"/>
                </a:lnTo>
                <a:lnTo>
                  <a:pt x="404826" y="449445"/>
                </a:lnTo>
                <a:lnTo>
                  <a:pt x="404920" y="448418"/>
                </a:lnTo>
                <a:lnTo>
                  <a:pt x="405027" y="447403"/>
                </a:lnTo>
                <a:lnTo>
                  <a:pt x="405127" y="446989"/>
                </a:lnTo>
                <a:lnTo>
                  <a:pt x="405286" y="446572"/>
                </a:lnTo>
                <a:lnTo>
                  <a:pt x="405500" y="446153"/>
                </a:lnTo>
                <a:lnTo>
                  <a:pt x="405767" y="445734"/>
                </a:lnTo>
                <a:lnTo>
                  <a:pt x="406083" y="445314"/>
                </a:lnTo>
                <a:lnTo>
                  <a:pt x="406445" y="444896"/>
                </a:lnTo>
                <a:lnTo>
                  <a:pt x="406848" y="444481"/>
                </a:lnTo>
                <a:lnTo>
                  <a:pt x="407290" y="444069"/>
                </a:lnTo>
                <a:lnTo>
                  <a:pt x="407766" y="443661"/>
                </a:lnTo>
                <a:lnTo>
                  <a:pt x="408274" y="443259"/>
                </a:lnTo>
                <a:lnTo>
                  <a:pt x="408810" y="442864"/>
                </a:lnTo>
                <a:lnTo>
                  <a:pt x="409371" y="442476"/>
                </a:lnTo>
                <a:lnTo>
                  <a:pt x="409952" y="442096"/>
                </a:lnTo>
                <a:lnTo>
                  <a:pt x="410551" y="441726"/>
                </a:lnTo>
                <a:lnTo>
                  <a:pt x="411164" y="441367"/>
                </a:lnTo>
                <a:lnTo>
                  <a:pt x="411787" y="441020"/>
                </a:lnTo>
                <a:lnTo>
                  <a:pt x="412418" y="440685"/>
                </a:lnTo>
                <a:lnTo>
                  <a:pt x="413051" y="440364"/>
                </a:lnTo>
                <a:lnTo>
                  <a:pt x="413685" y="440058"/>
                </a:lnTo>
                <a:lnTo>
                  <a:pt x="414315" y="439768"/>
                </a:lnTo>
                <a:lnTo>
                  <a:pt x="414939" y="439494"/>
                </a:lnTo>
                <a:lnTo>
                  <a:pt x="415552" y="439239"/>
                </a:lnTo>
                <a:lnTo>
                  <a:pt x="416150" y="439002"/>
                </a:lnTo>
                <a:lnTo>
                  <a:pt x="416732" y="438785"/>
                </a:lnTo>
                <a:lnTo>
                  <a:pt x="419133" y="437871"/>
                </a:lnTo>
                <a:lnTo>
                  <a:pt x="421536" y="436963"/>
                </a:lnTo>
                <a:lnTo>
                  <a:pt x="423941" y="436060"/>
                </a:lnTo>
                <a:lnTo>
                  <a:pt x="426348" y="435161"/>
                </a:lnTo>
                <a:lnTo>
                  <a:pt x="428756" y="434268"/>
                </a:lnTo>
                <a:lnTo>
                  <a:pt x="431165" y="433379"/>
                </a:lnTo>
                <a:lnTo>
                  <a:pt x="433577" y="432494"/>
                </a:lnTo>
                <a:lnTo>
                  <a:pt x="435989" y="431614"/>
                </a:lnTo>
                <a:lnTo>
                  <a:pt x="438403" y="430737"/>
                </a:lnTo>
                <a:lnTo>
                  <a:pt x="440817" y="429864"/>
                </a:lnTo>
                <a:lnTo>
                  <a:pt x="443233" y="428994"/>
                </a:lnTo>
                <a:lnTo>
                  <a:pt x="445650" y="428127"/>
                </a:lnTo>
                <a:lnTo>
                  <a:pt x="448068" y="427264"/>
                </a:lnTo>
                <a:lnTo>
                  <a:pt x="450487" y="426402"/>
                </a:lnTo>
                <a:lnTo>
                  <a:pt x="452907" y="425544"/>
                </a:lnTo>
                <a:lnTo>
                  <a:pt x="455327" y="424687"/>
                </a:lnTo>
                <a:lnTo>
                  <a:pt x="457748" y="423832"/>
                </a:lnTo>
                <a:lnTo>
                  <a:pt x="460170" y="422979"/>
                </a:lnTo>
                <a:lnTo>
                  <a:pt x="462592" y="422127"/>
                </a:lnTo>
                <a:lnTo>
                  <a:pt x="465014" y="421277"/>
                </a:lnTo>
                <a:lnTo>
                  <a:pt x="467437" y="420427"/>
                </a:lnTo>
                <a:lnTo>
                  <a:pt x="469860" y="419578"/>
                </a:lnTo>
                <a:lnTo>
                  <a:pt x="472283" y="418730"/>
                </a:lnTo>
                <a:lnTo>
                  <a:pt x="474706" y="417882"/>
                </a:lnTo>
                <a:lnTo>
                  <a:pt x="475556" y="417591"/>
                </a:lnTo>
                <a:lnTo>
                  <a:pt x="476412" y="417315"/>
                </a:lnTo>
                <a:lnTo>
                  <a:pt x="477274" y="417050"/>
                </a:lnTo>
                <a:lnTo>
                  <a:pt x="478142" y="416795"/>
                </a:lnTo>
                <a:lnTo>
                  <a:pt x="479014" y="416550"/>
                </a:lnTo>
                <a:lnTo>
                  <a:pt x="479890" y="416312"/>
                </a:lnTo>
                <a:lnTo>
                  <a:pt x="480768" y="416080"/>
                </a:lnTo>
                <a:lnTo>
                  <a:pt x="481649" y="415852"/>
                </a:lnTo>
                <a:lnTo>
                  <a:pt x="482531" y="415626"/>
                </a:lnTo>
                <a:lnTo>
                  <a:pt x="483413" y="415401"/>
                </a:lnTo>
                <a:lnTo>
                  <a:pt x="484295" y="415176"/>
                </a:lnTo>
                <a:lnTo>
                  <a:pt x="485176" y="414948"/>
                </a:lnTo>
                <a:lnTo>
                  <a:pt x="486055" y="414717"/>
                </a:lnTo>
                <a:lnTo>
                  <a:pt x="486932" y="414480"/>
                </a:lnTo>
                <a:lnTo>
                  <a:pt x="487805" y="414236"/>
                </a:lnTo>
                <a:lnTo>
                  <a:pt x="488673" y="413984"/>
                </a:lnTo>
                <a:lnTo>
                  <a:pt x="489537" y="413721"/>
                </a:lnTo>
                <a:lnTo>
                  <a:pt x="490394" y="413447"/>
                </a:lnTo>
                <a:lnTo>
                  <a:pt x="491245" y="413159"/>
                </a:lnTo>
                <a:lnTo>
                  <a:pt x="492089" y="412857"/>
                </a:lnTo>
                <a:lnTo>
                  <a:pt x="492924" y="412537"/>
                </a:lnTo>
                <a:lnTo>
                  <a:pt x="493750" y="412200"/>
                </a:lnTo>
                <a:lnTo>
                  <a:pt x="494566" y="411843"/>
                </a:lnTo>
                <a:lnTo>
                  <a:pt x="495372" y="411464"/>
                </a:lnTo>
                <a:lnTo>
                  <a:pt x="496443" y="410908"/>
                </a:lnTo>
                <a:lnTo>
                  <a:pt x="497506" y="410338"/>
                </a:lnTo>
                <a:lnTo>
                  <a:pt x="498563" y="409757"/>
                </a:lnTo>
                <a:lnTo>
                  <a:pt x="499613" y="409165"/>
                </a:lnTo>
                <a:lnTo>
                  <a:pt x="500657" y="408562"/>
                </a:lnTo>
                <a:lnTo>
                  <a:pt x="501696" y="407949"/>
                </a:lnTo>
                <a:lnTo>
                  <a:pt x="502729" y="407327"/>
                </a:lnTo>
                <a:lnTo>
                  <a:pt x="503758" y="406697"/>
                </a:lnTo>
                <a:lnTo>
                  <a:pt x="504782" y="406059"/>
                </a:lnTo>
                <a:lnTo>
                  <a:pt x="505802" y="405414"/>
                </a:lnTo>
                <a:lnTo>
                  <a:pt x="506818" y="404763"/>
                </a:lnTo>
                <a:lnTo>
                  <a:pt x="507831" y="404107"/>
                </a:lnTo>
                <a:lnTo>
                  <a:pt x="508841" y="403446"/>
                </a:lnTo>
                <a:lnTo>
                  <a:pt x="509849" y="402780"/>
                </a:lnTo>
                <a:lnTo>
                  <a:pt x="510855" y="402112"/>
                </a:lnTo>
                <a:lnTo>
                  <a:pt x="511859" y="401441"/>
                </a:lnTo>
                <a:lnTo>
                  <a:pt x="512862" y="400767"/>
                </a:lnTo>
                <a:lnTo>
                  <a:pt x="513863" y="400093"/>
                </a:lnTo>
                <a:lnTo>
                  <a:pt x="514865" y="399418"/>
                </a:lnTo>
                <a:lnTo>
                  <a:pt x="515866" y="398744"/>
                </a:lnTo>
                <a:lnTo>
                  <a:pt x="516868" y="398070"/>
                </a:lnTo>
                <a:lnTo>
                  <a:pt x="517870" y="397398"/>
                </a:lnTo>
                <a:lnTo>
                  <a:pt x="518874" y="396728"/>
                </a:lnTo>
                <a:lnTo>
                  <a:pt x="519879" y="396062"/>
                </a:lnTo>
                <a:lnTo>
                  <a:pt x="521252" y="395170"/>
                </a:lnTo>
                <a:lnTo>
                  <a:pt x="522626" y="394280"/>
                </a:lnTo>
                <a:lnTo>
                  <a:pt x="523996" y="393387"/>
                </a:lnTo>
                <a:lnTo>
                  <a:pt x="525356" y="392488"/>
                </a:lnTo>
                <a:lnTo>
                  <a:pt x="526701" y="391578"/>
                </a:lnTo>
                <a:lnTo>
                  <a:pt x="528026" y="390653"/>
                </a:lnTo>
                <a:lnTo>
                  <a:pt x="529325" y="389709"/>
                </a:lnTo>
                <a:lnTo>
                  <a:pt x="530594" y="388741"/>
                </a:lnTo>
                <a:lnTo>
                  <a:pt x="531828" y="387746"/>
                </a:lnTo>
                <a:lnTo>
                  <a:pt x="533021" y="386720"/>
                </a:lnTo>
                <a:lnTo>
                  <a:pt x="534168" y="385658"/>
                </a:lnTo>
                <a:lnTo>
                  <a:pt x="535264" y="384556"/>
                </a:lnTo>
                <a:lnTo>
                  <a:pt x="536304" y="383410"/>
                </a:lnTo>
                <a:lnTo>
                  <a:pt x="537282" y="382216"/>
                </a:lnTo>
                <a:lnTo>
                  <a:pt x="538194" y="380970"/>
                </a:lnTo>
                <a:lnTo>
                  <a:pt x="539034" y="379668"/>
                </a:lnTo>
                <a:lnTo>
                  <a:pt x="539797" y="378305"/>
                </a:lnTo>
                <a:lnTo>
                  <a:pt x="540479" y="376878"/>
                </a:lnTo>
                <a:lnTo>
                  <a:pt x="541073" y="375381"/>
                </a:lnTo>
                <a:lnTo>
                  <a:pt x="541575" y="373812"/>
                </a:lnTo>
                <a:lnTo>
                  <a:pt x="541979" y="372166"/>
                </a:lnTo>
                <a:lnTo>
                  <a:pt x="542281" y="370439"/>
                </a:lnTo>
                <a:lnTo>
                  <a:pt x="542475" y="368626"/>
                </a:lnTo>
                <a:lnTo>
                  <a:pt x="542556" y="366724"/>
                </a:lnTo>
                <a:lnTo>
                  <a:pt x="543870" y="366097"/>
                </a:lnTo>
                <a:lnTo>
                  <a:pt x="545202" y="365493"/>
                </a:lnTo>
                <a:lnTo>
                  <a:pt x="546549" y="364908"/>
                </a:lnTo>
                <a:lnTo>
                  <a:pt x="547906" y="364334"/>
                </a:lnTo>
                <a:lnTo>
                  <a:pt x="549268" y="363766"/>
                </a:lnTo>
                <a:lnTo>
                  <a:pt x="550632" y="363197"/>
                </a:lnTo>
                <a:lnTo>
                  <a:pt x="551993" y="362621"/>
                </a:lnTo>
                <a:lnTo>
                  <a:pt x="553346" y="362031"/>
                </a:lnTo>
                <a:lnTo>
                  <a:pt x="554689" y="361422"/>
                </a:lnTo>
                <a:lnTo>
                  <a:pt x="556015" y="360787"/>
                </a:lnTo>
                <a:lnTo>
                  <a:pt x="557322" y="360119"/>
                </a:lnTo>
                <a:lnTo>
                  <a:pt x="558604" y="359413"/>
                </a:lnTo>
                <a:lnTo>
                  <a:pt x="559858" y="358661"/>
                </a:lnTo>
                <a:lnTo>
                  <a:pt x="561079" y="357859"/>
                </a:lnTo>
                <a:lnTo>
                  <a:pt x="562263" y="356999"/>
                </a:lnTo>
                <a:lnTo>
                  <a:pt x="563405" y="356075"/>
                </a:lnTo>
                <a:lnTo>
                  <a:pt x="564502" y="355082"/>
                </a:lnTo>
                <a:lnTo>
                  <a:pt x="565548" y="354012"/>
                </a:lnTo>
                <a:lnTo>
                  <a:pt x="566541" y="352859"/>
                </a:lnTo>
                <a:lnTo>
                  <a:pt x="567474" y="351618"/>
                </a:lnTo>
                <a:lnTo>
                  <a:pt x="568345" y="350281"/>
                </a:lnTo>
                <a:lnTo>
                  <a:pt x="569149" y="348843"/>
                </a:lnTo>
                <a:lnTo>
                  <a:pt x="569881" y="347297"/>
                </a:lnTo>
                <a:lnTo>
                  <a:pt x="570538" y="345637"/>
                </a:lnTo>
                <a:lnTo>
                  <a:pt x="570221" y="345659"/>
                </a:lnTo>
                <a:lnTo>
                  <a:pt x="569912" y="345680"/>
                </a:lnTo>
                <a:lnTo>
                  <a:pt x="569611" y="345699"/>
                </a:lnTo>
                <a:lnTo>
                  <a:pt x="569316" y="345717"/>
                </a:lnTo>
                <a:lnTo>
                  <a:pt x="569028" y="345735"/>
                </a:lnTo>
                <a:lnTo>
                  <a:pt x="568746" y="345752"/>
                </a:lnTo>
                <a:lnTo>
                  <a:pt x="568470" y="345769"/>
                </a:lnTo>
                <a:lnTo>
                  <a:pt x="568201" y="345787"/>
                </a:lnTo>
                <a:lnTo>
                  <a:pt x="567937" y="345805"/>
                </a:lnTo>
                <a:lnTo>
                  <a:pt x="567678" y="345824"/>
                </a:lnTo>
                <a:lnTo>
                  <a:pt x="567425" y="345845"/>
                </a:lnTo>
                <a:lnTo>
                  <a:pt x="567177" y="345867"/>
                </a:lnTo>
                <a:lnTo>
                  <a:pt x="566934" y="345891"/>
                </a:lnTo>
                <a:lnTo>
                  <a:pt x="566695" y="345917"/>
                </a:lnTo>
                <a:lnTo>
                  <a:pt x="566460" y="345945"/>
                </a:lnTo>
                <a:lnTo>
                  <a:pt x="566230" y="345977"/>
                </a:lnTo>
                <a:lnTo>
                  <a:pt x="566003" y="346012"/>
                </a:lnTo>
                <a:lnTo>
                  <a:pt x="565780" y="346050"/>
                </a:lnTo>
                <a:lnTo>
                  <a:pt x="565560" y="346092"/>
                </a:lnTo>
                <a:lnTo>
                  <a:pt x="565343" y="346138"/>
                </a:lnTo>
                <a:lnTo>
                  <a:pt x="565129" y="346189"/>
                </a:lnTo>
                <a:lnTo>
                  <a:pt x="564918" y="346244"/>
                </a:lnTo>
                <a:lnTo>
                  <a:pt x="564709" y="346305"/>
                </a:lnTo>
                <a:lnTo>
                  <a:pt x="564502" y="346371"/>
                </a:lnTo>
                <a:lnTo>
                  <a:pt x="561852" y="347450"/>
                </a:lnTo>
                <a:lnTo>
                  <a:pt x="559206" y="348532"/>
                </a:lnTo>
                <a:lnTo>
                  <a:pt x="556563" y="349618"/>
                </a:lnTo>
                <a:lnTo>
                  <a:pt x="553922" y="350705"/>
                </a:lnTo>
                <a:lnTo>
                  <a:pt x="551284" y="351795"/>
                </a:lnTo>
                <a:lnTo>
                  <a:pt x="548649" y="352886"/>
                </a:lnTo>
                <a:lnTo>
                  <a:pt x="546015" y="353978"/>
                </a:lnTo>
                <a:lnTo>
                  <a:pt x="543383" y="355070"/>
                </a:lnTo>
                <a:lnTo>
                  <a:pt x="540752" y="356163"/>
                </a:lnTo>
                <a:lnTo>
                  <a:pt x="538122" y="357255"/>
                </a:lnTo>
                <a:lnTo>
                  <a:pt x="535492" y="358346"/>
                </a:lnTo>
                <a:lnTo>
                  <a:pt x="532863" y="359435"/>
                </a:lnTo>
                <a:lnTo>
                  <a:pt x="530234" y="360523"/>
                </a:lnTo>
                <a:lnTo>
                  <a:pt x="527605" y="361608"/>
                </a:lnTo>
                <a:lnTo>
                  <a:pt x="524975" y="362691"/>
                </a:lnTo>
                <a:lnTo>
                  <a:pt x="522344" y="363770"/>
                </a:lnTo>
                <a:lnTo>
                  <a:pt x="519712" y="364845"/>
                </a:lnTo>
                <a:lnTo>
                  <a:pt x="517078" y="365916"/>
                </a:lnTo>
                <a:lnTo>
                  <a:pt x="514443" y="366982"/>
                </a:lnTo>
                <a:lnTo>
                  <a:pt x="511805" y="368043"/>
                </a:lnTo>
                <a:lnTo>
                  <a:pt x="509164" y="369098"/>
                </a:lnTo>
                <a:lnTo>
                  <a:pt x="506521" y="370147"/>
                </a:lnTo>
                <a:lnTo>
                  <a:pt x="503874" y="371190"/>
                </a:lnTo>
                <a:lnTo>
                  <a:pt x="501224" y="372225"/>
                </a:lnTo>
                <a:lnTo>
                  <a:pt x="500649" y="372441"/>
                </a:lnTo>
                <a:lnTo>
                  <a:pt x="500067" y="372632"/>
                </a:lnTo>
                <a:lnTo>
                  <a:pt x="499478" y="372799"/>
                </a:lnTo>
                <a:lnTo>
                  <a:pt x="498884" y="372945"/>
                </a:lnTo>
                <a:lnTo>
                  <a:pt x="498285" y="373070"/>
                </a:lnTo>
                <a:lnTo>
                  <a:pt x="497681" y="373176"/>
                </a:lnTo>
                <a:lnTo>
                  <a:pt x="497073" y="373265"/>
                </a:lnTo>
                <a:lnTo>
                  <a:pt x="496463" y="373339"/>
                </a:lnTo>
                <a:lnTo>
                  <a:pt x="495849" y="373398"/>
                </a:lnTo>
                <a:lnTo>
                  <a:pt x="495234" y="373445"/>
                </a:lnTo>
                <a:lnTo>
                  <a:pt x="494618" y="373481"/>
                </a:lnTo>
                <a:lnTo>
                  <a:pt x="494000" y="373508"/>
                </a:lnTo>
                <a:lnTo>
                  <a:pt x="493383" y="373528"/>
                </a:lnTo>
                <a:lnTo>
                  <a:pt x="492767" y="373541"/>
                </a:lnTo>
                <a:lnTo>
                  <a:pt x="492152" y="373550"/>
                </a:lnTo>
                <a:lnTo>
                  <a:pt x="491538" y="373556"/>
                </a:lnTo>
                <a:lnTo>
                  <a:pt x="490928" y="373561"/>
                </a:lnTo>
                <a:lnTo>
                  <a:pt x="490320" y="373566"/>
                </a:lnTo>
                <a:lnTo>
                  <a:pt x="489716" y="373573"/>
                </a:lnTo>
                <a:lnTo>
                  <a:pt x="489117" y="373583"/>
                </a:lnTo>
                <a:lnTo>
                  <a:pt x="488523" y="373599"/>
                </a:lnTo>
                <a:lnTo>
                  <a:pt x="487934" y="373621"/>
                </a:lnTo>
                <a:lnTo>
                  <a:pt x="487352" y="373651"/>
                </a:lnTo>
                <a:lnTo>
                  <a:pt x="486777" y="373692"/>
                </a:lnTo>
                <a:lnTo>
                  <a:pt x="486981" y="373083"/>
                </a:lnTo>
                <a:lnTo>
                  <a:pt x="487184" y="372495"/>
                </a:lnTo>
                <a:lnTo>
                  <a:pt x="487383" y="371925"/>
                </a:lnTo>
                <a:lnTo>
                  <a:pt x="487580" y="371373"/>
                </a:lnTo>
                <a:lnTo>
                  <a:pt x="487773" y="370839"/>
                </a:lnTo>
                <a:lnTo>
                  <a:pt x="487962" y="370320"/>
                </a:lnTo>
                <a:lnTo>
                  <a:pt x="488147" y="369815"/>
                </a:lnTo>
                <a:lnTo>
                  <a:pt x="488328" y="369325"/>
                </a:lnTo>
                <a:lnTo>
                  <a:pt x="488503" y="368847"/>
                </a:lnTo>
                <a:lnTo>
                  <a:pt x="488673" y="368381"/>
                </a:lnTo>
                <a:lnTo>
                  <a:pt x="488836" y="367926"/>
                </a:lnTo>
                <a:lnTo>
                  <a:pt x="488994" y="367480"/>
                </a:lnTo>
                <a:lnTo>
                  <a:pt x="489145" y="367043"/>
                </a:lnTo>
                <a:lnTo>
                  <a:pt x="489289" y="366614"/>
                </a:lnTo>
                <a:lnTo>
                  <a:pt x="489425" y="366191"/>
                </a:lnTo>
                <a:lnTo>
                  <a:pt x="489554" y="365773"/>
                </a:lnTo>
                <a:lnTo>
                  <a:pt x="489674" y="365360"/>
                </a:lnTo>
                <a:lnTo>
                  <a:pt x="489786" y="364951"/>
                </a:lnTo>
                <a:lnTo>
                  <a:pt x="489888" y="364543"/>
                </a:lnTo>
                <a:lnTo>
                  <a:pt x="489981" y="364137"/>
                </a:lnTo>
                <a:lnTo>
                  <a:pt x="490065" y="363732"/>
                </a:lnTo>
                <a:lnTo>
                  <a:pt x="490138" y="363326"/>
                </a:lnTo>
                <a:lnTo>
                  <a:pt x="490200" y="362918"/>
                </a:lnTo>
                <a:lnTo>
                  <a:pt x="490251" y="362507"/>
                </a:lnTo>
                <a:lnTo>
                  <a:pt x="490239" y="362342"/>
                </a:lnTo>
                <a:lnTo>
                  <a:pt x="490204" y="362168"/>
                </a:lnTo>
                <a:lnTo>
                  <a:pt x="490146" y="361987"/>
                </a:lnTo>
                <a:lnTo>
                  <a:pt x="490068" y="361800"/>
                </a:lnTo>
                <a:lnTo>
                  <a:pt x="489970" y="361608"/>
                </a:lnTo>
                <a:lnTo>
                  <a:pt x="489854" y="361412"/>
                </a:lnTo>
                <a:lnTo>
                  <a:pt x="489722" y="361213"/>
                </a:lnTo>
                <a:lnTo>
                  <a:pt x="489574" y="361013"/>
                </a:lnTo>
                <a:lnTo>
                  <a:pt x="489412" y="360811"/>
                </a:lnTo>
                <a:lnTo>
                  <a:pt x="489238" y="360611"/>
                </a:lnTo>
                <a:lnTo>
                  <a:pt x="489052" y="360411"/>
                </a:lnTo>
                <a:lnTo>
                  <a:pt x="488857" y="360215"/>
                </a:lnTo>
                <a:lnTo>
                  <a:pt x="488653" y="360022"/>
                </a:lnTo>
                <a:lnTo>
                  <a:pt x="488441" y="359834"/>
                </a:lnTo>
                <a:lnTo>
                  <a:pt x="488224" y="359652"/>
                </a:lnTo>
                <a:lnTo>
                  <a:pt x="488003" y="359478"/>
                </a:lnTo>
                <a:lnTo>
                  <a:pt x="487778" y="359312"/>
                </a:lnTo>
                <a:lnTo>
                  <a:pt x="487551" y="359155"/>
                </a:lnTo>
                <a:lnTo>
                  <a:pt x="487324" y="359008"/>
                </a:lnTo>
                <a:lnTo>
                  <a:pt x="487097" y="358873"/>
                </a:lnTo>
                <a:lnTo>
                  <a:pt x="486873" y="358751"/>
                </a:lnTo>
                <a:lnTo>
                  <a:pt x="486653" y="358643"/>
                </a:lnTo>
                <a:lnTo>
                  <a:pt x="486437" y="358550"/>
                </a:lnTo>
                <a:lnTo>
                  <a:pt x="486228" y="358473"/>
                </a:lnTo>
                <a:lnTo>
                  <a:pt x="484493" y="358065"/>
                </a:lnTo>
                <a:lnTo>
                  <a:pt x="482679" y="357801"/>
                </a:lnTo>
                <a:lnTo>
                  <a:pt x="480796" y="357677"/>
                </a:lnTo>
                <a:lnTo>
                  <a:pt x="478855" y="357686"/>
                </a:lnTo>
                <a:lnTo>
                  <a:pt x="476865" y="357824"/>
                </a:lnTo>
                <a:lnTo>
                  <a:pt x="474838" y="358086"/>
                </a:lnTo>
                <a:lnTo>
                  <a:pt x="472782" y="358467"/>
                </a:lnTo>
                <a:lnTo>
                  <a:pt x="470710" y="358962"/>
                </a:lnTo>
                <a:lnTo>
                  <a:pt x="468630" y="359565"/>
                </a:lnTo>
                <a:lnTo>
                  <a:pt x="466554" y="360273"/>
                </a:lnTo>
                <a:lnTo>
                  <a:pt x="464492" y="361079"/>
                </a:lnTo>
                <a:lnTo>
                  <a:pt x="462453" y="361980"/>
                </a:lnTo>
                <a:lnTo>
                  <a:pt x="460449" y="362969"/>
                </a:lnTo>
                <a:lnTo>
                  <a:pt x="458489" y="364041"/>
                </a:lnTo>
                <a:lnTo>
                  <a:pt x="456584" y="365193"/>
                </a:lnTo>
                <a:lnTo>
                  <a:pt x="454745" y="366418"/>
                </a:lnTo>
                <a:lnTo>
                  <a:pt x="452981" y="367713"/>
                </a:lnTo>
                <a:lnTo>
                  <a:pt x="451303" y="369071"/>
                </a:lnTo>
                <a:lnTo>
                  <a:pt x="449721" y="370487"/>
                </a:lnTo>
                <a:lnTo>
                  <a:pt x="448246" y="371958"/>
                </a:lnTo>
                <a:lnTo>
                  <a:pt x="446887" y="373477"/>
                </a:lnTo>
                <a:lnTo>
                  <a:pt x="445656" y="375039"/>
                </a:lnTo>
                <a:lnTo>
                  <a:pt x="444562" y="376641"/>
                </a:lnTo>
                <a:lnTo>
                  <a:pt x="443616" y="378276"/>
                </a:lnTo>
                <a:lnTo>
                  <a:pt x="442674" y="379934"/>
                </a:lnTo>
                <a:lnTo>
                  <a:pt x="441593" y="381559"/>
                </a:lnTo>
                <a:lnTo>
                  <a:pt x="440382" y="383148"/>
                </a:lnTo>
                <a:lnTo>
                  <a:pt x="439049" y="384695"/>
                </a:lnTo>
                <a:lnTo>
                  <a:pt x="437603" y="386197"/>
                </a:lnTo>
                <a:lnTo>
                  <a:pt x="436055" y="387650"/>
                </a:lnTo>
                <a:lnTo>
                  <a:pt x="434412" y="389050"/>
                </a:lnTo>
                <a:lnTo>
                  <a:pt x="432683" y="390391"/>
                </a:lnTo>
                <a:lnTo>
                  <a:pt x="430879" y="391671"/>
                </a:lnTo>
                <a:lnTo>
                  <a:pt x="429007" y="392885"/>
                </a:lnTo>
                <a:lnTo>
                  <a:pt x="427078" y="394029"/>
                </a:lnTo>
                <a:lnTo>
                  <a:pt x="425099" y="395099"/>
                </a:lnTo>
                <a:lnTo>
                  <a:pt x="423080" y="396091"/>
                </a:lnTo>
                <a:lnTo>
                  <a:pt x="421030" y="397000"/>
                </a:lnTo>
                <a:lnTo>
                  <a:pt x="418959" y="397823"/>
                </a:lnTo>
                <a:lnTo>
                  <a:pt x="416874" y="398554"/>
                </a:lnTo>
                <a:lnTo>
                  <a:pt x="414786" y="399191"/>
                </a:lnTo>
                <a:lnTo>
                  <a:pt x="412703" y="399729"/>
                </a:lnTo>
                <a:lnTo>
                  <a:pt x="410634" y="400164"/>
                </a:lnTo>
                <a:lnTo>
                  <a:pt x="408588" y="400492"/>
                </a:lnTo>
                <a:lnTo>
                  <a:pt x="406575" y="400708"/>
                </a:lnTo>
                <a:lnTo>
                  <a:pt x="404604" y="400808"/>
                </a:lnTo>
                <a:lnTo>
                  <a:pt x="402683" y="400789"/>
                </a:lnTo>
                <a:lnTo>
                  <a:pt x="400821" y="400646"/>
                </a:lnTo>
                <a:lnTo>
                  <a:pt x="400662" y="399066"/>
                </a:lnTo>
                <a:lnTo>
                  <a:pt x="400504" y="397490"/>
                </a:lnTo>
                <a:lnTo>
                  <a:pt x="400348" y="395918"/>
                </a:lnTo>
                <a:lnTo>
                  <a:pt x="400194" y="394349"/>
                </a:lnTo>
                <a:lnTo>
                  <a:pt x="400040" y="392783"/>
                </a:lnTo>
                <a:lnTo>
                  <a:pt x="399887" y="391220"/>
                </a:lnTo>
                <a:lnTo>
                  <a:pt x="399734" y="389660"/>
                </a:lnTo>
                <a:lnTo>
                  <a:pt x="399581" y="388103"/>
                </a:lnTo>
                <a:lnTo>
                  <a:pt x="399429" y="386548"/>
                </a:lnTo>
                <a:lnTo>
                  <a:pt x="399276" y="384996"/>
                </a:lnTo>
                <a:lnTo>
                  <a:pt x="399123" y="383445"/>
                </a:lnTo>
                <a:lnTo>
                  <a:pt x="398969" y="381897"/>
                </a:lnTo>
                <a:lnTo>
                  <a:pt x="398814" y="380351"/>
                </a:lnTo>
                <a:lnTo>
                  <a:pt x="398658" y="378807"/>
                </a:lnTo>
                <a:lnTo>
                  <a:pt x="398501" y="377264"/>
                </a:lnTo>
                <a:lnTo>
                  <a:pt x="398342" y="375722"/>
                </a:lnTo>
                <a:lnTo>
                  <a:pt x="398181" y="374182"/>
                </a:lnTo>
                <a:lnTo>
                  <a:pt x="398018" y="372643"/>
                </a:lnTo>
                <a:lnTo>
                  <a:pt x="397852" y="371105"/>
                </a:lnTo>
                <a:lnTo>
                  <a:pt x="397684" y="369568"/>
                </a:lnTo>
                <a:lnTo>
                  <a:pt x="397513" y="368031"/>
                </a:lnTo>
                <a:lnTo>
                  <a:pt x="397339" y="366495"/>
                </a:lnTo>
                <a:lnTo>
                  <a:pt x="397161" y="364959"/>
                </a:lnTo>
                <a:lnTo>
                  <a:pt x="396980" y="363424"/>
                </a:lnTo>
                <a:lnTo>
                  <a:pt x="396728" y="361200"/>
                </a:lnTo>
                <a:lnTo>
                  <a:pt x="396474" y="358977"/>
                </a:lnTo>
                <a:lnTo>
                  <a:pt x="396218" y="356754"/>
                </a:lnTo>
                <a:lnTo>
                  <a:pt x="395960" y="354530"/>
                </a:lnTo>
                <a:lnTo>
                  <a:pt x="395701" y="352307"/>
                </a:lnTo>
                <a:lnTo>
                  <a:pt x="395440" y="350084"/>
                </a:lnTo>
                <a:lnTo>
                  <a:pt x="395178" y="347861"/>
                </a:lnTo>
                <a:lnTo>
                  <a:pt x="394914" y="345637"/>
                </a:lnTo>
                <a:lnTo>
                  <a:pt x="394650" y="343414"/>
                </a:lnTo>
                <a:lnTo>
                  <a:pt x="394384" y="341191"/>
                </a:lnTo>
                <a:lnTo>
                  <a:pt x="394117" y="338968"/>
                </a:lnTo>
                <a:lnTo>
                  <a:pt x="393849" y="336744"/>
                </a:lnTo>
                <a:lnTo>
                  <a:pt x="393579" y="334521"/>
                </a:lnTo>
                <a:lnTo>
                  <a:pt x="393309" y="332298"/>
                </a:lnTo>
                <a:lnTo>
                  <a:pt x="393039" y="330075"/>
                </a:lnTo>
                <a:lnTo>
                  <a:pt x="392767" y="327851"/>
                </a:lnTo>
                <a:lnTo>
                  <a:pt x="392495" y="325628"/>
                </a:lnTo>
                <a:lnTo>
                  <a:pt x="392223" y="323405"/>
                </a:lnTo>
                <a:lnTo>
                  <a:pt x="391949" y="321182"/>
                </a:lnTo>
                <a:lnTo>
                  <a:pt x="391676" y="318958"/>
                </a:lnTo>
                <a:lnTo>
                  <a:pt x="391402" y="316735"/>
                </a:lnTo>
                <a:lnTo>
                  <a:pt x="391128" y="314512"/>
                </a:lnTo>
                <a:lnTo>
                  <a:pt x="390854" y="312288"/>
                </a:lnTo>
                <a:lnTo>
                  <a:pt x="390579" y="310065"/>
                </a:lnTo>
                <a:lnTo>
                  <a:pt x="390421" y="308712"/>
                </a:lnTo>
                <a:lnTo>
                  <a:pt x="390266" y="307357"/>
                </a:lnTo>
                <a:lnTo>
                  <a:pt x="390114" y="306001"/>
                </a:lnTo>
                <a:lnTo>
                  <a:pt x="389963" y="304643"/>
                </a:lnTo>
                <a:lnTo>
                  <a:pt x="389814" y="303285"/>
                </a:lnTo>
                <a:lnTo>
                  <a:pt x="389665" y="301926"/>
                </a:lnTo>
                <a:lnTo>
                  <a:pt x="389516" y="300566"/>
                </a:lnTo>
                <a:lnTo>
                  <a:pt x="389367" y="299206"/>
                </a:lnTo>
                <a:lnTo>
                  <a:pt x="389216" y="297846"/>
                </a:lnTo>
                <a:lnTo>
                  <a:pt x="389064" y="296487"/>
                </a:lnTo>
                <a:lnTo>
                  <a:pt x="388909" y="295127"/>
                </a:lnTo>
                <a:lnTo>
                  <a:pt x="388751" y="293769"/>
                </a:lnTo>
                <a:lnTo>
                  <a:pt x="388589" y="292411"/>
                </a:lnTo>
                <a:lnTo>
                  <a:pt x="388422" y="291055"/>
                </a:lnTo>
                <a:lnTo>
                  <a:pt x="388251" y="289700"/>
                </a:lnTo>
                <a:lnTo>
                  <a:pt x="388073" y="288347"/>
                </a:lnTo>
                <a:lnTo>
                  <a:pt x="387890" y="286996"/>
                </a:lnTo>
                <a:lnTo>
                  <a:pt x="387699" y="285647"/>
                </a:lnTo>
                <a:lnTo>
                  <a:pt x="387501" y="284300"/>
                </a:lnTo>
                <a:lnTo>
                  <a:pt x="387294" y="282956"/>
                </a:lnTo>
                <a:lnTo>
                  <a:pt x="387079" y="281614"/>
                </a:lnTo>
                <a:lnTo>
                  <a:pt x="386854" y="280276"/>
                </a:lnTo>
                <a:lnTo>
                  <a:pt x="386619" y="278941"/>
                </a:lnTo>
                <a:lnTo>
                  <a:pt x="386373" y="277610"/>
                </a:lnTo>
                <a:lnTo>
                  <a:pt x="386070" y="276122"/>
                </a:lnTo>
                <a:lnTo>
                  <a:pt x="385757" y="274638"/>
                </a:lnTo>
                <a:lnTo>
                  <a:pt x="385434" y="273156"/>
                </a:lnTo>
                <a:lnTo>
                  <a:pt x="385102" y="271678"/>
                </a:lnTo>
                <a:lnTo>
                  <a:pt x="384762" y="270202"/>
                </a:lnTo>
                <a:lnTo>
                  <a:pt x="384416" y="268729"/>
                </a:lnTo>
                <a:lnTo>
                  <a:pt x="384063" y="267257"/>
                </a:lnTo>
                <a:lnTo>
                  <a:pt x="383704" y="265787"/>
                </a:lnTo>
                <a:lnTo>
                  <a:pt x="383342" y="264318"/>
                </a:lnTo>
                <a:lnTo>
                  <a:pt x="382975" y="262850"/>
                </a:lnTo>
                <a:lnTo>
                  <a:pt x="382606" y="261383"/>
                </a:lnTo>
                <a:lnTo>
                  <a:pt x="382235" y="259916"/>
                </a:lnTo>
                <a:lnTo>
                  <a:pt x="381864" y="258449"/>
                </a:lnTo>
                <a:lnTo>
                  <a:pt x="381492" y="256981"/>
                </a:lnTo>
                <a:lnTo>
                  <a:pt x="381121" y="255514"/>
                </a:lnTo>
                <a:lnTo>
                  <a:pt x="380751" y="254045"/>
                </a:lnTo>
                <a:lnTo>
                  <a:pt x="380384" y="252575"/>
                </a:lnTo>
                <a:lnTo>
                  <a:pt x="380021" y="251103"/>
                </a:lnTo>
                <a:lnTo>
                  <a:pt x="379662" y="249629"/>
                </a:lnTo>
                <a:lnTo>
                  <a:pt x="379308" y="248153"/>
                </a:lnTo>
                <a:lnTo>
                  <a:pt x="378960" y="246675"/>
                </a:lnTo>
                <a:lnTo>
                  <a:pt x="378618" y="245194"/>
                </a:lnTo>
                <a:lnTo>
                  <a:pt x="378285" y="243709"/>
                </a:lnTo>
                <a:lnTo>
                  <a:pt x="377960" y="242221"/>
                </a:lnTo>
                <a:lnTo>
                  <a:pt x="377686" y="240940"/>
                </a:lnTo>
                <a:lnTo>
                  <a:pt x="377408" y="239663"/>
                </a:lnTo>
                <a:lnTo>
                  <a:pt x="377125" y="238392"/>
                </a:lnTo>
                <a:lnTo>
                  <a:pt x="376834" y="237127"/>
                </a:lnTo>
                <a:lnTo>
                  <a:pt x="376533" y="235870"/>
                </a:lnTo>
                <a:lnTo>
                  <a:pt x="376217" y="234620"/>
                </a:lnTo>
                <a:lnTo>
                  <a:pt x="375886" y="233380"/>
                </a:lnTo>
                <a:lnTo>
                  <a:pt x="375536" y="232150"/>
                </a:lnTo>
                <a:lnTo>
                  <a:pt x="375164" y="230931"/>
                </a:lnTo>
                <a:lnTo>
                  <a:pt x="374767" y="229723"/>
                </a:lnTo>
                <a:lnTo>
                  <a:pt x="374344" y="228528"/>
                </a:lnTo>
                <a:lnTo>
                  <a:pt x="373891" y="227346"/>
                </a:lnTo>
                <a:lnTo>
                  <a:pt x="373406" y="226179"/>
                </a:lnTo>
                <a:lnTo>
                  <a:pt x="372886" y="225026"/>
                </a:lnTo>
                <a:lnTo>
                  <a:pt x="372327" y="223890"/>
                </a:lnTo>
                <a:lnTo>
                  <a:pt x="371729" y="222771"/>
                </a:lnTo>
                <a:lnTo>
                  <a:pt x="371087" y="221670"/>
                </a:lnTo>
                <a:lnTo>
                  <a:pt x="370399" y="220587"/>
                </a:lnTo>
                <a:lnTo>
                  <a:pt x="369663" y="219524"/>
                </a:lnTo>
                <a:lnTo>
                  <a:pt x="368875" y="218482"/>
                </a:lnTo>
                <a:lnTo>
                  <a:pt x="368034" y="217461"/>
                </a:lnTo>
                <a:lnTo>
                  <a:pt x="367136" y="216462"/>
                </a:lnTo>
                <a:lnTo>
                  <a:pt x="366178" y="215486"/>
                </a:lnTo>
                <a:lnTo>
                  <a:pt x="365159" y="214534"/>
                </a:lnTo>
                <a:lnTo>
                  <a:pt x="364525" y="213957"/>
                </a:lnTo>
                <a:lnTo>
                  <a:pt x="363951" y="213373"/>
                </a:lnTo>
                <a:lnTo>
                  <a:pt x="363435" y="212783"/>
                </a:lnTo>
                <a:lnTo>
                  <a:pt x="362978" y="212186"/>
                </a:lnTo>
                <a:lnTo>
                  <a:pt x="362580" y="211585"/>
                </a:lnTo>
                <a:lnTo>
                  <a:pt x="362241" y="210978"/>
                </a:lnTo>
                <a:lnTo>
                  <a:pt x="361960" y="210367"/>
                </a:lnTo>
                <a:lnTo>
                  <a:pt x="361738" y="209753"/>
                </a:lnTo>
                <a:lnTo>
                  <a:pt x="361574" y="209135"/>
                </a:lnTo>
                <a:lnTo>
                  <a:pt x="361469" y="208514"/>
                </a:lnTo>
                <a:lnTo>
                  <a:pt x="361421" y="207892"/>
                </a:lnTo>
                <a:lnTo>
                  <a:pt x="361432" y="207268"/>
                </a:lnTo>
                <a:lnTo>
                  <a:pt x="361501" y="206643"/>
                </a:lnTo>
                <a:lnTo>
                  <a:pt x="361628" y="206018"/>
                </a:lnTo>
                <a:lnTo>
                  <a:pt x="361813" y="205392"/>
                </a:lnTo>
                <a:lnTo>
                  <a:pt x="362056" y="204768"/>
                </a:lnTo>
                <a:lnTo>
                  <a:pt x="362357" y="204145"/>
                </a:lnTo>
                <a:lnTo>
                  <a:pt x="362715" y="203523"/>
                </a:lnTo>
                <a:lnTo>
                  <a:pt x="363131" y="202904"/>
                </a:lnTo>
                <a:lnTo>
                  <a:pt x="363605" y="202288"/>
                </a:lnTo>
                <a:lnTo>
                  <a:pt x="364136" y="201676"/>
                </a:lnTo>
                <a:lnTo>
                  <a:pt x="364724" y="201067"/>
                </a:lnTo>
                <a:lnTo>
                  <a:pt x="365370" y="200463"/>
                </a:lnTo>
                <a:lnTo>
                  <a:pt x="366073" y="199865"/>
                </a:lnTo>
                <a:lnTo>
                  <a:pt x="366868" y="199211"/>
                </a:lnTo>
                <a:lnTo>
                  <a:pt x="367653" y="198582"/>
                </a:lnTo>
                <a:lnTo>
                  <a:pt x="368429" y="197982"/>
                </a:lnTo>
                <a:lnTo>
                  <a:pt x="369200" y="197413"/>
                </a:lnTo>
                <a:lnTo>
                  <a:pt x="369965" y="196880"/>
                </a:lnTo>
                <a:lnTo>
                  <a:pt x="370728" y="196386"/>
                </a:lnTo>
                <a:lnTo>
                  <a:pt x="371489" y="195936"/>
                </a:lnTo>
                <a:lnTo>
                  <a:pt x="372250" y="195532"/>
                </a:lnTo>
                <a:lnTo>
                  <a:pt x="373014" y="195178"/>
                </a:lnTo>
                <a:lnTo>
                  <a:pt x="373780" y="194878"/>
                </a:lnTo>
                <a:lnTo>
                  <a:pt x="374553" y="194636"/>
                </a:lnTo>
                <a:lnTo>
                  <a:pt x="375331" y="194455"/>
                </a:lnTo>
                <a:lnTo>
                  <a:pt x="376119" y="194340"/>
                </a:lnTo>
                <a:lnTo>
                  <a:pt x="376917" y="194292"/>
                </a:lnTo>
                <a:lnTo>
                  <a:pt x="377726" y="194317"/>
                </a:lnTo>
                <a:lnTo>
                  <a:pt x="378550" y="194418"/>
                </a:lnTo>
                <a:lnTo>
                  <a:pt x="379388" y="194599"/>
                </a:lnTo>
                <a:lnTo>
                  <a:pt x="380244" y="194862"/>
                </a:lnTo>
                <a:lnTo>
                  <a:pt x="381118" y="195213"/>
                </a:lnTo>
                <a:lnTo>
                  <a:pt x="382012" y="195654"/>
                </a:lnTo>
                <a:lnTo>
                  <a:pt x="382928" y="196189"/>
                </a:lnTo>
                <a:lnTo>
                  <a:pt x="383868" y="196823"/>
                </a:lnTo>
                <a:lnTo>
                  <a:pt x="384833" y="197558"/>
                </a:lnTo>
                <a:lnTo>
                  <a:pt x="385824" y="198398"/>
                </a:lnTo>
                <a:lnTo>
                  <a:pt x="387220" y="199598"/>
                </a:lnTo>
                <a:lnTo>
                  <a:pt x="388576" y="200679"/>
                </a:lnTo>
                <a:lnTo>
                  <a:pt x="389894" y="201641"/>
                </a:lnTo>
                <a:lnTo>
                  <a:pt x="391177" y="202484"/>
                </a:lnTo>
                <a:lnTo>
                  <a:pt x="392430" y="203210"/>
                </a:lnTo>
                <a:lnTo>
                  <a:pt x="393654" y="203818"/>
                </a:lnTo>
                <a:lnTo>
                  <a:pt x="394854" y="204310"/>
                </a:lnTo>
                <a:lnTo>
                  <a:pt x="396032" y="204686"/>
                </a:lnTo>
                <a:lnTo>
                  <a:pt x="397192" y="204947"/>
                </a:lnTo>
                <a:lnTo>
                  <a:pt x="398336" y="205093"/>
                </a:lnTo>
                <a:lnTo>
                  <a:pt x="399469" y="205126"/>
                </a:lnTo>
                <a:lnTo>
                  <a:pt x="400592" y="205045"/>
                </a:lnTo>
                <a:lnTo>
                  <a:pt x="401710" y="204851"/>
                </a:lnTo>
                <a:lnTo>
                  <a:pt x="402825" y="204545"/>
                </a:lnTo>
                <a:lnTo>
                  <a:pt x="403941" y="204128"/>
                </a:lnTo>
                <a:lnTo>
                  <a:pt x="405061" y="203600"/>
                </a:lnTo>
                <a:lnTo>
                  <a:pt x="406188" y="202962"/>
                </a:lnTo>
                <a:lnTo>
                  <a:pt x="407325" y="202214"/>
                </a:lnTo>
                <a:lnTo>
                  <a:pt x="408475" y="201357"/>
                </a:lnTo>
                <a:lnTo>
                  <a:pt x="409642" y="200393"/>
                </a:lnTo>
                <a:lnTo>
                  <a:pt x="410828" y="199320"/>
                </a:lnTo>
                <a:lnTo>
                  <a:pt x="412037" y="198141"/>
                </a:lnTo>
                <a:lnTo>
                  <a:pt x="413273" y="196855"/>
                </a:lnTo>
                <a:lnTo>
                  <a:pt x="414537" y="195464"/>
                </a:lnTo>
                <a:lnTo>
                  <a:pt x="414677" y="195303"/>
                </a:lnTo>
                <a:lnTo>
                  <a:pt x="414823" y="195140"/>
                </a:lnTo>
                <a:lnTo>
                  <a:pt x="414973" y="194977"/>
                </a:lnTo>
                <a:lnTo>
                  <a:pt x="415128" y="194814"/>
                </a:lnTo>
                <a:lnTo>
                  <a:pt x="415288" y="194651"/>
                </a:lnTo>
                <a:lnTo>
                  <a:pt x="415452" y="194490"/>
                </a:lnTo>
                <a:lnTo>
                  <a:pt x="415619" y="194330"/>
                </a:lnTo>
                <a:lnTo>
                  <a:pt x="415790" y="194174"/>
                </a:lnTo>
                <a:lnTo>
                  <a:pt x="415965" y="194020"/>
                </a:lnTo>
                <a:lnTo>
                  <a:pt x="416142" y="193870"/>
                </a:lnTo>
                <a:lnTo>
                  <a:pt x="416321" y="193725"/>
                </a:lnTo>
                <a:lnTo>
                  <a:pt x="416503" y="193584"/>
                </a:lnTo>
                <a:lnTo>
                  <a:pt x="416687" y="193450"/>
                </a:lnTo>
                <a:lnTo>
                  <a:pt x="416872" y="193322"/>
                </a:lnTo>
                <a:lnTo>
                  <a:pt x="417059" y="193201"/>
                </a:lnTo>
                <a:lnTo>
                  <a:pt x="417247" y="193087"/>
                </a:lnTo>
                <a:lnTo>
                  <a:pt x="417435" y="192982"/>
                </a:lnTo>
                <a:lnTo>
                  <a:pt x="417623" y="192885"/>
                </a:lnTo>
                <a:lnTo>
                  <a:pt x="417812" y="192799"/>
                </a:lnTo>
                <a:lnTo>
                  <a:pt x="418000" y="192722"/>
                </a:lnTo>
                <a:lnTo>
                  <a:pt x="418188" y="192656"/>
                </a:lnTo>
                <a:lnTo>
                  <a:pt x="418374" y="192602"/>
                </a:lnTo>
                <a:lnTo>
                  <a:pt x="418560" y="192560"/>
                </a:lnTo>
                <a:lnTo>
                  <a:pt x="418744" y="192530"/>
                </a:lnTo>
                <a:lnTo>
                  <a:pt x="419899" y="192332"/>
                </a:lnTo>
                <a:lnTo>
                  <a:pt x="421033" y="192105"/>
                </a:lnTo>
                <a:lnTo>
                  <a:pt x="422144" y="191847"/>
                </a:lnTo>
                <a:lnTo>
                  <a:pt x="423233" y="191558"/>
                </a:lnTo>
                <a:lnTo>
                  <a:pt x="424298" y="191237"/>
                </a:lnTo>
                <a:lnTo>
                  <a:pt x="425339" y="190883"/>
                </a:lnTo>
                <a:lnTo>
                  <a:pt x="426355" y="190495"/>
                </a:lnTo>
                <a:lnTo>
                  <a:pt x="427346" y="190072"/>
                </a:lnTo>
                <a:lnTo>
                  <a:pt x="428311" y="189613"/>
                </a:lnTo>
                <a:lnTo>
                  <a:pt x="429249" y="189118"/>
                </a:lnTo>
                <a:lnTo>
                  <a:pt x="430160" y="188586"/>
                </a:lnTo>
                <a:lnTo>
                  <a:pt x="431043" y="188015"/>
                </a:lnTo>
                <a:lnTo>
                  <a:pt x="431897" y="187405"/>
                </a:lnTo>
                <a:lnTo>
                  <a:pt x="432722" y="186755"/>
                </a:lnTo>
                <a:lnTo>
                  <a:pt x="433517" y="186064"/>
                </a:lnTo>
                <a:lnTo>
                  <a:pt x="434282" y="185331"/>
                </a:lnTo>
                <a:lnTo>
                  <a:pt x="435016" y="184556"/>
                </a:lnTo>
                <a:lnTo>
                  <a:pt x="435718" y="183737"/>
                </a:lnTo>
                <a:lnTo>
                  <a:pt x="436387" y="182874"/>
                </a:lnTo>
                <a:lnTo>
                  <a:pt x="437024" y="181966"/>
                </a:lnTo>
                <a:lnTo>
                  <a:pt x="437626" y="181011"/>
                </a:lnTo>
                <a:lnTo>
                  <a:pt x="438195" y="180009"/>
                </a:lnTo>
                <a:lnTo>
                  <a:pt x="438729" y="178960"/>
                </a:lnTo>
                <a:lnTo>
                  <a:pt x="439227" y="177861"/>
                </a:lnTo>
                <a:lnTo>
                  <a:pt x="440480" y="178363"/>
                </a:lnTo>
                <a:lnTo>
                  <a:pt x="441637" y="178813"/>
                </a:lnTo>
                <a:lnTo>
                  <a:pt x="442703" y="179208"/>
                </a:lnTo>
                <a:lnTo>
                  <a:pt x="443682" y="179547"/>
                </a:lnTo>
                <a:lnTo>
                  <a:pt x="444579" y="179827"/>
                </a:lnTo>
                <a:lnTo>
                  <a:pt x="445399" y="180044"/>
                </a:lnTo>
                <a:lnTo>
                  <a:pt x="446147" y="180198"/>
                </a:lnTo>
                <a:lnTo>
                  <a:pt x="446827" y="180286"/>
                </a:lnTo>
                <a:lnTo>
                  <a:pt x="447444" y="180304"/>
                </a:lnTo>
                <a:lnTo>
                  <a:pt x="448003" y="180252"/>
                </a:lnTo>
                <a:lnTo>
                  <a:pt x="448508" y="180126"/>
                </a:lnTo>
                <a:lnTo>
                  <a:pt x="448965" y="179924"/>
                </a:lnTo>
                <a:lnTo>
                  <a:pt x="449378" y="179644"/>
                </a:lnTo>
                <a:lnTo>
                  <a:pt x="449753" y="179283"/>
                </a:lnTo>
                <a:lnTo>
                  <a:pt x="450093" y="178839"/>
                </a:lnTo>
                <a:lnTo>
                  <a:pt x="450403" y="178309"/>
                </a:lnTo>
                <a:lnTo>
                  <a:pt x="450689" y="177692"/>
                </a:lnTo>
                <a:lnTo>
                  <a:pt x="450954" y="176984"/>
                </a:lnTo>
                <a:lnTo>
                  <a:pt x="451204" y="176184"/>
                </a:lnTo>
                <a:lnTo>
                  <a:pt x="451444" y="175289"/>
                </a:lnTo>
                <a:lnTo>
                  <a:pt x="451678" y="174296"/>
                </a:lnTo>
                <a:lnTo>
                  <a:pt x="451912" y="173204"/>
                </a:lnTo>
                <a:lnTo>
                  <a:pt x="452149" y="172009"/>
                </a:lnTo>
                <a:lnTo>
                  <a:pt x="452394" y="170710"/>
                </a:lnTo>
                <a:lnTo>
                  <a:pt x="452530" y="170000"/>
                </a:lnTo>
                <a:lnTo>
                  <a:pt x="452662" y="169289"/>
                </a:lnTo>
                <a:lnTo>
                  <a:pt x="452790" y="168578"/>
                </a:lnTo>
                <a:lnTo>
                  <a:pt x="452917" y="167868"/>
                </a:lnTo>
                <a:lnTo>
                  <a:pt x="453041" y="167157"/>
                </a:lnTo>
                <a:lnTo>
                  <a:pt x="453163" y="166447"/>
                </a:lnTo>
                <a:lnTo>
                  <a:pt x="453284" y="165736"/>
                </a:lnTo>
                <a:lnTo>
                  <a:pt x="453404" y="165026"/>
                </a:lnTo>
                <a:lnTo>
                  <a:pt x="453523" y="164315"/>
                </a:lnTo>
                <a:lnTo>
                  <a:pt x="453642" y="163605"/>
                </a:lnTo>
                <a:lnTo>
                  <a:pt x="453761" y="162894"/>
                </a:lnTo>
                <a:lnTo>
                  <a:pt x="453880" y="162184"/>
                </a:lnTo>
                <a:lnTo>
                  <a:pt x="454001" y="161473"/>
                </a:lnTo>
                <a:lnTo>
                  <a:pt x="454123" y="160763"/>
                </a:lnTo>
                <a:lnTo>
                  <a:pt x="454246" y="160052"/>
                </a:lnTo>
                <a:lnTo>
                  <a:pt x="454372" y="159342"/>
                </a:lnTo>
                <a:lnTo>
                  <a:pt x="454501" y="158631"/>
                </a:lnTo>
                <a:lnTo>
                  <a:pt x="454632" y="157921"/>
                </a:lnTo>
                <a:lnTo>
                  <a:pt x="454766" y="157210"/>
                </a:lnTo>
                <a:lnTo>
                  <a:pt x="454905" y="156499"/>
                </a:lnTo>
                <a:lnTo>
                  <a:pt x="455047" y="155789"/>
                </a:lnTo>
                <a:lnTo>
                  <a:pt x="455194" y="155078"/>
                </a:lnTo>
                <a:lnTo>
                  <a:pt x="455346" y="154368"/>
                </a:lnTo>
                <a:lnTo>
                  <a:pt x="455503" y="153657"/>
                </a:lnTo>
                <a:lnTo>
                  <a:pt x="455572" y="153378"/>
                </a:lnTo>
                <a:lnTo>
                  <a:pt x="455641" y="153090"/>
                </a:lnTo>
                <a:lnTo>
                  <a:pt x="455711" y="152795"/>
                </a:lnTo>
                <a:lnTo>
                  <a:pt x="455783" y="152495"/>
                </a:lnTo>
                <a:lnTo>
                  <a:pt x="455856" y="152191"/>
                </a:lnTo>
                <a:lnTo>
                  <a:pt x="455932" y="151884"/>
                </a:lnTo>
                <a:lnTo>
                  <a:pt x="456011" y="151575"/>
                </a:lnTo>
                <a:lnTo>
                  <a:pt x="456093" y="151267"/>
                </a:lnTo>
                <a:lnTo>
                  <a:pt x="456178" y="150960"/>
                </a:lnTo>
                <a:lnTo>
                  <a:pt x="456269" y="150655"/>
                </a:lnTo>
                <a:lnTo>
                  <a:pt x="456363" y="150354"/>
                </a:lnTo>
                <a:lnTo>
                  <a:pt x="456463" y="150059"/>
                </a:lnTo>
                <a:lnTo>
                  <a:pt x="456569" y="149770"/>
                </a:lnTo>
                <a:lnTo>
                  <a:pt x="456681" y="149490"/>
                </a:lnTo>
                <a:lnTo>
                  <a:pt x="456800" y="149218"/>
                </a:lnTo>
                <a:lnTo>
                  <a:pt x="456926" y="148958"/>
                </a:lnTo>
                <a:lnTo>
                  <a:pt x="457059" y="148709"/>
                </a:lnTo>
                <a:lnTo>
                  <a:pt x="457201" y="148475"/>
                </a:lnTo>
                <a:lnTo>
                  <a:pt x="457351" y="148254"/>
                </a:lnTo>
                <a:lnTo>
                  <a:pt x="457510" y="148050"/>
                </a:lnTo>
                <a:lnTo>
                  <a:pt x="457679" y="147864"/>
                </a:lnTo>
                <a:lnTo>
                  <a:pt x="457857" y="147696"/>
                </a:lnTo>
                <a:lnTo>
                  <a:pt x="458047" y="147549"/>
                </a:lnTo>
                <a:lnTo>
                  <a:pt x="458247" y="147423"/>
                </a:lnTo>
                <a:lnTo>
                  <a:pt x="459189" y="146816"/>
                </a:lnTo>
                <a:lnTo>
                  <a:pt x="460095" y="146186"/>
                </a:lnTo>
                <a:lnTo>
                  <a:pt x="460967" y="145533"/>
                </a:lnTo>
                <a:lnTo>
                  <a:pt x="461805" y="144859"/>
                </a:lnTo>
                <a:lnTo>
                  <a:pt x="462610" y="144162"/>
                </a:lnTo>
                <a:lnTo>
                  <a:pt x="463382" y="143444"/>
                </a:lnTo>
                <a:lnTo>
                  <a:pt x="464122" y="142704"/>
                </a:lnTo>
                <a:lnTo>
                  <a:pt x="464830" y="141943"/>
                </a:lnTo>
                <a:lnTo>
                  <a:pt x="465509" y="141160"/>
                </a:lnTo>
                <a:lnTo>
                  <a:pt x="466157" y="140358"/>
                </a:lnTo>
                <a:lnTo>
                  <a:pt x="466777" y="139534"/>
                </a:lnTo>
                <a:lnTo>
                  <a:pt x="467368" y="138690"/>
                </a:lnTo>
                <a:lnTo>
                  <a:pt x="467931" y="137827"/>
                </a:lnTo>
                <a:lnTo>
                  <a:pt x="468468" y="136943"/>
                </a:lnTo>
                <a:lnTo>
                  <a:pt x="468979" y="136040"/>
                </a:lnTo>
                <a:lnTo>
                  <a:pt x="469464" y="135117"/>
                </a:lnTo>
                <a:lnTo>
                  <a:pt x="469924" y="134176"/>
                </a:lnTo>
                <a:lnTo>
                  <a:pt x="470360" y="133215"/>
                </a:lnTo>
                <a:lnTo>
                  <a:pt x="470773" y="132236"/>
                </a:lnTo>
                <a:lnTo>
                  <a:pt x="471163" y="131239"/>
                </a:lnTo>
                <a:lnTo>
                  <a:pt x="471531" y="130223"/>
                </a:lnTo>
                <a:lnTo>
                  <a:pt x="471878" y="129190"/>
                </a:lnTo>
                <a:lnTo>
                  <a:pt x="472205" y="128139"/>
                </a:lnTo>
                <a:lnTo>
                  <a:pt x="472512" y="127070"/>
                </a:lnTo>
                <a:lnTo>
                  <a:pt x="472636" y="126637"/>
                </a:lnTo>
                <a:lnTo>
                  <a:pt x="472781" y="126209"/>
                </a:lnTo>
                <a:lnTo>
                  <a:pt x="472944" y="125786"/>
                </a:lnTo>
                <a:lnTo>
                  <a:pt x="473125" y="125365"/>
                </a:lnTo>
                <a:lnTo>
                  <a:pt x="473324" y="124948"/>
                </a:lnTo>
                <a:lnTo>
                  <a:pt x="473537" y="124531"/>
                </a:lnTo>
                <a:lnTo>
                  <a:pt x="473766" y="124116"/>
                </a:lnTo>
                <a:lnTo>
                  <a:pt x="474009" y="123701"/>
                </a:lnTo>
                <a:lnTo>
                  <a:pt x="474264" y="123286"/>
                </a:lnTo>
                <a:lnTo>
                  <a:pt x="474530" y="122869"/>
                </a:lnTo>
                <a:lnTo>
                  <a:pt x="474808" y="122450"/>
                </a:lnTo>
                <a:lnTo>
                  <a:pt x="475095" y="122027"/>
                </a:lnTo>
                <a:lnTo>
                  <a:pt x="475390" y="121601"/>
                </a:lnTo>
                <a:lnTo>
                  <a:pt x="475694" y="121171"/>
                </a:lnTo>
                <a:lnTo>
                  <a:pt x="476003" y="120735"/>
                </a:lnTo>
                <a:lnTo>
                  <a:pt x="476318" y="120292"/>
                </a:lnTo>
                <a:lnTo>
                  <a:pt x="476638" y="119843"/>
                </a:lnTo>
                <a:lnTo>
                  <a:pt x="476961" y="119386"/>
                </a:lnTo>
                <a:lnTo>
                  <a:pt x="477286" y="118920"/>
                </a:lnTo>
                <a:lnTo>
                  <a:pt x="477613" y="118445"/>
                </a:lnTo>
                <a:lnTo>
                  <a:pt x="477940" y="117960"/>
                </a:lnTo>
                <a:lnTo>
                  <a:pt x="478266" y="117464"/>
                </a:lnTo>
                <a:lnTo>
                  <a:pt x="478591" y="116956"/>
                </a:lnTo>
                <a:lnTo>
                  <a:pt x="478913" y="116435"/>
                </a:lnTo>
                <a:lnTo>
                  <a:pt x="479026" y="117160"/>
                </a:lnTo>
                <a:lnTo>
                  <a:pt x="479138" y="117869"/>
                </a:lnTo>
                <a:lnTo>
                  <a:pt x="479248" y="118563"/>
                </a:lnTo>
                <a:lnTo>
                  <a:pt x="479356" y="119243"/>
                </a:lnTo>
                <a:lnTo>
                  <a:pt x="479464" y="119910"/>
                </a:lnTo>
                <a:lnTo>
                  <a:pt x="479570" y="120566"/>
                </a:lnTo>
                <a:lnTo>
                  <a:pt x="479675" y="121212"/>
                </a:lnTo>
                <a:lnTo>
                  <a:pt x="479780" y="121847"/>
                </a:lnTo>
                <a:lnTo>
                  <a:pt x="479883" y="122475"/>
                </a:lnTo>
                <a:lnTo>
                  <a:pt x="479987" y="123096"/>
                </a:lnTo>
                <a:lnTo>
                  <a:pt x="480090" y="123710"/>
                </a:lnTo>
                <a:lnTo>
                  <a:pt x="480193" y="124319"/>
                </a:lnTo>
                <a:lnTo>
                  <a:pt x="480296" y="124925"/>
                </a:lnTo>
                <a:lnTo>
                  <a:pt x="480399" y="125528"/>
                </a:lnTo>
                <a:lnTo>
                  <a:pt x="480502" y="126129"/>
                </a:lnTo>
                <a:lnTo>
                  <a:pt x="480606" y="126730"/>
                </a:lnTo>
                <a:lnTo>
                  <a:pt x="480710" y="127332"/>
                </a:lnTo>
                <a:lnTo>
                  <a:pt x="480816" y="127935"/>
                </a:lnTo>
                <a:lnTo>
                  <a:pt x="480922" y="128541"/>
                </a:lnTo>
                <a:lnTo>
                  <a:pt x="481029" y="129151"/>
                </a:lnTo>
                <a:lnTo>
                  <a:pt x="481138" y="129767"/>
                </a:lnTo>
                <a:lnTo>
                  <a:pt x="481248" y="130388"/>
                </a:lnTo>
                <a:lnTo>
                  <a:pt x="481360" y="131017"/>
                </a:lnTo>
                <a:lnTo>
                  <a:pt x="481473" y="131654"/>
                </a:lnTo>
                <a:lnTo>
                  <a:pt x="482951" y="130605"/>
                </a:lnTo>
                <a:lnTo>
                  <a:pt x="484323" y="129521"/>
                </a:lnTo>
                <a:lnTo>
                  <a:pt x="485594" y="128404"/>
                </a:lnTo>
                <a:lnTo>
                  <a:pt x="486766" y="127255"/>
                </a:lnTo>
                <a:lnTo>
                  <a:pt x="487842" y="126076"/>
                </a:lnTo>
                <a:lnTo>
                  <a:pt x="488825" y="124870"/>
                </a:lnTo>
                <a:lnTo>
                  <a:pt x="489720" y="123636"/>
                </a:lnTo>
                <a:lnTo>
                  <a:pt x="490529" y="122377"/>
                </a:lnTo>
                <a:lnTo>
                  <a:pt x="491255" y="121095"/>
                </a:lnTo>
                <a:lnTo>
                  <a:pt x="491902" y="119791"/>
                </a:lnTo>
                <a:lnTo>
                  <a:pt x="492474" y="118466"/>
                </a:lnTo>
                <a:lnTo>
                  <a:pt x="492972" y="117122"/>
                </a:lnTo>
                <a:lnTo>
                  <a:pt x="493400" y="115762"/>
                </a:lnTo>
                <a:lnTo>
                  <a:pt x="493763" y="114386"/>
                </a:lnTo>
                <a:lnTo>
                  <a:pt x="494062" y="112995"/>
                </a:lnTo>
                <a:lnTo>
                  <a:pt x="494302" y="111593"/>
                </a:lnTo>
                <a:lnTo>
                  <a:pt x="494485" y="110179"/>
                </a:lnTo>
                <a:lnTo>
                  <a:pt x="494615" y="108757"/>
                </a:lnTo>
                <a:lnTo>
                  <a:pt x="494695" y="107326"/>
                </a:lnTo>
                <a:lnTo>
                  <a:pt x="494728" y="105890"/>
                </a:lnTo>
                <a:lnTo>
                  <a:pt x="494717" y="104449"/>
                </a:lnTo>
                <a:lnTo>
                  <a:pt x="494667" y="103005"/>
                </a:lnTo>
                <a:lnTo>
                  <a:pt x="494579" y="101560"/>
                </a:lnTo>
                <a:lnTo>
                  <a:pt x="494458" y="100116"/>
                </a:lnTo>
                <a:lnTo>
                  <a:pt x="494328" y="99040"/>
                </a:lnTo>
                <a:lnTo>
                  <a:pt x="494170" y="97968"/>
                </a:lnTo>
                <a:lnTo>
                  <a:pt x="493985" y="96900"/>
                </a:lnTo>
                <a:lnTo>
                  <a:pt x="493775" y="95835"/>
                </a:lnTo>
                <a:lnTo>
                  <a:pt x="493542" y="94772"/>
                </a:lnTo>
                <a:lnTo>
                  <a:pt x="493286" y="93712"/>
                </a:lnTo>
                <a:lnTo>
                  <a:pt x="493011" y="92655"/>
                </a:lnTo>
                <a:lnTo>
                  <a:pt x="492717" y="91600"/>
                </a:lnTo>
                <a:lnTo>
                  <a:pt x="492407" y="90546"/>
                </a:lnTo>
                <a:lnTo>
                  <a:pt x="492082" y="89494"/>
                </a:lnTo>
                <a:lnTo>
                  <a:pt x="491744" y="88444"/>
                </a:lnTo>
                <a:lnTo>
                  <a:pt x="491394" y="87395"/>
                </a:lnTo>
                <a:lnTo>
                  <a:pt x="491036" y="86347"/>
                </a:lnTo>
                <a:lnTo>
                  <a:pt x="490669" y="85299"/>
                </a:lnTo>
                <a:lnTo>
                  <a:pt x="490296" y="84252"/>
                </a:lnTo>
                <a:lnTo>
                  <a:pt x="489919" y="83206"/>
                </a:lnTo>
                <a:lnTo>
                  <a:pt x="489540" y="82159"/>
                </a:lnTo>
                <a:lnTo>
                  <a:pt x="489160" y="81112"/>
                </a:lnTo>
                <a:lnTo>
                  <a:pt x="488780" y="80064"/>
                </a:lnTo>
                <a:lnTo>
                  <a:pt x="488404" y="79016"/>
                </a:lnTo>
                <a:lnTo>
                  <a:pt x="488032" y="77967"/>
                </a:lnTo>
                <a:lnTo>
                  <a:pt x="487666" y="76917"/>
                </a:lnTo>
                <a:lnTo>
                  <a:pt x="487308" y="75865"/>
                </a:lnTo>
                <a:lnTo>
                  <a:pt x="486959" y="74812"/>
                </a:lnTo>
                <a:lnTo>
                  <a:pt x="486755" y="74237"/>
                </a:lnTo>
                <a:lnTo>
                  <a:pt x="486551" y="73659"/>
                </a:lnTo>
                <a:lnTo>
                  <a:pt x="486349" y="73078"/>
                </a:lnTo>
                <a:lnTo>
                  <a:pt x="486147" y="72495"/>
                </a:lnTo>
                <a:lnTo>
                  <a:pt x="485945" y="71911"/>
                </a:lnTo>
                <a:lnTo>
                  <a:pt x="485742" y="71325"/>
                </a:lnTo>
                <a:lnTo>
                  <a:pt x="485539" y="70739"/>
                </a:lnTo>
                <a:lnTo>
                  <a:pt x="485334" y="70153"/>
                </a:lnTo>
                <a:lnTo>
                  <a:pt x="485127" y="69568"/>
                </a:lnTo>
                <a:lnTo>
                  <a:pt x="484918" y="68983"/>
                </a:lnTo>
                <a:lnTo>
                  <a:pt x="484706" y="68401"/>
                </a:lnTo>
                <a:lnTo>
                  <a:pt x="484490" y="67821"/>
                </a:lnTo>
                <a:lnTo>
                  <a:pt x="484271" y="67244"/>
                </a:lnTo>
                <a:lnTo>
                  <a:pt x="484048" y="66670"/>
                </a:lnTo>
                <a:lnTo>
                  <a:pt x="483820" y="66100"/>
                </a:lnTo>
                <a:lnTo>
                  <a:pt x="483586" y="65535"/>
                </a:lnTo>
                <a:lnTo>
                  <a:pt x="483347" y="64975"/>
                </a:lnTo>
                <a:lnTo>
                  <a:pt x="483102" y="64420"/>
                </a:lnTo>
                <a:lnTo>
                  <a:pt x="482850" y="63872"/>
                </a:lnTo>
                <a:lnTo>
                  <a:pt x="482591" y="63330"/>
                </a:lnTo>
                <a:lnTo>
                  <a:pt x="482324" y="62796"/>
                </a:lnTo>
                <a:lnTo>
                  <a:pt x="482049" y="62270"/>
                </a:lnTo>
                <a:lnTo>
                  <a:pt x="481765" y="61752"/>
                </a:lnTo>
                <a:lnTo>
                  <a:pt x="481473" y="61243"/>
                </a:lnTo>
                <a:lnTo>
                  <a:pt x="481102" y="60628"/>
                </a:lnTo>
                <a:lnTo>
                  <a:pt x="480719" y="60020"/>
                </a:lnTo>
                <a:lnTo>
                  <a:pt x="480327" y="59419"/>
                </a:lnTo>
                <a:lnTo>
                  <a:pt x="479926" y="58824"/>
                </a:lnTo>
                <a:lnTo>
                  <a:pt x="479516" y="58236"/>
                </a:lnTo>
                <a:lnTo>
                  <a:pt x="479098" y="57653"/>
                </a:lnTo>
                <a:lnTo>
                  <a:pt x="478673" y="57075"/>
                </a:lnTo>
                <a:lnTo>
                  <a:pt x="478242" y="56503"/>
                </a:lnTo>
                <a:lnTo>
                  <a:pt x="477805" y="55934"/>
                </a:lnTo>
                <a:lnTo>
                  <a:pt x="477363" y="55370"/>
                </a:lnTo>
                <a:lnTo>
                  <a:pt x="476916" y="54810"/>
                </a:lnTo>
                <a:lnTo>
                  <a:pt x="476466" y="54252"/>
                </a:lnTo>
                <a:lnTo>
                  <a:pt x="476014" y="53698"/>
                </a:lnTo>
                <a:lnTo>
                  <a:pt x="475559" y="53146"/>
                </a:lnTo>
                <a:lnTo>
                  <a:pt x="475102" y="52596"/>
                </a:lnTo>
                <a:lnTo>
                  <a:pt x="474645" y="52048"/>
                </a:lnTo>
                <a:lnTo>
                  <a:pt x="474188" y="51501"/>
                </a:lnTo>
                <a:lnTo>
                  <a:pt x="473732" y="50955"/>
                </a:lnTo>
                <a:lnTo>
                  <a:pt x="473277" y="50409"/>
                </a:lnTo>
                <a:lnTo>
                  <a:pt x="472824" y="49863"/>
                </a:lnTo>
                <a:lnTo>
                  <a:pt x="472374" y="49318"/>
                </a:lnTo>
                <a:lnTo>
                  <a:pt x="471928" y="48771"/>
                </a:lnTo>
                <a:lnTo>
                  <a:pt x="471486" y="48223"/>
                </a:lnTo>
                <a:lnTo>
                  <a:pt x="471049" y="47674"/>
                </a:lnTo>
                <a:lnTo>
                  <a:pt x="470134" y="46529"/>
                </a:lnTo>
                <a:lnTo>
                  <a:pt x="469220" y="45386"/>
                </a:lnTo>
                <a:lnTo>
                  <a:pt x="468306" y="44244"/>
                </a:lnTo>
                <a:lnTo>
                  <a:pt x="467392" y="43103"/>
                </a:lnTo>
                <a:lnTo>
                  <a:pt x="466478" y="41963"/>
                </a:lnTo>
                <a:lnTo>
                  <a:pt x="465565" y="40824"/>
                </a:lnTo>
                <a:lnTo>
                  <a:pt x="464652" y="39685"/>
                </a:lnTo>
                <a:lnTo>
                  <a:pt x="463740" y="38547"/>
                </a:lnTo>
                <a:lnTo>
                  <a:pt x="462828" y="37408"/>
                </a:lnTo>
                <a:lnTo>
                  <a:pt x="461918" y="36270"/>
                </a:lnTo>
                <a:lnTo>
                  <a:pt x="461007" y="35131"/>
                </a:lnTo>
                <a:lnTo>
                  <a:pt x="460098" y="33991"/>
                </a:lnTo>
                <a:lnTo>
                  <a:pt x="459190" y="32850"/>
                </a:lnTo>
                <a:lnTo>
                  <a:pt x="458283" y="31708"/>
                </a:lnTo>
                <a:lnTo>
                  <a:pt x="457377" y="30565"/>
                </a:lnTo>
                <a:lnTo>
                  <a:pt x="456472" y="29419"/>
                </a:lnTo>
                <a:lnTo>
                  <a:pt x="455568" y="28272"/>
                </a:lnTo>
                <a:lnTo>
                  <a:pt x="454666" y="27123"/>
                </a:lnTo>
                <a:lnTo>
                  <a:pt x="453765" y="25972"/>
                </a:lnTo>
                <a:lnTo>
                  <a:pt x="452866" y="24818"/>
                </a:lnTo>
                <a:lnTo>
                  <a:pt x="451968" y="23661"/>
                </a:lnTo>
                <a:lnTo>
                  <a:pt x="451072" y="22500"/>
                </a:lnTo>
                <a:lnTo>
                  <a:pt x="450178" y="21337"/>
                </a:lnTo>
                <a:lnTo>
                  <a:pt x="449285" y="20170"/>
                </a:lnTo>
                <a:lnTo>
                  <a:pt x="449062" y="19868"/>
                </a:lnTo>
                <a:lnTo>
                  <a:pt x="448850" y="19559"/>
                </a:lnTo>
                <a:lnTo>
                  <a:pt x="448647" y="19242"/>
                </a:lnTo>
                <a:lnTo>
                  <a:pt x="448453" y="18917"/>
                </a:lnTo>
                <a:lnTo>
                  <a:pt x="448267" y="18585"/>
                </a:lnTo>
                <a:lnTo>
                  <a:pt x="448088" y="18245"/>
                </a:lnTo>
                <a:lnTo>
                  <a:pt x="447915" y="17897"/>
                </a:lnTo>
                <a:lnTo>
                  <a:pt x="447748" y="17542"/>
                </a:lnTo>
                <a:lnTo>
                  <a:pt x="447585" y="17179"/>
                </a:lnTo>
                <a:lnTo>
                  <a:pt x="447425" y="16808"/>
                </a:lnTo>
                <a:lnTo>
                  <a:pt x="447268" y="16430"/>
                </a:lnTo>
                <a:lnTo>
                  <a:pt x="447114" y="16044"/>
                </a:lnTo>
                <a:lnTo>
                  <a:pt x="446960" y="15651"/>
                </a:lnTo>
                <a:lnTo>
                  <a:pt x="446806" y="15250"/>
                </a:lnTo>
                <a:lnTo>
                  <a:pt x="446651" y="14841"/>
                </a:lnTo>
                <a:lnTo>
                  <a:pt x="446495" y="14424"/>
                </a:lnTo>
                <a:lnTo>
                  <a:pt x="446336" y="14000"/>
                </a:lnTo>
                <a:lnTo>
                  <a:pt x="446173" y="13569"/>
                </a:lnTo>
                <a:lnTo>
                  <a:pt x="446007" y="13129"/>
                </a:lnTo>
                <a:lnTo>
                  <a:pt x="445835" y="12683"/>
                </a:lnTo>
                <a:lnTo>
                  <a:pt x="445657" y="12228"/>
                </a:lnTo>
                <a:lnTo>
                  <a:pt x="445473" y="11766"/>
                </a:lnTo>
                <a:lnTo>
                  <a:pt x="445280" y="11296"/>
                </a:lnTo>
                <a:lnTo>
                  <a:pt x="445079" y="10818"/>
                </a:lnTo>
                <a:lnTo>
                  <a:pt x="444425" y="11015"/>
                </a:lnTo>
                <a:lnTo>
                  <a:pt x="443748" y="11231"/>
                </a:lnTo>
                <a:lnTo>
                  <a:pt x="443050" y="11459"/>
                </a:lnTo>
                <a:lnTo>
                  <a:pt x="442337" y="11689"/>
                </a:lnTo>
                <a:lnTo>
                  <a:pt x="441614" y="11914"/>
                </a:lnTo>
                <a:lnTo>
                  <a:pt x="440884" y="12125"/>
                </a:lnTo>
                <a:lnTo>
                  <a:pt x="440152" y="12312"/>
                </a:lnTo>
                <a:lnTo>
                  <a:pt x="439423" y="12469"/>
                </a:lnTo>
                <a:lnTo>
                  <a:pt x="438701" y="12585"/>
                </a:lnTo>
                <a:lnTo>
                  <a:pt x="437990" y="12652"/>
                </a:lnTo>
                <a:lnTo>
                  <a:pt x="437295" y="12662"/>
                </a:lnTo>
                <a:lnTo>
                  <a:pt x="436621" y="12606"/>
                </a:lnTo>
                <a:lnTo>
                  <a:pt x="435971" y="12476"/>
                </a:lnTo>
                <a:lnTo>
                  <a:pt x="435350" y="12262"/>
                </a:lnTo>
                <a:lnTo>
                  <a:pt x="434763" y="11957"/>
                </a:lnTo>
                <a:lnTo>
                  <a:pt x="434214" y="11552"/>
                </a:lnTo>
                <a:lnTo>
                  <a:pt x="433708" y="11038"/>
                </a:lnTo>
                <a:lnTo>
                  <a:pt x="433249" y="10406"/>
                </a:lnTo>
                <a:lnTo>
                  <a:pt x="432841" y="9648"/>
                </a:lnTo>
                <a:lnTo>
                  <a:pt x="432489" y="8756"/>
                </a:lnTo>
                <a:lnTo>
                  <a:pt x="432197" y="7720"/>
                </a:lnTo>
                <a:lnTo>
                  <a:pt x="431970" y="6532"/>
                </a:lnTo>
                <a:lnTo>
                  <a:pt x="431812" y="5184"/>
                </a:lnTo>
                <a:lnTo>
                  <a:pt x="431728" y="3667"/>
                </a:lnTo>
                <a:lnTo>
                  <a:pt x="430953" y="4237"/>
                </a:lnTo>
                <a:lnTo>
                  <a:pt x="430181" y="4796"/>
                </a:lnTo>
                <a:lnTo>
                  <a:pt x="429413" y="5337"/>
                </a:lnTo>
                <a:lnTo>
                  <a:pt x="428648" y="5853"/>
                </a:lnTo>
                <a:lnTo>
                  <a:pt x="427886" y="6337"/>
                </a:lnTo>
                <a:lnTo>
                  <a:pt x="427128" y="6782"/>
                </a:lnTo>
                <a:lnTo>
                  <a:pt x="426372" y="7180"/>
                </a:lnTo>
                <a:lnTo>
                  <a:pt x="425619" y="7525"/>
                </a:lnTo>
                <a:lnTo>
                  <a:pt x="424868" y="7809"/>
                </a:lnTo>
                <a:lnTo>
                  <a:pt x="424120" y="8026"/>
                </a:lnTo>
                <a:lnTo>
                  <a:pt x="423374" y="8168"/>
                </a:lnTo>
                <a:lnTo>
                  <a:pt x="422630" y="8228"/>
                </a:lnTo>
                <a:lnTo>
                  <a:pt x="421888" y="8200"/>
                </a:lnTo>
                <a:lnTo>
                  <a:pt x="421148" y="8076"/>
                </a:lnTo>
                <a:lnTo>
                  <a:pt x="420409" y="7848"/>
                </a:lnTo>
                <a:lnTo>
                  <a:pt x="419672" y="7511"/>
                </a:lnTo>
                <a:lnTo>
                  <a:pt x="418936" y="7057"/>
                </a:lnTo>
                <a:lnTo>
                  <a:pt x="418201" y="6478"/>
                </a:lnTo>
                <a:lnTo>
                  <a:pt x="417467" y="5768"/>
                </a:lnTo>
                <a:lnTo>
                  <a:pt x="416734" y="4919"/>
                </a:lnTo>
                <a:lnTo>
                  <a:pt x="416001" y="3925"/>
                </a:lnTo>
                <a:lnTo>
                  <a:pt x="415269" y="2779"/>
                </a:lnTo>
                <a:lnTo>
                  <a:pt x="414537" y="1473"/>
                </a:lnTo>
                <a:lnTo>
                  <a:pt x="413806" y="0"/>
                </a:lnTo>
                <a:lnTo>
                  <a:pt x="413820" y="1414"/>
                </a:lnTo>
                <a:lnTo>
                  <a:pt x="413772" y="2681"/>
                </a:lnTo>
                <a:lnTo>
                  <a:pt x="413665" y="3808"/>
                </a:lnTo>
                <a:lnTo>
                  <a:pt x="413503" y="4805"/>
                </a:lnTo>
                <a:lnTo>
                  <a:pt x="413289" y="5678"/>
                </a:lnTo>
                <a:lnTo>
                  <a:pt x="413026" y="6435"/>
                </a:lnTo>
                <a:lnTo>
                  <a:pt x="412716" y="7084"/>
                </a:lnTo>
                <a:lnTo>
                  <a:pt x="412363" y="7633"/>
                </a:lnTo>
                <a:lnTo>
                  <a:pt x="411970" y="8090"/>
                </a:lnTo>
                <a:lnTo>
                  <a:pt x="411540" y="8462"/>
                </a:lnTo>
                <a:lnTo>
                  <a:pt x="411077" y="8758"/>
                </a:lnTo>
                <a:lnTo>
                  <a:pt x="410582" y="8985"/>
                </a:lnTo>
                <a:lnTo>
                  <a:pt x="410060" y="9150"/>
                </a:lnTo>
                <a:lnTo>
                  <a:pt x="409514" y="9263"/>
                </a:lnTo>
                <a:lnTo>
                  <a:pt x="408946" y="9329"/>
                </a:lnTo>
                <a:lnTo>
                  <a:pt x="408360" y="9358"/>
                </a:lnTo>
                <a:lnTo>
                  <a:pt x="407758" y="9357"/>
                </a:lnTo>
                <a:lnTo>
                  <a:pt x="407145" y="9334"/>
                </a:lnTo>
                <a:lnTo>
                  <a:pt x="406522" y="9297"/>
                </a:lnTo>
                <a:lnTo>
                  <a:pt x="405893" y="9253"/>
                </a:lnTo>
                <a:lnTo>
                  <a:pt x="405262" y="9210"/>
                </a:lnTo>
                <a:lnTo>
                  <a:pt x="404631" y="9177"/>
                </a:lnTo>
                <a:lnTo>
                  <a:pt x="404003" y="9160"/>
                </a:lnTo>
                <a:lnTo>
                  <a:pt x="403381" y="9168"/>
                </a:lnTo>
                <a:lnTo>
                  <a:pt x="402602" y="9168"/>
                </a:lnTo>
                <a:lnTo>
                  <a:pt x="401820" y="9169"/>
                </a:lnTo>
                <a:lnTo>
                  <a:pt x="401035" y="9172"/>
                </a:lnTo>
                <a:lnTo>
                  <a:pt x="400249" y="9178"/>
                </a:lnTo>
                <a:lnTo>
                  <a:pt x="399461" y="9188"/>
                </a:lnTo>
                <a:lnTo>
                  <a:pt x="398672" y="9202"/>
                </a:lnTo>
                <a:lnTo>
                  <a:pt x="397883" y="9223"/>
                </a:lnTo>
                <a:lnTo>
                  <a:pt x="397096" y="9250"/>
                </a:lnTo>
                <a:lnTo>
                  <a:pt x="396309" y="9284"/>
                </a:lnTo>
                <a:lnTo>
                  <a:pt x="395524" y="9327"/>
                </a:lnTo>
                <a:lnTo>
                  <a:pt x="394742" y="9380"/>
                </a:lnTo>
                <a:lnTo>
                  <a:pt x="393963" y="9443"/>
                </a:lnTo>
                <a:lnTo>
                  <a:pt x="393188" y="9518"/>
                </a:lnTo>
                <a:lnTo>
                  <a:pt x="392417" y="9605"/>
                </a:lnTo>
                <a:lnTo>
                  <a:pt x="391651" y="9705"/>
                </a:lnTo>
                <a:lnTo>
                  <a:pt x="390891" y="9820"/>
                </a:lnTo>
                <a:lnTo>
                  <a:pt x="390137" y="9950"/>
                </a:lnTo>
                <a:lnTo>
                  <a:pt x="389391" y="10096"/>
                </a:lnTo>
                <a:lnTo>
                  <a:pt x="388652" y="10260"/>
                </a:lnTo>
                <a:lnTo>
                  <a:pt x="387921" y="10441"/>
                </a:lnTo>
                <a:lnTo>
                  <a:pt x="387199" y="10642"/>
                </a:lnTo>
                <a:lnTo>
                  <a:pt x="386487" y="10863"/>
                </a:lnTo>
                <a:lnTo>
                  <a:pt x="385784" y="11105"/>
                </a:lnTo>
                <a:lnTo>
                  <a:pt x="385093" y="11368"/>
                </a:lnTo>
                <a:lnTo>
                  <a:pt x="383514" y="12059"/>
                </a:lnTo>
                <a:lnTo>
                  <a:pt x="381978" y="12799"/>
                </a:lnTo>
                <a:lnTo>
                  <a:pt x="380483" y="13587"/>
                </a:lnTo>
                <a:lnTo>
                  <a:pt x="379027" y="14422"/>
                </a:lnTo>
                <a:lnTo>
                  <a:pt x="377610" y="15302"/>
                </a:lnTo>
                <a:lnTo>
                  <a:pt x="376229" y="16225"/>
                </a:lnTo>
                <a:lnTo>
                  <a:pt x="374883" y="17189"/>
                </a:lnTo>
                <a:lnTo>
                  <a:pt x="373571" y="18194"/>
                </a:lnTo>
                <a:lnTo>
                  <a:pt x="372292" y="19236"/>
                </a:lnTo>
                <a:lnTo>
                  <a:pt x="371043" y="20315"/>
                </a:lnTo>
                <a:lnTo>
                  <a:pt x="369824" y="21429"/>
                </a:lnTo>
                <a:lnTo>
                  <a:pt x="368633" y="22576"/>
                </a:lnTo>
                <a:lnTo>
                  <a:pt x="367469" y="23755"/>
                </a:lnTo>
                <a:lnTo>
                  <a:pt x="366330" y="24964"/>
                </a:lnTo>
                <a:lnTo>
                  <a:pt x="365215" y="26200"/>
                </a:lnTo>
                <a:lnTo>
                  <a:pt x="364122" y="27464"/>
                </a:lnTo>
                <a:lnTo>
                  <a:pt x="363050" y="28752"/>
                </a:lnTo>
                <a:lnTo>
                  <a:pt x="361998" y="30063"/>
                </a:lnTo>
                <a:lnTo>
                  <a:pt x="360964" y="31395"/>
                </a:lnTo>
                <a:lnTo>
                  <a:pt x="359946" y="32748"/>
                </a:lnTo>
                <a:lnTo>
                  <a:pt x="358944" y="34119"/>
                </a:lnTo>
                <a:lnTo>
                  <a:pt x="357956" y="35506"/>
                </a:lnTo>
                <a:lnTo>
                  <a:pt x="356979" y="36908"/>
                </a:lnTo>
                <a:lnTo>
                  <a:pt x="356014" y="38323"/>
                </a:lnTo>
                <a:lnTo>
                  <a:pt x="354242" y="41046"/>
                </a:lnTo>
                <a:lnTo>
                  <a:pt x="352580" y="43805"/>
                </a:lnTo>
                <a:lnTo>
                  <a:pt x="351021" y="46599"/>
                </a:lnTo>
                <a:lnTo>
                  <a:pt x="349558" y="49424"/>
                </a:lnTo>
                <a:lnTo>
                  <a:pt x="348185" y="52278"/>
                </a:lnTo>
                <a:lnTo>
                  <a:pt x="346896" y="55160"/>
                </a:lnTo>
                <a:lnTo>
                  <a:pt x="345683" y="58068"/>
                </a:lnTo>
                <a:lnTo>
                  <a:pt x="344540" y="60998"/>
                </a:lnTo>
                <a:lnTo>
                  <a:pt x="343461" y="63950"/>
                </a:lnTo>
                <a:lnTo>
                  <a:pt x="342438" y="66920"/>
                </a:lnTo>
                <a:lnTo>
                  <a:pt x="341466" y="69908"/>
                </a:lnTo>
                <a:lnTo>
                  <a:pt x="340538" y="72909"/>
                </a:lnTo>
                <a:lnTo>
                  <a:pt x="339647" y="75923"/>
                </a:lnTo>
                <a:lnTo>
                  <a:pt x="338786" y="78948"/>
                </a:lnTo>
                <a:lnTo>
                  <a:pt x="337949" y="81980"/>
                </a:lnTo>
                <a:lnTo>
                  <a:pt x="337130" y="85019"/>
                </a:lnTo>
                <a:lnTo>
                  <a:pt x="336321" y="88061"/>
                </a:lnTo>
                <a:lnTo>
                  <a:pt x="335517" y="91105"/>
                </a:lnTo>
                <a:lnTo>
                  <a:pt x="334710" y="94149"/>
                </a:lnTo>
                <a:lnTo>
                  <a:pt x="333895" y="97190"/>
                </a:lnTo>
                <a:lnTo>
                  <a:pt x="333063" y="100226"/>
                </a:lnTo>
                <a:lnTo>
                  <a:pt x="332210" y="103255"/>
                </a:lnTo>
                <a:lnTo>
                  <a:pt x="331328" y="106275"/>
                </a:lnTo>
                <a:lnTo>
                  <a:pt x="330411" y="109284"/>
                </a:lnTo>
                <a:lnTo>
                  <a:pt x="329680" y="111519"/>
                </a:lnTo>
                <a:lnTo>
                  <a:pt x="328905" y="113733"/>
                </a:lnTo>
                <a:lnTo>
                  <a:pt x="328087" y="115922"/>
                </a:lnTo>
                <a:lnTo>
                  <a:pt x="327224" y="118088"/>
                </a:lnTo>
                <a:lnTo>
                  <a:pt x="326318" y="120227"/>
                </a:lnTo>
                <a:lnTo>
                  <a:pt x="325367" y="122340"/>
                </a:lnTo>
                <a:lnTo>
                  <a:pt x="324372" y="124424"/>
                </a:lnTo>
                <a:lnTo>
                  <a:pt x="323332" y="126479"/>
                </a:lnTo>
                <a:lnTo>
                  <a:pt x="322248" y="128503"/>
                </a:lnTo>
                <a:lnTo>
                  <a:pt x="321120" y="130496"/>
                </a:lnTo>
                <a:lnTo>
                  <a:pt x="319947" y="132456"/>
                </a:lnTo>
                <a:lnTo>
                  <a:pt x="318729" y="134381"/>
                </a:lnTo>
                <a:lnTo>
                  <a:pt x="317466" y="136272"/>
                </a:lnTo>
                <a:lnTo>
                  <a:pt x="316159" y="138125"/>
                </a:lnTo>
                <a:lnTo>
                  <a:pt x="314806" y="139941"/>
                </a:lnTo>
                <a:lnTo>
                  <a:pt x="313409" y="141718"/>
                </a:lnTo>
                <a:lnTo>
                  <a:pt x="311967" y="143455"/>
                </a:lnTo>
                <a:lnTo>
                  <a:pt x="310479" y="145151"/>
                </a:lnTo>
                <a:lnTo>
                  <a:pt x="308946" y="146804"/>
                </a:lnTo>
                <a:lnTo>
                  <a:pt x="307368" y="148414"/>
                </a:lnTo>
                <a:lnTo>
                  <a:pt x="305744" y="149978"/>
                </a:lnTo>
                <a:lnTo>
                  <a:pt x="304075" y="151497"/>
                </a:lnTo>
                <a:lnTo>
                  <a:pt x="302361" y="152968"/>
                </a:lnTo>
                <a:lnTo>
                  <a:pt x="300600" y="154391"/>
                </a:lnTo>
                <a:lnTo>
                  <a:pt x="298967" y="155663"/>
                </a:lnTo>
                <a:lnTo>
                  <a:pt x="297316" y="156913"/>
                </a:lnTo>
                <a:lnTo>
                  <a:pt x="295649" y="158145"/>
                </a:lnTo>
                <a:lnTo>
                  <a:pt x="293970" y="159362"/>
                </a:lnTo>
                <a:lnTo>
                  <a:pt x="292281" y="160568"/>
                </a:lnTo>
                <a:lnTo>
                  <a:pt x="290585" y="161765"/>
                </a:lnTo>
                <a:lnTo>
                  <a:pt x="288884" y="162958"/>
                </a:lnTo>
                <a:lnTo>
                  <a:pt x="287182" y="164150"/>
                </a:lnTo>
                <a:lnTo>
                  <a:pt x="285481" y="165343"/>
                </a:lnTo>
                <a:lnTo>
                  <a:pt x="283785" y="166542"/>
                </a:lnTo>
                <a:lnTo>
                  <a:pt x="282095" y="167749"/>
                </a:lnTo>
                <a:lnTo>
                  <a:pt x="280415" y="168968"/>
                </a:lnTo>
                <a:lnTo>
                  <a:pt x="278747" y="170203"/>
                </a:lnTo>
                <a:lnTo>
                  <a:pt x="277094" y="171456"/>
                </a:lnTo>
                <a:lnTo>
                  <a:pt x="275459" y="172731"/>
                </a:lnTo>
                <a:lnTo>
                  <a:pt x="273845" y="174031"/>
                </a:lnTo>
                <a:lnTo>
                  <a:pt x="272255" y="175360"/>
                </a:lnTo>
                <a:lnTo>
                  <a:pt x="270690" y="176721"/>
                </a:lnTo>
                <a:lnTo>
                  <a:pt x="269155" y="178117"/>
                </a:lnTo>
                <a:lnTo>
                  <a:pt x="267652" y="179552"/>
                </a:lnTo>
                <a:lnTo>
                  <a:pt x="266183" y="181029"/>
                </a:lnTo>
                <a:lnTo>
                  <a:pt x="264751" y="182552"/>
                </a:lnTo>
                <a:lnTo>
                  <a:pt x="263360" y="184123"/>
                </a:lnTo>
                <a:lnTo>
                  <a:pt x="262012" y="185746"/>
                </a:lnTo>
                <a:lnTo>
                  <a:pt x="260913" y="187096"/>
                </a:lnTo>
                <a:lnTo>
                  <a:pt x="259811" y="188444"/>
                </a:lnTo>
                <a:lnTo>
                  <a:pt x="258706" y="189788"/>
                </a:lnTo>
                <a:lnTo>
                  <a:pt x="257601" y="191131"/>
                </a:lnTo>
                <a:lnTo>
                  <a:pt x="256494" y="192473"/>
                </a:lnTo>
                <a:lnTo>
                  <a:pt x="255388" y="193814"/>
                </a:lnTo>
                <a:lnTo>
                  <a:pt x="254283" y="195155"/>
                </a:lnTo>
                <a:lnTo>
                  <a:pt x="253179" y="196496"/>
                </a:lnTo>
                <a:lnTo>
                  <a:pt x="252078" y="197839"/>
                </a:lnTo>
                <a:lnTo>
                  <a:pt x="250981" y="199184"/>
                </a:lnTo>
                <a:lnTo>
                  <a:pt x="249887" y="200531"/>
                </a:lnTo>
                <a:lnTo>
                  <a:pt x="248798" y="201882"/>
                </a:lnTo>
                <a:lnTo>
                  <a:pt x="247716" y="203236"/>
                </a:lnTo>
                <a:lnTo>
                  <a:pt x="246639" y="204595"/>
                </a:lnTo>
                <a:lnTo>
                  <a:pt x="245570" y="205959"/>
                </a:lnTo>
                <a:lnTo>
                  <a:pt x="244509" y="207328"/>
                </a:lnTo>
                <a:lnTo>
                  <a:pt x="243457" y="208704"/>
                </a:lnTo>
                <a:lnTo>
                  <a:pt x="242415" y="210087"/>
                </a:lnTo>
                <a:lnTo>
                  <a:pt x="241383" y="211478"/>
                </a:lnTo>
                <a:lnTo>
                  <a:pt x="240362" y="212877"/>
                </a:lnTo>
                <a:lnTo>
                  <a:pt x="239353" y="214284"/>
                </a:lnTo>
                <a:lnTo>
                  <a:pt x="238358" y="215702"/>
                </a:lnTo>
                <a:lnTo>
                  <a:pt x="237376" y="217129"/>
                </a:lnTo>
                <a:lnTo>
                  <a:pt x="236408" y="218568"/>
                </a:lnTo>
                <a:lnTo>
                  <a:pt x="234930" y="220818"/>
                </a:lnTo>
                <a:lnTo>
                  <a:pt x="233465" y="223078"/>
                </a:lnTo>
                <a:lnTo>
                  <a:pt x="232013" y="225346"/>
                </a:lnTo>
                <a:lnTo>
                  <a:pt x="230574" y="227621"/>
                </a:lnTo>
                <a:lnTo>
                  <a:pt x="229144" y="229903"/>
                </a:lnTo>
                <a:lnTo>
                  <a:pt x="227724" y="232191"/>
                </a:lnTo>
                <a:lnTo>
                  <a:pt x="226312" y="234484"/>
                </a:lnTo>
                <a:lnTo>
                  <a:pt x="224907" y="236782"/>
                </a:lnTo>
                <a:lnTo>
                  <a:pt x="223507" y="239083"/>
                </a:lnTo>
                <a:lnTo>
                  <a:pt x="222112" y="241388"/>
                </a:lnTo>
                <a:lnTo>
                  <a:pt x="220721" y="243694"/>
                </a:lnTo>
                <a:lnTo>
                  <a:pt x="219331" y="246003"/>
                </a:lnTo>
                <a:lnTo>
                  <a:pt x="217943" y="248313"/>
                </a:lnTo>
                <a:lnTo>
                  <a:pt x="216554" y="250622"/>
                </a:lnTo>
                <a:lnTo>
                  <a:pt x="215164" y="252932"/>
                </a:lnTo>
                <a:lnTo>
                  <a:pt x="213771" y="255240"/>
                </a:lnTo>
                <a:lnTo>
                  <a:pt x="212374" y="257546"/>
                </a:lnTo>
                <a:lnTo>
                  <a:pt x="210973" y="259850"/>
                </a:lnTo>
                <a:lnTo>
                  <a:pt x="209565" y="262150"/>
                </a:lnTo>
                <a:lnTo>
                  <a:pt x="208150" y="264446"/>
                </a:lnTo>
                <a:lnTo>
                  <a:pt x="206726" y="266738"/>
                </a:lnTo>
                <a:lnTo>
                  <a:pt x="205293" y="269024"/>
                </a:lnTo>
                <a:lnTo>
                  <a:pt x="203848" y="271303"/>
                </a:lnTo>
                <a:lnTo>
                  <a:pt x="202392" y="273576"/>
                </a:lnTo>
                <a:lnTo>
                  <a:pt x="202082" y="274050"/>
                </a:lnTo>
                <a:lnTo>
                  <a:pt x="201750" y="274509"/>
                </a:lnTo>
                <a:lnTo>
                  <a:pt x="201396" y="274955"/>
                </a:lnTo>
                <a:lnTo>
                  <a:pt x="201023" y="275387"/>
                </a:lnTo>
                <a:lnTo>
                  <a:pt x="200632" y="275807"/>
                </a:lnTo>
                <a:lnTo>
                  <a:pt x="200226" y="276215"/>
                </a:lnTo>
                <a:lnTo>
                  <a:pt x="199804" y="276612"/>
                </a:lnTo>
                <a:lnTo>
                  <a:pt x="199371" y="276999"/>
                </a:lnTo>
                <a:lnTo>
                  <a:pt x="198926" y="277376"/>
                </a:lnTo>
                <a:lnTo>
                  <a:pt x="198472" y="277745"/>
                </a:lnTo>
                <a:lnTo>
                  <a:pt x="198012" y="278105"/>
                </a:lnTo>
                <a:lnTo>
                  <a:pt x="197545" y="278458"/>
                </a:lnTo>
                <a:lnTo>
                  <a:pt x="197075" y="278804"/>
                </a:lnTo>
                <a:lnTo>
                  <a:pt x="196603" y="279145"/>
                </a:lnTo>
                <a:lnTo>
                  <a:pt x="196130" y="279480"/>
                </a:lnTo>
                <a:lnTo>
                  <a:pt x="195659" y="279810"/>
                </a:lnTo>
                <a:lnTo>
                  <a:pt x="195191" y="280137"/>
                </a:lnTo>
                <a:lnTo>
                  <a:pt x="194728" y="280461"/>
                </a:lnTo>
                <a:lnTo>
                  <a:pt x="194271" y="280782"/>
                </a:lnTo>
                <a:lnTo>
                  <a:pt x="193823" y="281102"/>
                </a:lnTo>
                <a:lnTo>
                  <a:pt x="193385" y="281420"/>
                </a:lnTo>
                <a:lnTo>
                  <a:pt x="192959" y="281739"/>
                </a:lnTo>
                <a:lnTo>
                  <a:pt x="192547" y="282057"/>
                </a:lnTo>
                <a:lnTo>
                  <a:pt x="192150" y="282378"/>
                </a:lnTo>
                <a:lnTo>
                  <a:pt x="191789" y="282061"/>
                </a:lnTo>
                <a:lnTo>
                  <a:pt x="191437" y="281754"/>
                </a:lnTo>
                <a:lnTo>
                  <a:pt x="191094" y="281456"/>
                </a:lnTo>
                <a:lnTo>
                  <a:pt x="190759" y="281166"/>
                </a:lnTo>
                <a:lnTo>
                  <a:pt x="190432" y="280884"/>
                </a:lnTo>
                <a:lnTo>
                  <a:pt x="190113" y="280610"/>
                </a:lnTo>
                <a:lnTo>
                  <a:pt x="189800" y="280343"/>
                </a:lnTo>
                <a:lnTo>
                  <a:pt x="189495" y="280082"/>
                </a:lnTo>
                <a:lnTo>
                  <a:pt x="189196" y="279828"/>
                </a:lnTo>
                <a:lnTo>
                  <a:pt x="188902" y="279580"/>
                </a:lnTo>
                <a:lnTo>
                  <a:pt x="188615" y="279337"/>
                </a:lnTo>
                <a:lnTo>
                  <a:pt x="188332" y="279100"/>
                </a:lnTo>
                <a:lnTo>
                  <a:pt x="188055" y="278867"/>
                </a:lnTo>
                <a:lnTo>
                  <a:pt x="187781" y="278639"/>
                </a:lnTo>
                <a:lnTo>
                  <a:pt x="187512" y="278415"/>
                </a:lnTo>
                <a:lnTo>
                  <a:pt x="187246" y="278194"/>
                </a:lnTo>
                <a:lnTo>
                  <a:pt x="186983" y="277977"/>
                </a:lnTo>
                <a:lnTo>
                  <a:pt x="186724" y="277762"/>
                </a:lnTo>
                <a:lnTo>
                  <a:pt x="186466" y="277550"/>
                </a:lnTo>
                <a:lnTo>
                  <a:pt x="186211" y="277339"/>
                </a:lnTo>
                <a:lnTo>
                  <a:pt x="185957" y="277131"/>
                </a:lnTo>
                <a:lnTo>
                  <a:pt x="185704" y="276923"/>
                </a:lnTo>
                <a:lnTo>
                  <a:pt x="185452" y="276716"/>
                </a:lnTo>
                <a:lnTo>
                  <a:pt x="185200" y="276510"/>
                </a:lnTo>
                <a:lnTo>
                  <a:pt x="185012" y="276830"/>
                </a:lnTo>
                <a:lnTo>
                  <a:pt x="184814" y="277148"/>
                </a:lnTo>
                <a:lnTo>
                  <a:pt x="184606" y="277465"/>
                </a:lnTo>
                <a:lnTo>
                  <a:pt x="184392" y="277781"/>
                </a:lnTo>
                <a:lnTo>
                  <a:pt x="184171" y="278095"/>
                </a:lnTo>
                <a:lnTo>
                  <a:pt x="183946" y="278409"/>
                </a:lnTo>
                <a:lnTo>
                  <a:pt x="183717" y="278723"/>
                </a:lnTo>
                <a:lnTo>
                  <a:pt x="183487" y="279036"/>
                </a:lnTo>
                <a:lnTo>
                  <a:pt x="183256" y="279350"/>
                </a:lnTo>
                <a:lnTo>
                  <a:pt x="183025" y="279663"/>
                </a:lnTo>
                <a:lnTo>
                  <a:pt x="182797" y="279977"/>
                </a:lnTo>
                <a:lnTo>
                  <a:pt x="182571" y="280292"/>
                </a:lnTo>
                <a:lnTo>
                  <a:pt x="182351" y="280607"/>
                </a:lnTo>
                <a:lnTo>
                  <a:pt x="182137" y="280924"/>
                </a:lnTo>
                <a:lnTo>
                  <a:pt x="181930" y="281243"/>
                </a:lnTo>
                <a:lnTo>
                  <a:pt x="181732" y="281563"/>
                </a:lnTo>
                <a:lnTo>
                  <a:pt x="181545" y="281884"/>
                </a:lnTo>
                <a:lnTo>
                  <a:pt x="181368" y="282208"/>
                </a:lnTo>
                <a:lnTo>
                  <a:pt x="181205" y="282535"/>
                </a:lnTo>
                <a:lnTo>
                  <a:pt x="181056" y="282864"/>
                </a:lnTo>
                <a:lnTo>
                  <a:pt x="180922" y="283196"/>
                </a:lnTo>
                <a:lnTo>
                  <a:pt x="180806" y="283531"/>
                </a:lnTo>
                <a:lnTo>
                  <a:pt x="180707" y="283869"/>
                </a:lnTo>
                <a:lnTo>
                  <a:pt x="180628" y="284211"/>
                </a:lnTo>
                <a:lnTo>
                  <a:pt x="180336" y="285304"/>
                </a:lnTo>
                <a:lnTo>
                  <a:pt x="179878" y="286424"/>
                </a:lnTo>
                <a:lnTo>
                  <a:pt x="179267" y="287563"/>
                </a:lnTo>
                <a:lnTo>
                  <a:pt x="178513" y="288713"/>
                </a:lnTo>
                <a:lnTo>
                  <a:pt x="177630" y="289866"/>
                </a:lnTo>
                <a:lnTo>
                  <a:pt x="176628" y="291016"/>
                </a:lnTo>
                <a:lnTo>
                  <a:pt x="175519" y="292153"/>
                </a:lnTo>
                <a:lnTo>
                  <a:pt x="174315" y="293271"/>
                </a:lnTo>
                <a:lnTo>
                  <a:pt x="173029" y="294361"/>
                </a:lnTo>
                <a:lnTo>
                  <a:pt x="171670" y="295416"/>
                </a:lnTo>
                <a:lnTo>
                  <a:pt x="170252" y="296428"/>
                </a:lnTo>
                <a:lnTo>
                  <a:pt x="168787" y="297390"/>
                </a:lnTo>
                <a:lnTo>
                  <a:pt x="167285" y="298294"/>
                </a:lnTo>
                <a:lnTo>
                  <a:pt x="165758" y="299131"/>
                </a:lnTo>
                <a:lnTo>
                  <a:pt x="164219" y="299895"/>
                </a:lnTo>
                <a:lnTo>
                  <a:pt x="162679" y="300578"/>
                </a:lnTo>
                <a:lnTo>
                  <a:pt x="161149" y="301171"/>
                </a:lnTo>
                <a:lnTo>
                  <a:pt x="159642" y="301668"/>
                </a:lnTo>
                <a:lnTo>
                  <a:pt x="158170" y="302060"/>
                </a:lnTo>
                <a:lnTo>
                  <a:pt x="156743" y="302339"/>
                </a:lnTo>
                <a:lnTo>
                  <a:pt x="155375" y="302499"/>
                </a:lnTo>
                <a:lnTo>
                  <a:pt x="154075" y="302531"/>
                </a:lnTo>
                <a:lnTo>
                  <a:pt x="152858" y="302427"/>
                </a:lnTo>
                <a:lnTo>
                  <a:pt x="151733" y="302181"/>
                </a:lnTo>
                <a:lnTo>
                  <a:pt x="151574" y="302107"/>
                </a:lnTo>
                <a:lnTo>
                  <a:pt x="151420" y="302025"/>
                </a:lnTo>
                <a:lnTo>
                  <a:pt x="151269" y="301934"/>
                </a:lnTo>
                <a:lnTo>
                  <a:pt x="151120" y="301836"/>
                </a:lnTo>
                <a:lnTo>
                  <a:pt x="150975" y="301731"/>
                </a:lnTo>
                <a:lnTo>
                  <a:pt x="150833" y="301619"/>
                </a:lnTo>
                <a:lnTo>
                  <a:pt x="150692" y="301502"/>
                </a:lnTo>
                <a:lnTo>
                  <a:pt x="150554" y="301379"/>
                </a:lnTo>
                <a:lnTo>
                  <a:pt x="150418" y="301252"/>
                </a:lnTo>
                <a:lnTo>
                  <a:pt x="150283" y="301122"/>
                </a:lnTo>
                <a:lnTo>
                  <a:pt x="150150" y="300988"/>
                </a:lnTo>
                <a:lnTo>
                  <a:pt x="150018" y="300851"/>
                </a:lnTo>
                <a:lnTo>
                  <a:pt x="149887" y="300713"/>
                </a:lnTo>
                <a:lnTo>
                  <a:pt x="149757" y="300573"/>
                </a:lnTo>
                <a:lnTo>
                  <a:pt x="149627" y="300433"/>
                </a:lnTo>
                <a:lnTo>
                  <a:pt x="149497" y="300293"/>
                </a:lnTo>
                <a:lnTo>
                  <a:pt x="149368" y="300153"/>
                </a:lnTo>
                <a:lnTo>
                  <a:pt x="149238" y="300015"/>
                </a:lnTo>
                <a:lnTo>
                  <a:pt x="149108" y="299878"/>
                </a:lnTo>
                <a:lnTo>
                  <a:pt x="148977" y="299744"/>
                </a:lnTo>
                <a:lnTo>
                  <a:pt x="148845" y="299614"/>
                </a:lnTo>
                <a:lnTo>
                  <a:pt x="148712" y="299487"/>
                </a:lnTo>
                <a:lnTo>
                  <a:pt x="148577" y="299364"/>
                </a:lnTo>
                <a:lnTo>
                  <a:pt x="148441" y="299247"/>
                </a:lnTo>
                <a:lnTo>
                  <a:pt x="147573" y="298481"/>
                </a:lnTo>
                <a:lnTo>
                  <a:pt x="146753" y="297789"/>
                </a:lnTo>
                <a:lnTo>
                  <a:pt x="145977" y="297170"/>
                </a:lnTo>
                <a:lnTo>
                  <a:pt x="145243" y="296626"/>
                </a:lnTo>
                <a:lnTo>
                  <a:pt x="144547" y="296158"/>
                </a:lnTo>
                <a:lnTo>
                  <a:pt x="143889" y="295766"/>
                </a:lnTo>
                <a:lnTo>
                  <a:pt x="143264" y="295451"/>
                </a:lnTo>
                <a:lnTo>
                  <a:pt x="142670" y="295213"/>
                </a:lnTo>
                <a:lnTo>
                  <a:pt x="142104" y="295054"/>
                </a:lnTo>
                <a:lnTo>
                  <a:pt x="141565" y="294973"/>
                </a:lnTo>
                <a:lnTo>
                  <a:pt x="141049" y="294973"/>
                </a:lnTo>
                <a:lnTo>
                  <a:pt x="140554" y="295052"/>
                </a:lnTo>
                <a:lnTo>
                  <a:pt x="140077" y="295213"/>
                </a:lnTo>
                <a:lnTo>
                  <a:pt x="139615" y="295456"/>
                </a:lnTo>
                <a:lnTo>
                  <a:pt x="139166" y="295782"/>
                </a:lnTo>
                <a:lnTo>
                  <a:pt x="138728" y="296191"/>
                </a:lnTo>
                <a:lnTo>
                  <a:pt x="138297" y="296684"/>
                </a:lnTo>
                <a:lnTo>
                  <a:pt x="137871" y="297261"/>
                </a:lnTo>
                <a:lnTo>
                  <a:pt x="137447" y="297925"/>
                </a:lnTo>
                <a:lnTo>
                  <a:pt x="137023" y="298674"/>
                </a:lnTo>
                <a:lnTo>
                  <a:pt x="136596" y="299510"/>
                </a:lnTo>
                <a:lnTo>
                  <a:pt x="136164" y="300434"/>
                </a:lnTo>
                <a:lnTo>
                  <a:pt x="135724" y="301446"/>
                </a:lnTo>
                <a:lnTo>
                  <a:pt x="135273" y="302547"/>
                </a:lnTo>
                <a:lnTo>
                  <a:pt x="135592" y="302800"/>
                </a:lnTo>
                <a:lnTo>
                  <a:pt x="135910" y="303052"/>
                </a:lnTo>
                <a:lnTo>
                  <a:pt x="136226" y="303304"/>
                </a:lnTo>
                <a:lnTo>
                  <a:pt x="136541" y="303558"/>
                </a:lnTo>
                <a:lnTo>
                  <a:pt x="136854" y="303811"/>
                </a:lnTo>
                <a:lnTo>
                  <a:pt x="137168" y="304066"/>
                </a:lnTo>
                <a:lnTo>
                  <a:pt x="137480" y="304321"/>
                </a:lnTo>
                <a:lnTo>
                  <a:pt x="137793" y="304578"/>
                </a:lnTo>
                <a:lnTo>
                  <a:pt x="138105" y="304836"/>
                </a:lnTo>
                <a:lnTo>
                  <a:pt x="138418" y="305095"/>
                </a:lnTo>
                <a:lnTo>
                  <a:pt x="138731" y="305356"/>
                </a:lnTo>
                <a:lnTo>
                  <a:pt x="139045" y="305619"/>
                </a:lnTo>
                <a:lnTo>
                  <a:pt x="139360" y="305883"/>
                </a:lnTo>
                <a:lnTo>
                  <a:pt x="139676" y="306150"/>
                </a:lnTo>
                <a:lnTo>
                  <a:pt x="139993" y="306419"/>
                </a:lnTo>
                <a:lnTo>
                  <a:pt x="140313" y="306690"/>
                </a:lnTo>
                <a:lnTo>
                  <a:pt x="140634" y="306964"/>
                </a:lnTo>
                <a:lnTo>
                  <a:pt x="140957" y="307240"/>
                </a:lnTo>
                <a:lnTo>
                  <a:pt x="141282" y="307520"/>
                </a:lnTo>
                <a:lnTo>
                  <a:pt x="141611" y="307802"/>
                </a:lnTo>
                <a:lnTo>
                  <a:pt x="141942" y="308088"/>
                </a:lnTo>
                <a:lnTo>
                  <a:pt x="142276" y="308377"/>
                </a:lnTo>
                <a:lnTo>
                  <a:pt x="142613" y="308669"/>
                </a:lnTo>
                <a:lnTo>
                  <a:pt x="142954" y="308965"/>
                </a:lnTo>
                <a:lnTo>
                  <a:pt x="142776" y="309169"/>
                </a:lnTo>
                <a:lnTo>
                  <a:pt x="142607" y="309370"/>
                </a:lnTo>
                <a:lnTo>
                  <a:pt x="142446" y="309566"/>
                </a:lnTo>
                <a:lnTo>
                  <a:pt x="142293" y="309757"/>
                </a:lnTo>
                <a:lnTo>
                  <a:pt x="142147" y="309944"/>
                </a:lnTo>
                <a:lnTo>
                  <a:pt x="142008" y="310125"/>
                </a:lnTo>
                <a:lnTo>
                  <a:pt x="141876" y="310302"/>
                </a:lnTo>
                <a:lnTo>
                  <a:pt x="141749" y="310473"/>
                </a:lnTo>
                <a:lnTo>
                  <a:pt x="141627" y="310638"/>
                </a:lnTo>
                <a:lnTo>
                  <a:pt x="141509" y="310797"/>
                </a:lnTo>
                <a:lnTo>
                  <a:pt x="141395" y="310950"/>
                </a:lnTo>
                <a:lnTo>
                  <a:pt x="141285" y="311097"/>
                </a:lnTo>
                <a:lnTo>
                  <a:pt x="141178" y="311236"/>
                </a:lnTo>
                <a:lnTo>
                  <a:pt x="141073" y="311369"/>
                </a:lnTo>
                <a:lnTo>
                  <a:pt x="140970" y="311495"/>
                </a:lnTo>
                <a:lnTo>
                  <a:pt x="140868" y="311614"/>
                </a:lnTo>
                <a:lnTo>
                  <a:pt x="140767" y="311724"/>
                </a:lnTo>
                <a:lnTo>
                  <a:pt x="140665" y="311827"/>
                </a:lnTo>
                <a:lnTo>
                  <a:pt x="140564" y="311922"/>
                </a:lnTo>
                <a:lnTo>
                  <a:pt x="140461" y="312008"/>
                </a:lnTo>
                <a:lnTo>
                  <a:pt x="140356" y="312086"/>
                </a:lnTo>
                <a:lnTo>
                  <a:pt x="140250" y="312155"/>
                </a:lnTo>
                <a:lnTo>
                  <a:pt x="140141" y="312215"/>
                </a:lnTo>
                <a:lnTo>
                  <a:pt x="140028" y="312266"/>
                </a:lnTo>
                <a:lnTo>
                  <a:pt x="138359" y="312998"/>
                </a:lnTo>
                <a:lnTo>
                  <a:pt x="136690" y="313729"/>
                </a:lnTo>
                <a:lnTo>
                  <a:pt x="135022" y="314458"/>
                </a:lnTo>
                <a:lnTo>
                  <a:pt x="133353" y="315186"/>
                </a:lnTo>
                <a:lnTo>
                  <a:pt x="131684" y="315912"/>
                </a:lnTo>
                <a:lnTo>
                  <a:pt x="130015" y="316638"/>
                </a:lnTo>
                <a:lnTo>
                  <a:pt x="128346" y="317362"/>
                </a:lnTo>
                <a:lnTo>
                  <a:pt x="126678" y="318086"/>
                </a:lnTo>
                <a:lnTo>
                  <a:pt x="125009" y="318809"/>
                </a:lnTo>
                <a:lnTo>
                  <a:pt x="123340" y="319531"/>
                </a:lnTo>
                <a:lnTo>
                  <a:pt x="121671" y="320253"/>
                </a:lnTo>
                <a:lnTo>
                  <a:pt x="120002" y="320975"/>
                </a:lnTo>
                <a:lnTo>
                  <a:pt x="118333" y="321697"/>
                </a:lnTo>
                <a:lnTo>
                  <a:pt x="116665" y="322419"/>
                </a:lnTo>
                <a:lnTo>
                  <a:pt x="114996" y="323142"/>
                </a:lnTo>
                <a:lnTo>
                  <a:pt x="113327" y="323865"/>
                </a:lnTo>
                <a:lnTo>
                  <a:pt x="111658" y="324588"/>
                </a:lnTo>
                <a:lnTo>
                  <a:pt x="109989" y="325313"/>
                </a:lnTo>
                <a:lnTo>
                  <a:pt x="108321" y="326038"/>
                </a:lnTo>
                <a:lnTo>
                  <a:pt x="106652" y="326765"/>
                </a:lnTo>
                <a:lnTo>
                  <a:pt x="104983" y="327492"/>
                </a:lnTo>
                <a:lnTo>
                  <a:pt x="103314" y="328222"/>
                </a:lnTo>
                <a:lnTo>
                  <a:pt x="101645" y="328952"/>
                </a:lnTo>
                <a:lnTo>
                  <a:pt x="99976" y="329685"/>
                </a:lnTo>
                <a:lnTo>
                  <a:pt x="99030" y="330089"/>
                </a:lnTo>
                <a:lnTo>
                  <a:pt x="98067" y="330479"/>
                </a:lnTo>
                <a:lnTo>
                  <a:pt x="97091" y="330856"/>
                </a:lnTo>
                <a:lnTo>
                  <a:pt x="96104" y="331224"/>
                </a:lnTo>
                <a:lnTo>
                  <a:pt x="95108" y="331584"/>
                </a:lnTo>
                <a:lnTo>
                  <a:pt x="94107" y="331940"/>
                </a:lnTo>
                <a:lnTo>
                  <a:pt x="93103" y="332293"/>
                </a:lnTo>
                <a:lnTo>
                  <a:pt x="92099" y="332646"/>
                </a:lnTo>
                <a:lnTo>
                  <a:pt x="91097" y="333002"/>
                </a:lnTo>
                <a:lnTo>
                  <a:pt x="90101" y="333362"/>
                </a:lnTo>
                <a:lnTo>
                  <a:pt x="89112" y="333730"/>
                </a:lnTo>
                <a:lnTo>
                  <a:pt x="88135" y="334109"/>
                </a:lnTo>
                <a:lnTo>
                  <a:pt x="87170" y="334499"/>
                </a:lnTo>
                <a:lnTo>
                  <a:pt x="86222" y="334904"/>
                </a:lnTo>
                <a:lnTo>
                  <a:pt x="85292" y="335327"/>
                </a:lnTo>
                <a:lnTo>
                  <a:pt x="84384" y="335770"/>
                </a:lnTo>
                <a:lnTo>
                  <a:pt x="83500" y="336235"/>
                </a:lnTo>
                <a:lnTo>
                  <a:pt x="82642" y="336724"/>
                </a:lnTo>
                <a:lnTo>
                  <a:pt x="81815" y="337241"/>
                </a:lnTo>
                <a:lnTo>
                  <a:pt x="81019" y="337788"/>
                </a:lnTo>
                <a:lnTo>
                  <a:pt x="80258" y="338366"/>
                </a:lnTo>
                <a:lnTo>
                  <a:pt x="79535" y="338980"/>
                </a:lnTo>
                <a:lnTo>
                  <a:pt x="78853" y="339630"/>
                </a:lnTo>
                <a:lnTo>
                  <a:pt x="78213" y="340320"/>
                </a:lnTo>
                <a:lnTo>
                  <a:pt x="76705" y="342069"/>
                </a:lnTo>
                <a:lnTo>
                  <a:pt x="75202" y="343832"/>
                </a:lnTo>
                <a:lnTo>
                  <a:pt x="73709" y="345612"/>
                </a:lnTo>
                <a:lnTo>
                  <a:pt x="72230" y="347409"/>
                </a:lnTo>
                <a:lnTo>
                  <a:pt x="70772" y="349225"/>
                </a:lnTo>
                <a:lnTo>
                  <a:pt x="69338" y="351061"/>
                </a:lnTo>
                <a:lnTo>
                  <a:pt x="67933" y="352918"/>
                </a:lnTo>
                <a:lnTo>
                  <a:pt x="66563" y="354799"/>
                </a:lnTo>
                <a:lnTo>
                  <a:pt x="65232" y="356703"/>
                </a:lnTo>
                <a:lnTo>
                  <a:pt x="63945" y="358633"/>
                </a:lnTo>
                <a:lnTo>
                  <a:pt x="62708" y="360590"/>
                </a:lnTo>
                <a:lnTo>
                  <a:pt x="61525" y="362575"/>
                </a:lnTo>
                <a:lnTo>
                  <a:pt x="60401" y="364590"/>
                </a:lnTo>
                <a:lnTo>
                  <a:pt x="59341" y="366636"/>
                </a:lnTo>
                <a:lnTo>
                  <a:pt x="58350" y="368714"/>
                </a:lnTo>
                <a:lnTo>
                  <a:pt x="57432" y="370826"/>
                </a:lnTo>
                <a:lnTo>
                  <a:pt x="56593" y="372973"/>
                </a:lnTo>
                <a:lnTo>
                  <a:pt x="55838" y="375156"/>
                </a:lnTo>
                <a:lnTo>
                  <a:pt x="55172" y="377377"/>
                </a:lnTo>
                <a:lnTo>
                  <a:pt x="54599" y="379637"/>
                </a:lnTo>
                <a:lnTo>
                  <a:pt x="54125" y="381937"/>
                </a:lnTo>
                <a:lnTo>
                  <a:pt x="53753" y="384279"/>
                </a:lnTo>
                <a:lnTo>
                  <a:pt x="53491" y="386664"/>
                </a:lnTo>
                <a:lnTo>
                  <a:pt x="53341" y="389094"/>
                </a:lnTo>
                <a:lnTo>
                  <a:pt x="53235" y="391823"/>
                </a:lnTo>
                <a:lnTo>
                  <a:pt x="53146" y="394553"/>
                </a:lnTo>
                <a:lnTo>
                  <a:pt x="53073" y="397285"/>
                </a:lnTo>
                <a:lnTo>
                  <a:pt x="53015" y="400019"/>
                </a:lnTo>
                <a:lnTo>
                  <a:pt x="52972" y="402754"/>
                </a:lnTo>
                <a:lnTo>
                  <a:pt x="52944" y="405491"/>
                </a:lnTo>
                <a:lnTo>
                  <a:pt x="52929" y="408229"/>
                </a:lnTo>
                <a:lnTo>
                  <a:pt x="52928" y="410969"/>
                </a:lnTo>
                <a:lnTo>
                  <a:pt x="52939" y="413710"/>
                </a:lnTo>
                <a:lnTo>
                  <a:pt x="52963" y="416452"/>
                </a:lnTo>
                <a:lnTo>
                  <a:pt x="52998" y="419195"/>
                </a:lnTo>
                <a:lnTo>
                  <a:pt x="53044" y="421939"/>
                </a:lnTo>
                <a:lnTo>
                  <a:pt x="53100" y="424684"/>
                </a:lnTo>
                <a:lnTo>
                  <a:pt x="53167" y="427430"/>
                </a:lnTo>
                <a:lnTo>
                  <a:pt x="53243" y="430177"/>
                </a:lnTo>
                <a:lnTo>
                  <a:pt x="53327" y="432925"/>
                </a:lnTo>
                <a:lnTo>
                  <a:pt x="53420" y="435673"/>
                </a:lnTo>
                <a:lnTo>
                  <a:pt x="53521" y="438421"/>
                </a:lnTo>
                <a:lnTo>
                  <a:pt x="53629" y="441171"/>
                </a:lnTo>
                <a:lnTo>
                  <a:pt x="53743" y="443920"/>
                </a:lnTo>
                <a:lnTo>
                  <a:pt x="53864" y="446670"/>
                </a:lnTo>
                <a:lnTo>
                  <a:pt x="53989" y="449420"/>
                </a:lnTo>
                <a:lnTo>
                  <a:pt x="54120" y="452171"/>
                </a:lnTo>
                <a:lnTo>
                  <a:pt x="54255" y="454921"/>
                </a:lnTo>
                <a:lnTo>
                  <a:pt x="54428" y="457993"/>
                </a:lnTo>
                <a:lnTo>
                  <a:pt x="54625" y="461064"/>
                </a:lnTo>
                <a:lnTo>
                  <a:pt x="54843" y="464135"/>
                </a:lnTo>
                <a:lnTo>
                  <a:pt x="55079" y="467206"/>
                </a:lnTo>
                <a:lnTo>
                  <a:pt x="55331" y="470278"/>
                </a:lnTo>
                <a:lnTo>
                  <a:pt x="55596" y="473349"/>
                </a:lnTo>
                <a:lnTo>
                  <a:pt x="55870" y="476420"/>
                </a:lnTo>
                <a:lnTo>
                  <a:pt x="56152" y="479492"/>
                </a:lnTo>
                <a:lnTo>
                  <a:pt x="56438" y="482563"/>
                </a:lnTo>
                <a:lnTo>
                  <a:pt x="56726" y="485634"/>
                </a:lnTo>
                <a:lnTo>
                  <a:pt x="57013" y="488706"/>
                </a:lnTo>
                <a:lnTo>
                  <a:pt x="57296" y="491777"/>
                </a:lnTo>
                <a:lnTo>
                  <a:pt x="57572" y="494848"/>
                </a:lnTo>
                <a:lnTo>
                  <a:pt x="57839" y="497920"/>
                </a:lnTo>
                <a:lnTo>
                  <a:pt x="58093" y="500991"/>
                </a:lnTo>
                <a:lnTo>
                  <a:pt x="58333" y="504062"/>
                </a:lnTo>
                <a:lnTo>
                  <a:pt x="58555" y="507134"/>
                </a:lnTo>
                <a:lnTo>
                  <a:pt x="58756" y="510205"/>
                </a:lnTo>
                <a:lnTo>
                  <a:pt x="58934" y="513276"/>
                </a:lnTo>
                <a:lnTo>
                  <a:pt x="59086" y="516347"/>
                </a:lnTo>
                <a:lnTo>
                  <a:pt x="59209" y="519419"/>
                </a:lnTo>
                <a:lnTo>
                  <a:pt x="59300" y="522490"/>
                </a:lnTo>
                <a:lnTo>
                  <a:pt x="59357" y="525561"/>
                </a:lnTo>
                <a:lnTo>
                  <a:pt x="59376" y="528633"/>
                </a:lnTo>
                <a:lnTo>
                  <a:pt x="59440" y="532883"/>
                </a:lnTo>
                <a:lnTo>
                  <a:pt x="59633" y="537060"/>
                </a:lnTo>
                <a:lnTo>
                  <a:pt x="59955" y="541165"/>
                </a:lnTo>
                <a:lnTo>
                  <a:pt x="60407" y="545199"/>
                </a:lnTo>
                <a:lnTo>
                  <a:pt x="60991" y="549161"/>
                </a:lnTo>
                <a:lnTo>
                  <a:pt x="61708" y="553051"/>
                </a:lnTo>
                <a:lnTo>
                  <a:pt x="62558" y="556871"/>
                </a:lnTo>
                <a:lnTo>
                  <a:pt x="63542" y="560619"/>
                </a:lnTo>
                <a:lnTo>
                  <a:pt x="64661" y="564297"/>
                </a:lnTo>
                <a:lnTo>
                  <a:pt x="65917" y="567904"/>
                </a:lnTo>
                <a:lnTo>
                  <a:pt x="67310" y="571442"/>
                </a:lnTo>
                <a:lnTo>
                  <a:pt x="68840" y="574909"/>
                </a:lnTo>
                <a:lnTo>
                  <a:pt x="70510" y="578306"/>
                </a:lnTo>
                <a:lnTo>
                  <a:pt x="72320" y="581634"/>
                </a:lnTo>
                <a:lnTo>
                  <a:pt x="74271" y="584893"/>
                </a:lnTo>
                <a:lnTo>
                  <a:pt x="76364" y="588083"/>
                </a:lnTo>
                <a:lnTo>
                  <a:pt x="78600" y="591204"/>
                </a:lnTo>
                <a:lnTo>
                  <a:pt x="80979" y="594256"/>
                </a:lnTo>
                <a:lnTo>
                  <a:pt x="83504" y="597240"/>
                </a:lnTo>
                <a:lnTo>
                  <a:pt x="86174" y="600157"/>
                </a:lnTo>
                <a:lnTo>
                  <a:pt x="88990" y="603005"/>
                </a:lnTo>
                <a:lnTo>
                  <a:pt x="91955" y="605786"/>
                </a:lnTo>
                <a:lnTo>
                  <a:pt x="95068" y="608499"/>
                </a:lnTo>
                <a:lnTo>
                  <a:pt x="98330" y="611146"/>
                </a:lnTo>
                <a:lnTo>
                  <a:pt x="98769" y="611489"/>
                </a:lnTo>
                <a:lnTo>
                  <a:pt x="99218" y="611832"/>
                </a:lnTo>
                <a:lnTo>
                  <a:pt x="99674" y="612173"/>
                </a:lnTo>
                <a:lnTo>
                  <a:pt x="100139" y="612511"/>
                </a:lnTo>
                <a:lnTo>
                  <a:pt x="100611" y="612845"/>
                </a:lnTo>
                <a:lnTo>
                  <a:pt x="101091" y="613174"/>
                </a:lnTo>
                <a:lnTo>
                  <a:pt x="101577" y="613498"/>
                </a:lnTo>
                <a:lnTo>
                  <a:pt x="102069" y="613815"/>
                </a:lnTo>
                <a:lnTo>
                  <a:pt x="102568" y="614124"/>
                </a:lnTo>
                <a:lnTo>
                  <a:pt x="103071" y="614425"/>
                </a:lnTo>
                <a:lnTo>
                  <a:pt x="103579" y="614716"/>
                </a:lnTo>
                <a:lnTo>
                  <a:pt x="104091" y="614996"/>
                </a:lnTo>
                <a:lnTo>
                  <a:pt x="104607" y="615265"/>
                </a:lnTo>
                <a:lnTo>
                  <a:pt x="105127" y="615522"/>
                </a:lnTo>
                <a:lnTo>
                  <a:pt x="105649" y="615766"/>
                </a:lnTo>
                <a:lnTo>
                  <a:pt x="106174" y="615995"/>
                </a:lnTo>
                <a:lnTo>
                  <a:pt x="106701" y="616208"/>
                </a:lnTo>
                <a:lnTo>
                  <a:pt x="107229" y="616406"/>
                </a:lnTo>
                <a:lnTo>
                  <a:pt x="107758" y="616586"/>
                </a:lnTo>
                <a:lnTo>
                  <a:pt x="108287" y="616748"/>
                </a:lnTo>
                <a:lnTo>
                  <a:pt x="108817" y="616891"/>
                </a:lnTo>
                <a:lnTo>
                  <a:pt x="109346" y="617015"/>
                </a:lnTo>
                <a:lnTo>
                  <a:pt x="109874" y="617117"/>
                </a:lnTo>
                <a:lnTo>
                  <a:pt x="110401" y="617197"/>
                </a:lnTo>
                <a:lnTo>
                  <a:pt x="114014" y="617578"/>
                </a:lnTo>
                <a:lnTo>
                  <a:pt x="117628" y="617939"/>
                </a:lnTo>
                <a:lnTo>
                  <a:pt x="121242" y="618277"/>
                </a:lnTo>
                <a:lnTo>
                  <a:pt x="124857" y="618585"/>
                </a:lnTo>
                <a:lnTo>
                  <a:pt x="128471" y="618861"/>
                </a:lnTo>
                <a:lnTo>
                  <a:pt x="132084" y="619099"/>
                </a:lnTo>
                <a:lnTo>
                  <a:pt x="135695" y="619295"/>
                </a:lnTo>
                <a:lnTo>
                  <a:pt x="139303" y="619444"/>
                </a:lnTo>
                <a:lnTo>
                  <a:pt x="142908" y="619543"/>
                </a:lnTo>
                <a:lnTo>
                  <a:pt x="146510" y="619586"/>
                </a:lnTo>
                <a:lnTo>
                  <a:pt x="150107" y="619570"/>
                </a:lnTo>
                <a:lnTo>
                  <a:pt x="153699" y="619489"/>
                </a:lnTo>
                <a:lnTo>
                  <a:pt x="157285" y="619339"/>
                </a:lnTo>
                <a:lnTo>
                  <a:pt x="160865" y="619116"/>
                </a:lnTo>
                <a:lnTo>
                  <a:pt x="164437" y="618815"/>
                </a:lnTo>
                <a:lnTo>
                  <a:pt x="168003" y="618433"/>
                </a:lnTo>
                <a:lnTo>
                  <a:pt x="171559" y="617963"/>
                </a:lnTo>
                <a:lnTo>
                  <a:pt x="175108" y="617403"/>
                </a:lnTo>
                <a:lnTo>
                  <a:pt x="178646" y="616747"/>
                </a:lnTo>
                <a:lnTo>
                  <a:pt x="182174" y="615991"/>
                </a:lnTo>
                <a:lnTo>
                  <a:pt x="185692" y="615131"/>
                </a:lnTo>
                <a:lnTo>
                  <a:pt x="189198" y="614162"/>
                </a:lnTo>
                <a:lnTo>
                  <a:pt x="192692" y="613079"/>
                </a:lnTo>
                <a:lnTo>
                  <a:pt x="196174" y="611879"/>
                </a:lnTo>
                <a:lnTo>
                  <a:pt x="197631" y="611335"/>
                </a:lnTo>
                <a:lnTo>
                  <a:pt x="199078" y="610759"/>
                </a:lnTo>
                <a:lnTo>
                  <a:pt x="200515" y="610152"/>
                </a:lnTo>
                <a:lnTo>
                  <a:pt x="201943" y="609517"/>
                </a:lnTo>
                <a:lnTo>
                  <a:pt x="203363" y="608855"/>
                </a:lnTo>
                <a:lnTo>
                  <a:pt x="204775" y="608169"/>
                </a:lnTo>
                <a:lnTo>
                  <a:pt x="206180" y="607460"/>
                </a:lnTo>
                <a:lnTo>
                  <a:pt x="207580" y="606731"/>
                </a:lnTo>
                <a:lnTo>
                  <a:pt x="208975" y="605984"/>
                </a:lnTo>
                <a:lnTo>
                  <a:pt x="210365" y="605220"/>
                </a:lnTo>
                <a:lnTo>
                  <a:pt x="211752" y="604442"/>
                </a:lnTo>
                <a:lnTo>
                  <a:pt x="213136" y="603651"/>
                </a:lnTo>
                <a:lnTo>
                  <a:pt x="214518" y="602849"/>
                </a:lnTo>
                <a:lnTo>
                  <a:pt x="215899" y="602039"/>
                </a:lnTo>
                <a:lnTo>
                  <a:pt x="217280" y="601223"/>
                </a:lnTo>
                <a:lnTo>
                  <a:pt x="218661" y="600402"/>
                </a:lnTo>
                <a:lnTo>
                  <a:pt x="220044" y="599578"/>
                </a:lnTo>
                <a:lnTo>
                  <a:pt x="221429" y="598754"/>
                </a:lnTo>
                <a:lnTo>
                  <a:pt x="222816" y="597932"/>
                </a:lnTo>
                <a:lnTo>
                  <a:pt x="224207" y="597113"/>
                </a:lnTo>
                <a:lnTo>
                  <a:pt x="225603" y="596299"/>
                </a:lnTo>
                <a:lnTo>
                  <a:pt x="227004" y="595492"/>
                </a:lnTo>
                <a:lnTo>
                  <a:pt x="228411" y="594695"/>
                </a:lnTo>
                <a:lnTo>
                  <a:pt x="229824" y="593910"/>
                </a:lnTo>
                <a:lnTo>
                  <a:pt x="229818" y="594738"/>
                </a:lnTo>
                <a:lnTo>
                  <a:pt x="229800" y="595571"/>
                </a:lnTo>
                <a:lnTo>
                  <a:pt x="229772" y="596409"/>
                </a:lnTo>
                <a:lnTo>
                  <a:pt x="229737" y="597251"/>
                </a:lnTo>
                <a:lnTo>
                  <a:pt x="229696" y="598097"/>
                </a:lnTo>
                <a:lnTo>
                  <a:pt x="229650" y="598946"/>
                </a:lnTo>
                <a:lnTo>
                  <a:pt x="229602" y="599799"/>
                </a:lnTo>
                <a:lnTo>
                  <a:pt x="229553" y="600653"/>
                </a:lnTo>
                <a:lnTo>
                  <a:pt x="229506" y="601510"/>
                </a:lnTo>
                <a:lnTo>
                  <a:pt x="229462" y="602368"/>
                </a:lnTo>
                <a:lnTo>
                  <a:pt x="229422" y="603227"/>
                </a:lnTo>
                <a:lnTo>
                  <a:pt x="229390" y="604086"/>
                </a:lnTo>
                <a:lnTo>
                  <a:pt x="229366" y="604946"/>
                </a:lnTo>
                <a:lnTo>
                  <a:pt x="229352" y="605805"/>
                </a:lnTo>
                <a:lnTo>
                  <a:pt x="229351" y="606663"/>
                </a:lnTo>
                <a:lnTo>
                  <a:pt x="229364" y="607519"/>
                </a:lnTo>
                <a:lnTo>
                  <a:pt x="229392" y="608374"/>
                </a:lnTo>
                <a:lnTo>
                  <a:pt x="229438" y="609226"/>
                </a:lnTo>
                <a:lnTo>
                  <a:pt x="229504" y="610075"/>
                </a:lnTo>
                <a:lnTo>
                  <a:pt x="229591" y="610922"/>
                </a:lnTo>
                <a:lnTo>
                  <a:pt x="229702" y="611764"/>
                </a:lnTo>
                <a:lnTo>
                  <a:pt x="229837" y="612602"/>
                </a:lnTo>
                <a:lnTo>
                  <a:pt x="229999" y="613435"/>
                </a:lnTo>
                <a:lnTo>
                  <a:pt x="230190" y="614263"/>
                </a:lnTo>
                <a:lnTo>
                  <a:pt x="230463" y="615464"/>
                </a:lnTo>
                <a:lnTo>
                  <a:pt x="230734" y="616681"/>
                </a:lnTo>
                <a:lnTo>
                  <a:pt x="231005" y="617911"/>
                </a:lnTo>
                <a:lnTo>
                  <a:pt x="231280" y="619152"/>
                </a:lnTo>
                <a:lnTo>
                  <a:pt x="231559" y="620399"/>
                </a:lnTo>
                <a:lnTo>
                  <a:pt x="231845" y="621652"/>
                </a:lnTo>
                <a:lnTo>
                  <a:pt x="232139" y="622905"/>
                </a:lnTo>
                <a:lnTo>
                  <a:pt x="232446" y="624158"/>
                </a:lnTo>
                <a:lnTo>
                  <a:pt x="232765" y="625405"/>
                </a:lnTo>
                <a:lnTo>
                  <a:pt x="233100" y="626646"/>
                </a:lnTo>
                <a:lnTo>
                  <a:pt x="233452" y="627876"/>
                </a:lnTo>
                <a:lnTo>
                  <a:pt x="233825" y="629092"/>
                </a:lnTo>
                <a:lnTo>
                  <a:pt x="234219" y="630293"/>
                </a:lnTo>
                <a:lnTo>
                  <a:pt x="234637" y="631474"/>
                </a:lnTo>
                <a:lnTo>
                  <a:pt x="235082" y="632633"/>
                </a:lnTo>
                <a:lnTo>
                  <a:pt x="235555" y="633767"/>
                </a:lnTo>
                <a:lnTo>
                  <a:pt x="236058" y="634873"/>
                </a:lnTo>
                <a:lnTo>
                  <a:pt x="236594" y="635948"/>
                </a:lnTo>
                <a:lnTo>
                  <a:pt x="237164" y="636989"/>
                </a:lnTo>
                <a:lnTo>
                  <a:pt x="237772" y="637994"/>
                </a:lnTo>
                <a:lnTo>
                  <a:pt x="238419" y="638958"/>
                </a:lnTo>
                <a:lnTo>
                  <a:pt x="239107" y="639880"/>
                </a:lnTo>
                <a:lnTo>
                  <a:pt x="239838" y="640756"/>
                </a:lnTo>
                <a:lnTo>
                  <a:pt x="240614" y="641584"/>
                </a:lnTo>
                <a:lnTo>
                  <a:pt x="242097" y="643126"/>
                </a:lnTo>
                <a:lnTo>
                  <a:pt x="243483" y="644682"/>
                </a:lnTo>
                <a:lnTo>
                  <a:pt x="244774" y="646253"/>
                </a:lnTo>
                <a:lnTo>
                  <a:pt x="245972" y="647838"/>
                </a:lnTo>
                <a:lnTo>
                  <a:pt x="247081" y="649437"/>
                </a:lnTo>
                <a:lnTo>
                  <a:pt x="248101" y="651053"/>
                </a:lnTo>
                <a:lnTo>
                  <a:pt x="249036" y="652684"/>
                </a:lnTo>
                <a:lnTo>
                  <a:pt x="249887" y="654331"/>
                </a:lnTo>
                <a:lnTo>
                  <a:pt x="250657" y="655995"/>
                </a:lnTo>
                <a:lnTo>
                  <a:pt x="251348" y="657675"/>
                </a:lnTo>
                <a:lnTo>
                  <a:pt x="251962" y="659373"/>
                </a:lnTo>
                <a:lnTo>
                  <a:pt x="252502" y="661089"/>
                </a:lnTo>
                <a:lnTo>
                  <a:pt x="252969" y="662823"/>
                </a:lnTo>
                <a:lnTo>
                  <a:pt x="253366" y="664575"/>
                </a:lnTo>
                <a:lnTo>
                  <a:pt x="253695" y="666347"/>
                </a:lnTo>
                <a:lnTo>
                  <a:pt x="253958" y="668137"/>
                </a:lnTo>
                <a:lnTo>
                  <a:pt x="254158" y="669948"/>
                </a:lnTo>
                <a:lnTo>
                  <a:pt x="254296" y="671778"/>
                </a:lnTo>
                <a:lnTo>
                  <a:pt x="254376" y="673629"/>
                </a:lnTo>
                <a:lnTo>
                  <a:pt x="254398" y="675501"/>
                </a:lnTo>
                <a:lnTo>
                  <a:pt x="254366" y="677395"/>
                </a:lnTo>
                <a:lnTo>
                  <a:pt x="254282" y="679310"/>
                </a:lnTo>
                <a:lnTo>
                  <a:pt x="254147" y="681247"/>
                </a:lnTo>
                <a:lnTo>
                  <a:pt x="253965" y="683207"/>
                </a:lnTo>
                <a:lnTo>
                  <a:pt x="253875" y="684078"/>
                </a:lnTo>
                <a:lnTo>
                  <a:pt x="253789" y="684949"/>
                </a:lnTo>
                <a:lnTo>
                  <a:pt x="253706" y="685820"/>
                </a:lnTo>
                <a:lnTo>
                  <a:pt x="253625" y="686691"/>
                </a:lnTo>
                <a:lnTo>
                  <a:pt x="253545" y="687562"/>
                </a:lnTo>
                <a:lnTo>
                  <a:pt x="253468" y="688433"/>
                </a:lnTo>
                <a:lnTo>
                  <a:pt x="253391" y="689304"/>
                </a:lnTo>
                <a:lnTo>
                  <a:pt x="253315" y="690175"/>
                </a:lnTo>
                <a:lnTo>
                  <a:pt x="253238" y="691046"/>
                </a:lnTo>
                <a:lnTo>
                  <a:pt x="253162" y="691917"/>
                </a:lnTo>
                <a:lnTo>
                  <a:pt x="253084" y="692788"/>
                </a:lnTo>
                <a:lnTo>
                  <a:pt x="253005" y="693659"/>
                </a:lnTo>
                <a:lnTo>
                  <a:pt x="252924" y="694530"/>
                </a:lnTo>
                <a:lnTo>
                  <a:pt x="252840" y="695401"/>
                </a:lnTo>
                <a:lnTo>
                  <a:pt x="252754" y="696271"/>
                </a:lnTo>
                <a:lnTo>
                  <a:pt x="252664" y="697142"/>
                </a:lnTo>
                <a:lnTo>
                  <a:pt x="252571" y="698013"/>
                </a:lnTo>
                <a:lnTo>
                  <a:pt x="252473" y="698884"/>
                </a:lnTo>
                <a:lnTo>
                  <a:pt x="252371" y="699755"/>
                </a:lnTo>
                <a:lnTo>
                  <a:pt x="252263" y="700626"/>
                </a:lnTo>
                <a:lnTo>
                  <a:pt x="252150" y="701497"/>
                </a:lnTo>
                <a:lnTo>
                  <a:pt x="252030" y="702368"/>
                </a:lnTo>
                <a:lnTo>
                  <a:pt x="251904" y="703239"/>
                </a:lnTo>
                <a:lnTo>
                  <a:pt x="251770" y="704110"/>
                </a:lnTo>
                <a:lnTo>
                  <a:pt x="251220" y="707570"/>
                </a:lnTo>
                <a:lnTo>
                  <a:pt x="250666" y="711029"/>
                </a:lnTo>
                <a:lnTo>
                  <a:pt x="250108" y="714485"/>
                </a:lnTo>
                <a:lnTo>
                  <a:pt x="249547" y="717940"/>
                </a:lnTo>
                <a:lnTo>
                  <a:pt x="248983" y="721394"/>
                </a:lnTo>
                <a:lnTo>
                  <a:pt x="248416" y="724847"/>
                </a:lnTo>
                <a:lnTo>
                  <a:pt x="247845" y="728299"/>
                </a:lnTo>
                <a:lnTo>
                  <a:pt x="247273" y="731750"/>
                </a:lnTo>
                <a:lnTo>
                  <a:pt x="246697" y="735201"/>
                </a:lnTo>
                <a:lnTo>
                  <a:pt x="246120" y="738651"/>
                </a:lnTo>
                <a:lnTo>
                  <a:pt x="245540" y="742100"/>
                </a:lnTo>
                <a:lnTo>
                  <a:pt x="244958" y="745550"/>
                </a:lnTo>
                <a:lnTo>
                  <a:pt x="244374" y="749000"/>
                </a:lnTo>
                <a:lnTo>
                  <a:pt x="243788" y="752449"/>
                </a:lnTo>
                <a:lnTo>
                  <a:pt x="243201" y="755899"/>
                </a:lnTo>
                <a:lnTo>
                  <a:pt x="242613" y="759350"/>
                </a:lnTo>
                <a:lnTo>
                  <a:pt x="242023" y="762801"/>
                </a:lnTo>
                <a:lnTo>
                  <a:pt x="241432" y="766253"/>
                </a:lnTo>
                <a:lnTo>
                  <a:pt x="240840" y="769706"/>
                </a:lnTo>
                <a:lnTo>
                  <a:pt x="240247" y="773160"/>
                </a:lnTo>
                <a:lnTo>
                  <a:pt x="239654" y="776615"/>
                </a:lnTo>
                <a:lnTo>
                  <a:pt x="239060" y="780072"/>
                </a:lnTo>
                <a:lnTo>
                  <a:pt x="238465" y="783530"/>
                </a:lnTo>
                <a:lnTo>
                  <a:pt x="237871" y="786990"/>
                </a:lnTo>
                <a:lnTo>
                  <a:pt x="237647" y="788145"/>
                </a:lnTo>
                <a:lnTo>
                  <a:pt x="237387" y="789275"/>
                </a:lnTo>
                <a:lnTo>
                  <a:pt x="237090" y="790377"/>
                </a:lnTo>
                <a:lnTo>
                  <a:pt x="236757" y="791454"/>
                </a:lnTo>
                <a:lnTo>
                  <a:pt x="236387" y="792505"/>
                </a:lnTo>
                <a:lnTo>
                  <a:pt x="235979" y="793531"/>
                </a:lnTo>
                <a:lnTo>
                  <a:pt x="235535" y="794531"/>
                </a:lnTo>
                <a:lnTo>
                  <a:pt x="235053" y="795506"/>
                </a:lnTo>
                <a:lnTo>
                  <a:pt x="234534" y="796456"/>
                </a:lnTo>
                <a:lnTo>
                  <a:pt x="233977" y="797382"/>
                </a:lnTo>
                <a:lnTo>
                  <a:pt x="233383" y="798283"/>
                </a:lnTo>
                <a:lnTo>
                  <a:pt x="232750" y="799160"/>
                </a:lnTo>
                <a:lnTo>
                  <a:pt x="232080" y="800014"/>
                </a:lnTo>
                <a:lnTo>
                  <a:pt x="231371" y="800844"/>
                </a:lnTo>
                <a:lnTo>
                  <a:pt x="230624" y="801650"/>
                </a:lnTo>
                <a:lnTo>
                  <a:pt x="229838" y="802433"/>
                </a:lnTo>
                <a:lnTo>
                  <a:pt x="229013" y="803193"/>
                </a:lnTo>
                <a:lnTo>
                  <a:pt x="228150" y="803931"/>
                </a:lnTo>
                <a:lnTo>
                  <a:pt x="227247" y="804646"/>
                </a:lnTo>
                <a:lnTo>
                  <a:pt x="226305" y="805339"/>
                </a:lnTo>
                <a:lnTo>
                  <a:pt x="225324" y="806010"/>
                </a:lnTo>
                <a:lnTo>
                  <a:pt x="224304" y="806659"/>
                </a:lnTo>
                <a:lnTo>
                  <a:pt x="223243" y="807287"/>
                </a:lnTo>
                <a:lnTo>
                  <a:pt x="222143" y="807893"/>
                </a:lnTo>
                <a:lnTo>
                  <a:pt x="220819" y="808610"/>
                </a:lnTo>
                <a:lnTo>
                  <a:pt x="219499" y="809341"/>
                </a:lnTo>
                <a:lnTo>
                  <a:pt x="218184" y="810084"/>
                </a:lnTo>
                <a:lnTo>
                  <a:pt x="216872" y="810840"/>
                </a:lnTo>
                <a:lnTo>
                  <a:pt x="215566" y="811608"/>
                </a:lnTo>
                <a:lnTo>
                  <a:pt x="214265" y="812388"/>
                </a:lnTo>
                <a:lnTo>
                  <a:pt x="212969" y="813181"/>
                </a:lnTo>
                <a:lnTo>
                  <a:pt x="211678" y="813985"/>
                </a:lnTo>
                <a:lnTo>
                  <a:pt x="210393" y="814800"/>
                </a:lnTo>
                <a:lnTo>
                  <a:pt x="209114" y="815627"/>
                </a:lnTo>
                <a:lnTo>
                  <a:pt x="207841" y="816465"/>
                </a:lnTo>
                <a:lnTo>
                  <a:pt x="206575" y="817313"/>
                </a:lnTo>
                <a:lnTo>
                  <a:pt x="205315" y="818172"/>
                </a:lnTo>
                <a:lnTo>
                  <a:pt x="204063" y="819042"/>
                </a:lnTo>
                <a:lnTo>
                  <a:pt x="202817" y="819921"/>
                </a:lnTo>
                <a:lnTo>
                  <a:pt x="201579" y="820810"/>
                </a:lnTo>
                <a:lnTo>
                  <a:pt x="200348" y="821709"/>
                </a:lnTo>
                <a:lnTo>
                  <a:pt x="199125" y="822617"/>
                </a:lnTo>
                <a:lnTo>
                  <a:pt x="197911" y="823534"/>
                </a:lnTo>
                <a:lnTo>
                  <a:pt x="196704" y="824459"/>
                </a:lnTo>
                <a:lnTo>
                  <a:pt x="195507" y="825394"/>
                </a:lnTo>
                <a:lnTo>
                  <a:pt x="194318" y="826337"/>
                </a:lnTo>
                <a:lnTo>
                  <a:pt x="193138" y="827288"/>
                </a:lnTo>
                <a:lnTo>
                  <a:pt x="191967" y="828246"/>
                </a:lnTo>
                <a:lnTo>
                  <a:pt x="186488" y="832878"/>
                </a:lnTo>
                <a:lnTo>
                  <a:pt x="181113" y="837603"/>
                </a:lnTo>
                <a:lnTo>
                  <a:pt x="175834" y="842415"/>
                </a:lnTo>
                <a:lnTo>
                  <a:pt x="170648" y="847310"/>
                </a:lnTo>
                <a:lnTo>
                  <a:pt x="165549" y="852283"/>
                </a:lnTo>
                <a:lnTo>
                  <a:pt x="160531" y="857329"/>
                </a:lnTo>
                <a:lnTo>
                  <a:pt x="155589" y="862444"/>
                </a:lnTo>
                <a:lnTo>
                  <a:pt x="150717" y="867622"/>
                </a:lnTo>
                <a:lnTo>
                  <a:pt x="145909" y="872858"/>
                </a:lnTo>
                <a:lnTo>
                  <a:pt x="141161" y="878148"/>
                </a:lnTo>
                <a:lnTo>
                  <a:pt x="136467" y="883487"/>
                </a:lnTo>
                <a:lnTo>
                  <a:pt x="131821" y="888870"/>
                </a:lnTo>
                <a:lnTo>
                  <a:pt x="127218" y="894293"/>
                </a:lnTo>
                <a:lnTo>
                  <a:pt x="122652" y="899749"/>
                </a:lnTo>
                <a:lnTo>
                  <a:pt x="118119" y="905235"/>
                </a:lnTo>
                <a:lnTo>
                  <a:pt x="113611" y="910746"/>
                </a:lnTo>
                <a:lnTo>
                  <a:pt x="109125" y="916276"/>
                </a:lnTo>
                <a:lnTo>
                  <a:pt x="104654" y="921821"/>
                </a:lnTo>
                <a:lnTo>
                  <a:pt x="100193" y="927376"/>
                </a:lnTo>
                <a:lnTo>
                  <a:pt x="95737" y="932937"/>
                </a:lnTo>
                <a:lnTo>
                  <a:pt x="91280" y="938497"/>
                </a:lnTo>
                <a:lnTo>
                  <a:pt x="86816" y="944054"/>
                </a:lnTo>
                <a:lnTo>
                  <a:pt x="82340" y="949600"/>
                </a:lnTo>
                <a:lnTo>
                  <a:pt x="77847" y="955133"/>
                </a:lnTo>
                <a:lnTo>
                  <a:pt x="77311" y="955766"/>
                </a:lnTo>
                <a:lnTo>
                  <a:pt x="76756" y="956383"/>
                </a:lnTo>
                <a:lnTo>
                  <a:pt x="76182" y="956986"/>
                </a:lnTo>
                <a:lnTo>
                  <a:pt x="75591" y="957574"/>
                </a:lnTo>
                <a:lnTo>
                  <a:pt x="74985" y="958150"/>
                </a:lnTo>
                <a:lnTo>
                  <a:pt x="74364" y="958714"/>
                </a:lnTo>
                <a:lnTo>
                  <a:pt x="73731" y="959268"/>
                </a:lnTo>
                <a:lnTo>
                  <a:pt x="73086" y="959812"/>
                </a:lnTo>
                <a:lnTo>
                  <a:pt x="72431" y="960348"/>
                </a:lnTo>
                <a:lnTo>
                  <a:pt x="71767" y="960877"/>
                </a:lnTo>
                <a:lnTo>
                  <a:pt x="71095" y="961399"/>
                </a:lnTo>
                <a:lnTo>
                  <a:pt x="70418" y="961917"/>
                </a:lnTo>
                <a:lnTo>
                  <a:pt x="69735" y="962431"/>
                </a:lnTo>
                <a:lnTo>
                  <a:pt x="69050" y="962942"/>
                </a:lnTo>
                <a:lnTo>
                  <a:pt x="68362" y="963452"/>
                </a:lnTo>
                <a:lnTo>
                  <a:pt x="67674" y="963961"/>
                </a:lnTo>
                <a:lnTo>
                  <a:pt x="66986" y="964471"/>
                </a:lnTo>
                <a:lnTo>
                  <a:pt x="66300" y="964983"/>
                </a:lnTo>
                <a:lnTo>
                  <a:pt x="65617" y="965497"/>
                </a:lnTo>
                <a:lnTo>
                  <a:pt x="64940" y="966016"/>
                </a:lnTo>
                <a:lnTo>
                  <a:pt x="64268" y="966539"/>
                </a:lnTo>
                <a:lnTo>
                  <a:pt x="63604" y="967069"/>
                </a:lnTo>
                <a:lnTo>
                  <a:pt x="62948" y="967606"/>
                </a:lnTo>
                <a:lnTo>
                  <a:pt x="62302" y="968152"/>
                </a:lnTo>
                <a:lnTo>
                  <a:pt x="62044" y="968362"/>
                </a:lnTo>
                <a:lnTo>
                  <a:pt x="61775" y="968579"/>
                </a:lnTo>
                <a:lnTo>
                  <a:pt x="61497" y="968802"/>
                </a:lnTo>
                <a:lnTo>
                  <a:pt x="61212" y="969031"/>
                </a:lnTo>
                <a:lnTo>
                  <a:pt x="60921" y="969265"/>
                </a:lnTo>
                <a:lnTo>
                  <a:pt x="60628" y="969504"/>
                </a:lnTo>
                <a:lnTo>
                  <a:pt x="60333" y="969746"/>
                </a:lnTo>
                <a:lnTo>
                  <a:pt x="60040" y="969992"/>
                </a:lnTo>
                <a:lnTo>
                  <a:pt x="59750" y="970240"/>
                </a:lnTo>
                <a:lnTo>
                  <a:pt x="59465" y="970490"/>
                </a:lnTo>
                <a:lnTo>
                  <a:pt x="59187" y="970742"/>
                </a:lnTo>
                <a:lnTo>
                  <a:pt x="58919" y="970994"/>
                </a:lnTo>
                <a:lnTo>
                  <a:pt x="58662" y="971246"/>
                </a:lnTo>
                <a:lnTo>
                  <a:pt x="58419" y="971497"/>
                </a:lnTo>
                <a:lnTo>
                  <a:pt x="58191" y="971747"/>
                </a:lnTo>
                <a:lnTo>
                  <a:pt x="57981" y="971995"/>
                </a:lnTo>
                <a:lnTo>
                  <a:pt x="57790" y="972241"/>
                </a:lnTo>
                <a:lnTo>
                  <a:pt x="57622" y="972483"/>
                </a:lnTo>
                <a:lnTo>
                  <a:pt x="57477" y="972722"/>
                </a:lnTo>
                <a:lnTo>
                  <a:pt x="57358" y="972956"/>
                </a:lnTo>
                <a:lnTo>
                  <a:pt x="57267" y="973185"/>
                </a:lnTo>
                <a:lnTo>
                  <a:pt x="57205" y="973409"/>
                </a:lnTo>
                <a:lnTo>
                  <a:pt x="57176" y="973626"/>
                </a:lnTo>
                <a:lnTo>
                  <a:pt x="57181" y="973836"/>
                </a:lnTo>
                <a:lnTo>
                  <a:pt x="57335" y="975242"/>
                </a:lnTo>
                <a:lnTo>
                  <a:pt x="57386" y="976530"/>
                </a:lnTo>
                <a:lnTo>
                  <a:pt x="57341" y="977706"/>
                </a:lnTo>
                <a:lnTo>
                  <a:pt x="57204" y="978777"/>
                </a:lnTo>
                <a:lnTo>
                  <a:pt x="56979" y="979749"/>
                </a:lnTo>
                <a:lnTo>
                  <a:pt x="56673" y="980629"/>
                </a:lnTo>
                <a:lnTo>
                  <a:pt x="56289" y="981422"/>
                </a:lnTo>
                <a:lnTo>
                  <a:pt x="55834" y="982135"/>
                </a:lnTo>
                <a:lnTo>
                  <a:pt x="55311" y="982774"/>
                </a:lnTo>
                <a:lnTo>
                  <a:pt x="54725" y="983345"/>
                </a:lnTo>
                <a:lnTo>
                  <a:pt x="54082" y="983855"/>
                </a:lnTo>
                <a:lnTo>
                  <a:pt x="53387" y="984310"/>
                </a:lnTo>
                <a:lnTo>
                  <a:pt x="52644" y="984717"/>
                </a:lnTo>
                <a:lnTo>
                  <a:pt x="51858" y="985081"/>
                </a:lnTo>
                <a:lnTo>
                  <a:pt x="51034" y="985409"/>
                </a:lnTo>
                <a:lnTo>
                  <a:pt x="50178" y="985707"/>
                </a:lnTo>
                <a:lnTo>
                  <a:pt x="49293" y="985981"/>
                </a:lnTo>
                <a:lnTo>
                  <a:pt x="48386" y="986238"/>
                </a:lnTo>
                <a:lnTo>
                  <a:pt x="47460" y="986485"/>
                </a:lnTo>
                <a:lnTo>
                  <a:pt x="46522" y="986726"/>
                </a:lnTo>
                <a:lnTo>
                  <a:pt x="45575" y="986969"/>
                </a:lnTo>
                <a:lnTo>
                  <a:pt x="44625" y="987220"/>
                </a:lnTo>
                <a:lnTo>
                  <a:pt x="43676" y="987486"/>
                </a:lnTo>
                <a:lnTo>
                  <a:pt x="42734" y="987771"/>
                </a:lnTo>
                <a:lnTo>
                  <a:pt x="42007" y="988015"/>
                </a:lnTo>
                <a:lnTo>
                  <a:pt x="41289" y="988288"/>
                </a:lnTo>
                <a:lnTo>
                  <a:pt x="40580" y="988589"/>
                </a:lnTo>
                <a:lnTo>
                  <a:pt x="39879" y="988914"/>
                </a:lnTo>
                <a:lnTo>
                  <a:pt x="39185" y="989263"/>
                </a:lnTo>
                <a:lnTo>
                  <a:pt x="38499" y="989634"/>
                </a:lnTo>
                <a:lnTo>
                  <a:pt x="37819" y="990024"/>
                </a:lnTo>
                <a:lnTo>
                  <a:pt x="37146" y="990433"/>
                </a:lnTo>
                <a:lnTo>
                  <a:pt x="36478" y="990859"/>
                </a:lnTo>
                <a:lnTo>
                  <a:pt x="35815" y="991299"/>
                </a:lnTo>
                <a:lnTo>
                  <a:pt x="35157" y="991753"/>
                </a:lnTo>
                <a:lnTo>
                  <a:pt x="34504" y="992218"/>
                </a:lnTo>
                <a:lnTo>
                  <a:pt x="33854" y="992692"/>
                </a:lnTo>
                <a:lnTo>
                  <a:pt x="33208" y="993174"/>
                </a:lnTo>
                <a:lnTo>
                  <a:pt x="32564" y="993662"/>
                </a:lnTo>
                <a:lnTo>
                  <a:pt x="31923" y="994155"/>
                </a:lnTo>
                <a:lnTo>
                  <a:pt x="31284" y="994650"/>
                </a:lnTo>
                <a:lnTo>
                  <a:pt x="30646" y="995146"/>
                </a:lnTo>
                <a:lnTo>
                  <a:pt x="30009" y="995641"/>
                </a:lnTo>
                <a:lnTo>
                  <a:pt x="29373" y="996133"/>
                </a:lnTo>
                <a:lnTo>
                  <a:pt x="28737" y="996621"/>
                </a:lnTo>
                <a:lnTo>
                  <a:pt x="28100" y="997102"/>
                </a:lnTo>
                <a:lnTo>
                  <a:pt x="27462" y="997576"/>
                </a:lnTo>
                <a:lnTo>
                  <a:pt x="26823" y="998040"/>
                </a:lnTo>
                <a:lnTo>
                  <a:pt x="26368" y="998365"/>
                </a:lnTo>
                <a:lnTo>
                  <a:pt x="25919" y="998699"/>
                </a:lnTo>
                <a:lnTo>
                  <a:pt x="25474" y="999041"/>
                </a:lnTo>
                <a:lnTo>
                  <a:pt x="25034" y="999390"/>
                </a:lnTo>
                <a:lnTo>
                  <a:pt x="24597" y="999745"/>
                </a:lnTo>
                <a:lnTo>
                  <a:pt x="24162" y="1000105"/>
                </a:lnTo>
                <a:lnTo>
                  <a:pt x="23730" y="1000470"/>
                </a:lnTo>
                <a:lnTo>
                  <a:pt x="23301" y="1000838"/>
                </a:lnTo>
                <a:lnTo>
                  <a:pt x="22872" y="1001208"/>
                </a:lnTo>
                <a:lnTo>
                  <a:pt x="22444" y="1001580"/>
                </a:lnTo>
                <a:lnTo>
                  <a:pt x="22016" y="1001953"/>
                </a:lnTo>
                <a:lnTo>
                  <a:pt x="21588" y="1002326"/>
                </a:lnTo>
                <a:lnTo>
                  <a:pt x="21158" y="1002697"/>
                </a:lnTo>
                <a:lnTo>
                  <a:pt x="20728" y="1003067"/>
                </a:lnTo>
                <a:lnTo>
                  <a:pt x="20295" y="1003435"/>
                </a:lnTo>
                <a:lnTo>
                  <a:pt x="19860" y="1003798"/>
                </a:lnTo>
                <a:lnTo>
                  <a:pt x="19421" y="1004158"/>
                </a:lnTo>
                <a:lnTo>
                  <a:pt x="18979" y="1004512"/>
                </a:lnTo>
                <a:lnTo>
                  <a:pt x="18532" y="1004859"/>
                </a:lnTo>
                <a:lnTo>
                  <a:pt x="18081" y="1005200"/>
                </a:lnTo>
                <a:lnTo>
                  <a:pt x="17624" y="1005533"/>
                </a:lnTo>
                <a:lnTo>
                  <a:pt x="17161" y="1005857"/>
                </a:lnTo>
                <a:lnTo>
                  <a:pt x="16692" y="1006171"/>
                </a:lnTo>
                <a:lnTo>
                  <a:pt x="16215" y="1006474"/>
                </a:lnTo>
                <a:lnTo>
                  <a:pt x="13843" y="1007999"/>
                </a:lnTo>
                <a:lnTo>
                  <a:pt x="11661" y="1009417"/>
                </a:lnTo>
                <a:lnTo>
                  <a:pt x="9670" y="1010742"/>
                </a:lnTo>
                <a:lnTo>
                  <a:pt x="7868" y="1011985"/>
                </a:lnTo>
                <a:lnTo>
                  <a:pt x="6254" y="1013160"/>
                </a:lnTo>
                <a:lnTo>
                  <a:pt x="4828" y="1014279"/>
                </a:lnTo>
                <a:lnTo>
                  <a:pt x="3588" y="1015353"/>
                </a:lnTo>
                <a:lnTo>
                  <a:pt x="2533" y="1016396"/>
                </a:lnTo>
                <a:lnTo>
                  <a:pt x="1662" y="1017420"/>
                </a:lnTo>
                <a:lnTo>
                  <a:pt x="975" y="1018437"/>
                </a:lnTo>
                <a:lnTo>
                  <a:pt x="469" y="1019460"/>
                </a:lnTo>
                <a:lnTo>
                  <a:pt x="144" y="1020501"/>
                </a:lnTo>
                <a:lnTo>
                  <a:pt x="0" y="1021573"/>
                </a:lnTo>
                <a:lnTo>
                  <a:pt x="35" y="1022688"/>
                </a:lnTo>
                <a:lnTo>
                  <a:pt x="247" y="1023858"/>
                </a:lnTo>
                <a:lnTo>
                  <a:pt x="636" y="1025096"/>
                </a:lnTo>
                <a:lnTo>
                  <a:pt x="1202" y="1026414"/>
                </a:lnTo>
                <a:lnTo>
                  <a:pt x="1942" y="1027824"/>
                </a:lnTo>
                <a:lnTo>
                  <a:pt x="2856" y="1029340"/>
                </a:lnTo>
                <a:lnTo>
                  <a:pt x="3943" y="1030973"/>
                </a:lnTo>
                <a:lnTo>
                  <a:pt x="5201" y="1032737"/>
                </a:lnTo>
                <a:lnTo>
                  <a:pt x="6631" y="1034642"/>
                </a:lnTo>
                <a:lnTo>
                  <a:pt x="8230" y="1036702"/>
                </a:lnTo>
                <a:lnTo>
                  <a:pt x="9997" y="1038929"/>
                </a:lnTo>
                <a:lnTo>
                  <a:pt x="12631" y="1042227"/>
                </a:lnTo>
                <a:lnTo>
                  <a:pt x="15274" y="1045519"/>
                </a:lnTo>
                <a:lnTo>
                  <a:pt x="17927" y="1048805"/>
                </a:lnTo>
                <a:lnTo>
                  <a:pt x="20589" y="1052085"/>
                </a:lnTo>
                <a:lnTo>
                  <a:pt x="23261" y="1055359"/>
                </a:lnTo>
                <a:lnTo>
                  <a:pt x="25943" y="1058626"/>
                </a:lnTo>
                <a:lnTo>
                  <a:pt x="28633" y="1061888"/>
                </a:lnTo>
                <a:lnTo>
                  <a:pt x="31334" y="1065143"/>
                </a:lnTo>
                <a:lnTo>
                  <a:pt x="34044" y="1068392"/>
                </a:lnTo>
                <a:lnTo>
                  <a:pt x="36763" y="1071635"/>
                </a:lnTo>
                <a:lnTo>
                  <a:pt x="39492" y="1074871"/>
                </a:lnTo>
                <a:lnTo>
                  <a:pt x="42231" y="1078100"/>
                </a:lnTo>
                <a:lnTo>
                  <a:pt x="44979" y="1081323"/>
                </a:lnTo>
                <a:lnTo>
                  <a:pt x="47736" y="1084539"/>
                </a:lnTo>
                <a:lnTo>
                  <a:pt x="50503" y="1087748"/>
                </a:lnTo>
                <a:lnTo>
                  <a:pt x="53280" y="1090950"/>
                </a:lnTo>
                <a:lnTo>
                  <a:pt x="56066" y="1094145"/>
                </a:lnTo>
                <a:lnTo>
                  <a:pt x="58862" y="1097333"/>
                </a:lnTo>
                <a:lnTo>
                  <a:pt x="61667" y="1100514"/>
                </a:lnTo>
                <a:lnTo>
                  <a:pt x="64482" y="1103687"/>
                </a:lnTo>
                <a:lnTo>
                  <a:pt x="67306" y="1106854"/>
                </a:lnTo>
                <a:lnTo>
                  <a:pt x="70140" y="1110013"/>
                </a:lnTo>
                <a:lnTo>
                  <a:pt x="72983" y="1113164"/>
                </a:lnTo>
                <a:lnTo>
                  <a:pt x="75836" y="1116308"/>
                </a:lnTo>
                <a:lnTo>
                  <a:pt x="77879" y="1118412"/>
                </a:lnTo>
                <a:lnTo>
                  <a:pt x="79985" y="1120329"/>
                </a:lnTo>
                <a:lnTo>
                  <a:pt x="82148" y="1122065"/>
                </a:lnTo>
                <a:lnTo>
                  <a:pt x="84368" y="1123628"/>
                </a:lnTo>
                <a:lnTo>
                  <a:pt x="86639" y="1125025"/>
                </a:lnTo>
                <a:lnTo>
                  <a:pt x="88960" y="1126264"/>
                </a:lnTo>
                <a:lnTo>
                  <a:pt x="91328" y="1127351"/>
                </a:lnTo>
                <a:lnTo>
                  <a:pt x="93738" y="1128294"/>
                </a:lnTo>
                <a:lnTo>
                  <a:pt x="96188" y="1129101"/>
                </a:lnTo>
                <a:lnTo>
                  <a:pt x="98676" y="1129777"/>
                </a:lnTo>
                <a:lnTo>
                  <a:pt x="101197" y="1130332"/>
                </a:lnTo>
                <a:lnTo>
                  <a:pt x="103748" y="1130771"/>
                </a:lnTo>
                <a:lnTo>
                  <a:pt x="106328" y="1131102"/>
                </a:lnTo>
                <a:lnTo>
                  <a:pt x="108932" y="1131332"/>
                </a:lnTo>
                <a:lnTo>
                  <a:pt x="111557" y="1131469"/>
                </a:lnTo>
                <a:lnTo>
                  <a:pt x="114201" y="1131520"/>
                </a:lnTo>
                <a:lnTo>
                  <a:pt x="116860" y="1131492"/>
                </a:lnTo>
                <a:lnTo>
                  <a:pt x="119531" y="1131392"/>
                </a:lnTo>
                <a:lnTo>
                  <a:pt x="122211" y="1131228"/>
                </a:lnTo>
                <a:lnTo>
                  <a:pt x="124897" y="1131007"/>
                </a:lnTo>
                <a:lnTo>
                  <a:pt x="127586" y="1130735"/>
                </a:lnTo>
                <a:lnTo>
                  <a:pt x="130275" y="1130421"/>
                </a:lnTo>
                <a:lnTo>
                  <a:pt x="132960" y="1130071"/>
                </a:lnTo>
                <a:lnTo>
                  <a:pt x="135639" y="1129693"/>
                </a:lnTo>
                <a:lnTo>
                  <a:pt x="136032" y="1129620"/>
                </a:lnTo>
                <a:lnTo>
                  <a:pt x="136433" y="1129491"/>
                </a:lnTo>
                <a:lnTo>
                  <a:pt x="136839" y="1129312"/>
                </a:lnTo>
                <a:lnTo>
                  <a:pt x="137250" y="1129086"/>
                </a:lnTo>
                <a:lnTo>
                  <a:pt x="137663" y="1128814"/>
                </a:lnTo>
                <a:lnTo>
                  <a:pt x="138076" y="1128502"/>
                </a:lnTo>
                <a:lnTo>
                  <a:pt x="138488" y="1128151"/>
                </a:lnTo>
                <a:lnTo>
                  <a:pt x="138897" y="1127765"/>
                </a:lnTo>
                <a:lnTo>
                  <a:pt x="139300" y="1127347"/>
                </a:lnTo>
                <a:lnTo>
                  <a:pt x="139697" y="1126901"/>
                </a:lnTo>
                <a:lnTo>
                  <a:pt x="140085" y="1126429"/>
                </a:lnTo>
                <a:lnTo>
                  <a:pt x="140462" y="1125935"/>
                </a:lnTo>
                <a:lnTo>
                  <a:pt x="140827" y="1125421"/>
                </a:lnTo>
                <a:lnTo>
                  <a:pt x="141178" y="1124892"/>
                </a:lnTo>
                <a:lnTo>
                  <a:pt x="141513" y="1124350"/>
                </a:lnTo>
                <a:lnTo>
                  <a:pt x="141830" y="1123799"/>
                </a:lnTo>
                <a:lnTo>
                  <a:pt x="142127" y="1123241"/>
                </a:lnTo>
                <a:lnTo>
                  <a:pt x="142403" y="1122680"/>
                </a:lnTo>
                <a:lnTo>
                  <a:pt x="142655" y="1122119"/>
                </a:lnTo>
                <a:lnTo>
                  <a:pt x="142882" y="1121561"/>
                </a:lnTo>
                <a:lnTo>
                  <a:pt x="143082" y="1121010"/>
                </a:lnTo>
                <a:lnTo>
                  <a:pt x="143254" y="1120468"/>
                </a:lnTo>
                <a:lnTo>
                  <a:pt x="143395" y="1119938"/>
                </a:lnTo>
                <a:lnTo>
                  <a:pt x="143503" y="1119425"/>
                </a:lnTo>
                <a:lnTo>
                  <a:pt x="143551" y="1119049"/>
                </a:lnTo>
                <a:lnTo>
                  <a:pt x="143559" y="1118656"/>
                </a:lnTo>
                <a:lnTo>
                  <a:pt x="143529" y="1118248"/>
                </a:lnTo>
                <a:lnTo>
                  <a:pt x="143463" y="1117827"/>
                </a:lnTo>
                <a:lnTo>
                  <a:pt x="143363" y="1117394"/>
                </a:lnTo>
                <a:lnTo>
                  <a:pt x="143231" y="1116953"/>
                </a:lnTo>
                <a:lnTo>
                  <a:pt x="143070" y="1116504"/>
                </a:lnTo>
                <a:lnTo>
                  <a:pt x="142880" y="1116050"/>
                </a:lnTo>
                <a:lnTo>
                  <a:pt x="142664" y="1115593"/>
                </a:lnTo>
                <a:lnTo>
                  <a:pt x="142424" y="1115135"/>
                </a:lnTo>
                <a:lnTo>
                  <a:pt x="142162" y="1114677"/>
                </a:lnTo>
                <a:lnTo>
                  <a:pt x="141880" y="1114222"/>
                </a:lnTo>
                <a:lnTo>
                  <a:pt x="141580" y="1113772"/>
                </a:lnTo>
                <a:lnTo>
                  <a:pt x="141263" y="1113329"/>
                </a:lnTo>
                <a:lnTo>
                  <a:pt x="140933" y="1112895"/>
                </a:lnTo>
                <a:lnTo>
                  <a:pt x="140590" y="1112471"/>
                </a:lnTo>
                <a:lnTo>
                  <a:pt x="140238" y="1112060"/>
                </a:lnTo>
                <a:lnTo>
                  <a:pt x="139877" y="1111664"/>
                </a:lnTo>
                <a:lnTo>
                  <a:pt x="139509" y="1111284"/>
                </a:lnTo>
                <a:lnTo>
                  <a:pt x="139138" y="1110923"/>
                </a:lnTo>
                <a:lnTo>
                  <a:pt x="138765" y="1110583"/>
                </a:lnTo>
                <a:lnTo>
                  <a:pt x="138391" y="1110266"/>
                </a:lnTo>
                <a:lnTo>
                  <a:pt x="138019" y="1109973"/>
                </a:lnTo>
                <a:lnTo>
                  <a:pt x="137651" y="1109707"/>
                </a:lnTo>
                <a:lnTo>
                  <a:pt x="136961" y="1109254"/>
                </a:lnTo>
                <a:lnTo>
                  <a:pt x="136264" y="1108812"/>
                </a:lnTo>
                <a:lnTo>
                  <a:pt x="135560" y="1108381"/>
                </a:lnTo>
                <a:lnTo>
                  <a:pt x="134850" y="1107960"/>
                </a:lnTo>
                <a:lnTo>
                  <a:pt x="134133" y="1107548"/>
                </a:lnTo>
                <a:lnTo>
                  <a:pt x="133410" y="1107146"/>
                </a:lnTo>
                <a:lnTo>
                  <a:pt x="132681" y="1106752"/>
                </a:lnTo>
                <a:lnTo>
                  <a:pt x="131947" y="1106366"/>
                </a:lnTo>
                <a:lnTo>
                  <a:pt x="131208" y="1105987"/>
                </a:lnTo>
                <a:lnTo>
                  <a:pt x="130464" y="1105616"/>
                </a:lnTo>
                <a:lnTo>
                  <a:pt x="129716" y="1105252"/>
                </a:lnTo>
                <a:lnTo>
                  <a:pt x="128964" y="1104894"/>
                </a:lnTo>
                <a:lnTo>
                  <a:pt x="128207" y="1104541"/>
                </a:lnTo>
                <a:lnTo>
                  <a:pt x="127448" y="1104194"/>
                </a:lnTo>
                <a:lnTo>
                  <a:pt x="126685" y="1103852"/>
                </a:lnTo>
                <a:lnTo>
                  <a:pt x="125919" y="1103513"/>
                </a:lnTo>
                <a:lnTo>
                  <a:pt x="125151" y="1103179"/>
                </a:lnTo>
                <a:lnTo>
                  <a:pt x="124380" y="1102848"/>
                </a:lnTo>
                <a:lnTo>
                  <a:pt x="123608" y="1102520"/>
                </a:lnTo>
                <a:lnTo>
                  <a:pt x="122834" y="1102194"/>
                </a:lnTo>
                <a:lnTo>
                  <a:pt x="122058" y="1101870"/>
                </a:lnTo>
                <a:lnTo>
                  <a:pt x="121282" y="1101548"/>
                </a:lnTo>
                <a:lnTo>
                  <a:pt x="120505" y="1101227"/>
                </a:lnTo>
                <a:lnTo>
                  <a:pt x="119728" y="1100906"/>
                </a:lnTo>
                <a:lnTo>
                  <a:pt x="118049" y="1100117"/>
                </a:lnTo>
                <a:lnTo>
                  <a:pt x="116486" y="1099267"/>
                </a:lnTo>
                <a:lnTo>
                  <a:pt x="115040" y="1098356"/>
                </a:lnTo>
                <a:lnTo>
                  <a:pt x="113712" y="1097390"/>
                </a:lnTo>
                <a:lnTo>
                  <a:pt x="112502" y="1096368"/>
                </a:lnTo>
                <a:lnTo>
                  <a:pt x="111410" y="1095296"/>
                </a:lnTo>
                <a:lnTo>
                  <a:pt x="110436" y="1094175"/>
                </a:lnTo>
                <a:lnTo>
                  <a:pt x="109581" y="1093007"/>
                </a:lnTo>
                <a:lnTo>
                  <a:pt x="108846" y="1091797"/>
                </a:lnTo>
                <a:lnTo>
                  <a:pt x="108230" y="1090546"/>
                </a:lnTo>
                <a:lnTo>
                  <a:pt x="107735" y="1089257"/>
                </a:lnTo>
                <a:lnTo>
                  <a:pt x="107360" y="1087933"/>
                </a:lnTo>
                <a:lnTo>
                  <a:pt x="107107" y="1086576"/>
                </a:lnTo>
                <a:lnTo>
                  <a:pt x="106974" y="1085190"/>
                </a:lnTo>
                <a:lnTo>
                  <a:pt x="106964" y="1083776"/>
                </a:lnTo>
                <a:lnTo>
                  <a:pt x="107075" y="1082339"/>
                </a:lnTo>
                <a:lnTo>
                  <a:pt x="107309" y="1080879"/>
                </a:lnTo>
                <a:lnTo>
                  <a:pt x="107666" y="1079401"/>
                </a:lnTo>
                <a:lnTo>
                  <a:pt x="108146" y="1077906"/>
                </a:lnTo>
                <a:lnTo>
                  <a:pt x="108751" y="1076398"/>
                </a:lnTo>
                <a:lnTo>
                  <a:pt x="109479" y="1074879"/>
                </a:lnTo>
                <a:lnTo>
                  <a:pt x="110332" y="1073352"/>
                </a:lnTo>
                <a:lnTo>
                  <a:pt x="111309" y="1071819"/>
                </a:lnTo>
                <a:lnTo>
                  <a:pt x="112413" y="1070284"/>
                </a:lnTo>
                <a:lnTo>
                  <a:pt x="113086" y="1069389"/>
                </a:lnTo>
                <a:lnTo>
                  <a:pt x="113731" y="1068492"/>
                </a:lnTo>
                <a:lnTo>
                  <a:pt x="114347" y="1067590"/>
                </a:lnTo>
                <a:lnTo>
                  <a:pt x="114931" y="1066685"/>
                </a:lnTo>
                <a:lnTo>
                  <a:pt x="115481" y="1065774"/>
                </a:lnTo>
                <a:lnTo>
                  <a:pt x="115993" y="1064858"/>
                </a:lnTo>
                <a:lnTo>
                  <a:pt x="116466" y="1063935"/>
                </a:lnTo>
                <a:lnTo>
                  <a:pt x="116897" y="1063004"/>
                </a:lnTo>
                <a:lnTo>
                  <a:pt x="117283" y="1062065"/>
                </a:lnTo>
                <a:lnTo>
                  <a:pt x="117622" y="1061117"/>
                </a:lnTo>
                <a:lnTo>
                  <a:pt x="117912" y="1060159"/>
                </a:lnTo>
                <a:lnTo>
                  <a:pt x="118151" y="1059191"/>
                </a:lnTo>
                <a:lnTo>
                  <a:pt x="118334" y="1058211"/>
                </a:lnTo>
                <a:lnTo>
                  <a:pt x="118462" y="1057219"/>
                </a:lnTo>
                <a:lnTo>
                  <a:pt x="118530" y="1056213"/>
                </a:lnTo>
                <a:lnTo>
                  <a:pt x="118536" y="1055194"/>
                </a:lnTo>
                <a:lnTo>
                  <a:pt x="118478" y="1054160"/>
                </a:lnTo>
                <a:lnTo>
                  <a:pt x="118353" y="1053111"/>
                </a:lnTo>
                <a:lnTo>
                  <a:pt x="118160" y="1052046"/>
                </a:lnTo>
                <a:lnTo>
                  <a:pt x="117895" y="1050963"/>
                </a:lnTo>
                <a:lnTo>
                  <a:pt x="117556" y="1049863"/>
                </a:lnTo>
                <a:lnTo>
                  <a:pt x="117140" y="1048744"/>
                </a:lnTo>
                <a:lnTo>
                  <a:pt x="116646" y="1047606"/>
                </a:lnTo>
                <a:lnTo>
                  <a:pt x="116070" y="1046447"/>
                </a:lnTo>
                <a:lnTo>
                  <a:pt x="115875" y="1046065"/>
                </a:lnTo>
                <a:lnTo>
                  <a:pt x="115700" y="1045652"/>
                </a:lnTo>
                <a:lnTo>
                  <a:pt x="115547" y="1045213"/>
                </a:lnTo>
                <a:lnTo>
                  <a:pt x="115413" y="1044750"/>
                </a:lnTo>
                <a:lnTo>
                  <a:pt x="115300" y="1044266"/>
                </a:lnTo>
                <a:lnTo>
                  <a:pt x="115207" y="1043763"/>
                </a:lnTo>
                <a:lnTo>
                  <a:pt x="115134" y="1043244"/>
                </a:lnTo>
                <a:lnTo>
                  <a:pt x="115081" y="1042712"/>
                </a:lnTo>
                <a:lnTo>
                  <a:pt x="115048" y="1042170"/>
                </a:lnTo>
                <a:lnTo>
                  <a:pt x="115034" y="1041621"/>
                </a:lnTo>
                <a:lnTo>
                  <a:pt x="115040" y="1041067"/>
                </a:lnTo>
                <a:lnTo>
                  <a:pt x="115064" y="1040511"/>
                </a:lnTo>
                <a:lnTo>
                  <a:pt x="115108" y="1039956"/>
                </a:lnTo>
                <a:lnTo>
                  <a:pt x="115171" y="1039405"/>
                </a:lnTo>
                <a:lnTo>
                  <a:pt x="115252" y="1038860"/>
                </a:lnTo>
                <a:lnTo>
                  <a:pt x="115352" y="1038325"/>
                </a:lnTo>
                <a:lnTo>
                  <a:pt x="115471" y="1037802"/>
                </a:lnTo>
                <a:lnTo>
                  <a:pt x="115607" y="1037293"/>
                </a:lnTo>
                <a:lnTo>
                  <a:pt x="115762" y="1036803"/>
                </a:lnTo>
                <a:lnTo>
                  <a:pt x="115935" y="1036332"/>
                </a:lnTo>
                <a:lnTo>
                  <a:pt x="116125" y="1035886"/>
                </a:lnTo>
                <a:lnTo>
                  <a:pt x="116333" y="1035465"/>
                </a:lnTo>
                <a:lnTo>
                  <a:pt x="116559" y="1035072"/>
                </a:lnTo>
                <a:lnTo>
                  <a:pt x="116802" y="1034712"/>
                </a:lnTo>
                <a:lnTo>
                  <a:pt x="117424" y="1033849"/>
                </a:lnTo>
                <a:lnTo>
                  <a:pt x="118014" y="1032958"/>
                </a:lnTo>
                <a:lnTo>
                  <a:pt x="118580" y="1032046"/>
                </a:lnTo>
                <a:lnTo>
                  <a:pt x="119126" y="1031118"/>
                </a:lnTo>
                <a:lnTo>
                  <a:pt x="119660" y="1030179"/>
                </a:lnTo>
                <a:lnTo>
                  <a:pt x="120188" y="1029234"/>
                </a:lnTo>
                <a:lnTo>
                  <a:pt x="120717" y="1028289"/>
                </a:lnTo>
                <a:lnTo>
                  <a:pt x="121252" y="1027350"/>
                </a:lnTo>
                <a:lnTo>
                  <a:pt x="121801" y="1026422"/>
                </a:lnTo>
                <a:lnTo>
                  <a:pt x="122369" y="1025510"/>
                </a:lnTo>
                <a:lnTo>
                  <a:pt x="122964" y="1024619"/>
                </a:lnTo>
                <a:lnTo>
                  <a:pt x="123591" y="1023756"/>
                </a:lnTo>
                <a:lnTo>
                  <a:pt x="124258" y="1022925"/>
                </a:lnTo>
                <a:lnTo>
                  <a:pt x="124970" y="1022132"/>
                </a:lnTo>
                <a:lnTo>
                  <a:pt x="125733" y="1021382"/>
                </a:lnTo>
                <a:lnTo>
                  <a:pt x="126556" y="1020681"/>
                </a:lnTo>
                <a:lnTo>
                  <a:pt x="127442" y="1020034"/>
                </a:lnTo>
                <a:lnTo>
                  <a:pt x="128401" y="1019447"/>
                </a:lnTo>
                <a:lnTo>
                  <a:pt x="129436" y="1018925"/>
                </a:lnTo>
                <a:lnTo>
                  <a:pt x="130556" y="1018473"/>
                </a:lnTo>
                <a:lnTo>
                  <a:pt x="131766" y="1018096"/>
                </a:lnTo>
                <a:lnTo>
                  <a:pt x="133074" y="1017801"/>
                </a:lnTo>
                <a:lnTo>
                  <a:pt x="134484" y="1017592"/>
                </a:lnTo>
                <a:lnTo>
                  <a:pt x="136005" y="1017476"/>
                </a:lnTo>
                <a:lnTo>
                  <a:pt x="136670" y="1017407"/>
                </a:lnTo>
                <a:lnTo>
                  <a:pt x="137340" y="1017250"/>
                </a:lnTo>
                <a:lnTo>
                  <a:pt x="138014" y="1017009"/>
                </a:lnTo>
                <a:lnTo>
                  <a:pt x="138690" y="1016691"/>
                </a:lnTo>
                <a:lnTo>
                  <a:pt x="139368" y="1016299"/>
                </a:lnTo>
                <a:lnTo>
                  <a:pt x="140045" y="1015840"/>
                </a:lnTo>
                <a:lnTo>
                  <a:pt x="140722" y="1015318"/>
                </a:lnTo>
                <a:lnTo>
                  <a:pt x="141396" y="1014739"/>
                </a:lnTo>
                <a:lnTo>
                  <a:pt x="142068" y="1014108"/>
                </a:lnTo>
                <a:lnTo>
                  <a:pt x="142735" y="1013429"/>
                </a:lnTo>
                <a:lnTo>
                  <a:pt x="143396" y="1012709"/>
                </a:lnTo>
                <a:lnTo>
                  <a:pt x="144052" y="1011952"/>
                </a:lnTo>
                <a:lnTo>
                  <a:pt x="144699" y="1011164"/>
                </a:lnTo>
                <a:lnTo>
                  <a:pt x="145338" y="1010349"/>
                </a:lnTo>
                <a:lnTo>
                  <a:pt x="145967" y="1009513"/>
                </a:lnTo>
                <a:lnTo>
                  <a:pt x="146585" y="1008661"/>
                </a:lnTo>
                <a:lnTo>
                  <a:pt x="147191" y="1007798"/>
                </a:lnTo>
                <a:lnTo>
                  <a:pt x="147783" y="1006930"/>
                </a:lnTo>
                <a:lnTo>
                  <a:pt x="148362" y="1006061"/>
                </a:lnTo>
                <a:lnTo>
                  <a:pt x="148925" y="1005197"/>
                </a:lnTo>
                <a:lnTo>
                  <a:pt x="149472" y="1004342"/>
                </a:lnTo>
                <a:lnTo>
                  <a:pt x="150001" y="1003503"/>
                </a:lnTo>
                <a:lnTo>
                  <a:pt x="150511" y="1002684"/>
                </a:lnTo>
                <a:lnTo>
                  <a:pt x="151001" y="1001890"/>
                </a:lnTo>
                <a:lnTo>
                  <a:pt x="151467" y="1001124"/>
                </a:lnTo>
                <a:lnTo>
                  <a:pt x="151907" y="1000341"/>
                </a:lnTo>
                <a:lnTo>
                  <a:pt x="152323" y="999542"/>
                </a:lnTo>
                <a:lnTo>
                  <a:pt x="152716" y="998728"/>
                </a:lnTo>
                <a:lnTo>
                  <a:pt x="153091" y="997901"/>
                </a:lnTo>
                <a:lnTo>
                  <a:pt x="153447" y="997063"/>
                </a:lnTo>
                <a:lnTo>
                  <a:pt x="153789" y="996214"/>
                </a:lnTo>
                <a:lnTo>
                  <a:pt x="154117" y="995357"/>
                </a:lnTo>
                <a:lnTo>
                  <a:pt x="154434" y="994493"/>
                </a:lnTo>
                <a:lnTo>
                  <a:pt x="154743" y="993623"/>
                </a:lnTo>
                <a:lnTo>
                  <a:pt x="155046" y="992750"/>
                </a:lnTo>
                <a:lnTo>
                  <a:pt x="155345" y="991874"/>
                </a:lnTo>
                <a:lnTo>
                  <a:pt x="155641" y="990997"/>
                </a:lnTo>
                <a:lnTo>
                  <a:pt x="155938" y="990121"/>
                </a:lnTo>
                <a:lnTo>
                  <a:pt x="156238" y="989246"/>
                </a:lnTo>
                <a:lnTo>
                  <a:pt x="156542" y="988376"/>
                </a:lnTo>
                <a:lnTo>
                  <a:pt x="156853" y="987510"/>
                </a:lnTo>
                <a:lnTo>
                  <a:pt x="157173" y="986651"/>
                </a:lnTo>
                <a:lnTo>
                  <a:pt x="157505" y="985800"/>
                </a:lnTo>
                <a:lnTo>
                  <a:pt x="157851" y="984959"/>
                </a:lnTo>
                <a:lnTo>
                  <a:pt x="158212" y="984129"/>
                </a:lnTo>
                <a:lnTo>
                  <a:pt x="158592" y="983311"/>
                </a:lnTo>
                <a:lnTo>
                  <a:pt x="158991" y="982508"/>
                </a:lnTo>
                <a:lnTo>
                  <a:pt x="159414" y="981720"/>
                </a:lnTo>
                <a:lnTo>
                  <a:pt x="160030" y="980593"/>
                </a:lnTo>
                <a:lnTo>
                  <a:pt x="160646" y="979457"/>
                </a:lnTo>
                <a:lnTo>
                  <a:pt x="161262" y="978316"/>
                </a:lnTo>
                <a:lnTo>
                  <a:pt x="161880" y="977171"/>
                </a:lnTo>
                <a:lnTo>
                  <a:pt x="162501" y="976024"/>
                </a:lnTo>
                <a:lnTo>
                  <a:pt x="163126" y="974876"/>
                </a:lnTo>
                <a:lnTo>
                  <a:pt x="163756" y="973729"/>
                </a:lnTo>
                <a:lnTo>
                  <a:pt x="164392" y="972586"/>
                </a:lnTo>
                <a:lnTo>
                  <a:pt x="165036" y="971448"/>
                </a:lnTo>
                <a:lnTo>
                  <a:pt x="165689" y="970317"/>
                </a:lnTo>
                <a:lnTo>
                  <a:pt x="166352" y="969195"/>
                </a:lnTo>
                <a:lnTo>
                  <a:pt x="167026" y="968083"/>
                </a:lnTo>
                <a:lnTo>
                  <a:pt x="167713" y="966983"/>
                </a:lnTo>
                <a:lnTo>
                  <a:pt x="168413" y="965898"/>
                </a:lnTo>
                <a:lnTo>
                  <a:pt x="169128" y="964829"/>
                </a:lnTo>
                <a:lnTo>
                  <a:pt x="169859" y="963778"/>
                </a:lnTo>
                <a:lnTo>
                  <a:pt x="170606" y="962747"/>
                </a:lnTo>
                <a:lnTo>
                  <a:pt x="171373" y="961737"/>
                </a:lnTo>
                <a:lnTo>
                  <a:pt x="172158" y="960750"/>
                </a:lnTo>
                <a:lnTo>
                  <a:pt x="172965" y="959789"/>
                </a:lnTo>
                <a:lnTo>
                  <a:pt x="173793" y="958855"/>
                </a:lnTo>
                <a:lnTo>
                  <a:pt x="174645" y="957950"/>
                </a:lnTo>
                <a:lnTo>
                  <a:pt x="175521" y="957075"/>
                </a:lnTo>
                <a:lnTo>
                  <a:pt x="176422" y="956233"/>
                </a:lnTo>
                <a:lnTo>
                  <a:pt x="179627" y="953351"/>
                </a:lnTo>
                <a:lnTo>
                  <a:pt x="182841" y="950479"/>
                </a:lnTo>
                <a:lnTo>
                  <a:pt x="186064" y="947619"/>
                </a:lnTo>
                <a:lnTo>
                  <a:pt x="189295" y="944768"/>
                </a:lnTo>
                <a:lnTo>
                  <a:pt x="192534" y="941927"/>
                </a:lnTo>
                <a:lnTo>
                  <a:pt x="195779" y="939094"/>
                </a:lnTo>
                <a:lnTo>
                  <a:pt x="199031" y="936271"/>
                </a:lnTo>
                <a:lnTo>
                  <a:pt x="202290" y="933455"/>
                </a:lnTo>
                <a:lnTo>
                  <a:pt x="205554" y="930648"/>
                </a:lnTo>
                <a:lnTo>
                  <a:pt x="208824" y="927847"/>
                </a:lnTo>
                <a:lnTo>
                  <a:pt x="212098" y="925053"/>
                </a:lnTo>
                <a:lnTo>
                  <a:pt x="215376" y="922265"/>
                </a:lnTo>
                <a:lnTo>
                  <a:pt x="218659" y="919483"/>
                </a:lnTo>
                <a:lnTo>
                  <a:pt x="221944" y="916706"/>
                </a:lnTo>
                <a:lnTo>
                  <a:pt x="225233" y="913934"/>
                </a:lnTo>
                <a:lnTo>
                  <a:pt x="228524" y="911167"/>
                </a:lnTo>
                <a:lnTo>
                  <a:pt x="231816" y="908403"/>
                </a:lnTo>
                <a:lnTo>
                  <a:pt x="235111" y="905642"/>
                </a:lnTo>
                <a:lnTo>
                  <a:pt x="238406" y="902885"/>
                </a:lnTo>
                <a:lnTo>
                  <a:pt x="241702" y="900129"/>
                </a:lnTo>
                <a:lnTo>
                  <a:pt x="244997" y="897376"/>
                </a:lnTo>
                <a:lnTo>
                  <a:pt x="248292" y="894624"/>
                </a:lnTo>
                <a:lnTo>
                  <a:pt x="251587" y="891873"/>
                </a:lnTo>
                <a:lnTo>
                  <a:pt x="254879" y="889122"/>
                </a:lnTo>
                <a:lnTo>
                  <a:pt x="255434" y="888691"/>
                </a:lnTo>
                <a:lnTo>
                  <a:pt x="255999" y="888267"/>
                </a:lnTo>
                <a:lnTo>
                  <a:pt x="256574" y="887851"/>
                </a:lnTo>
                <a:lnTo>
                  <a:pt x="257159" y="887444"/>
                </a:lnTo>
                <a:lnTo>
                  <a:pt x="257754" y="887046"/>
                </a:lnTo>
                <a:lnTo>
                  <a:pt x="258357" y="886656"/>
                </a:lnTo>
                <a:lnTo>
                  <a:pt x="258968" y="886275"/>
                </a:lnTo>
                <a:lnTo>
                  <a:pt x="259587" y="885903"/>
                </a:lnTo>
                <a:lnTo>
                  <a:pt x="260213" y="885542"/>
                </a:lnTo>
                <a:lnTo>
                  <a:pt x="260845" y="885189"/>
                </a:lnTo>
                <a:lnTo>
                  <a:pt x="261483" y="884847"/>
                </a:lnTo>
                <a:lnTo>
                  <a:pt x="262126" y="884516"/>
                </a:lnTo>
                <a:lnTo>
                  <a:pt x="262774" y="884194"/>
                </a:lnTo>
                <a:lnTo>
                  <a:pt x="263427" y="883884"/>
                </a:lnTo>
                <a:lnTo>
                  <a:pt x="264082" y="883584"/>
                </a:lnTo>
                <a:lnTo>
                  <a:pt x="264742" y="883296"/>
                </a:lnTo>
                <a:lnTo>
                  <a:pt x="265403" y="883019"/>
                </a:lnTo>
                <a:lnTo>
                  <a:pt x="266067" y="882754"/>
                </a:lnTo>
                <a:lnTo>
                  <a:pt x="266732" y="882500"/>
                </a:lnTo>
                <a:lnTo>
                  <a:pt x="267398" y="882259"/>
                </a:lnTo>
                <a:lnTo>
                  <a:pt x="268064" y="882030"/>
                </a:lnTo>
                <a:lnTo>
                  <a:pt x="268730" y="881814"/>
                </a:lnTo>
                <a:lnTo>
                  <a:pt x="269395" y="881611"/>
                </a:lnTo>
                <a:lnTo>
                  <a:pt x="270059" y="881421"/>
                </a:lnTo>
                <a:lnTo>
                  <a:pt x="271746" y="880937"/>
                </a:lnTo>
                <a:lnTo>
                  <a:pt x="273425" y="880443"/>
                </a:lnTo>
                <a:lnTo>
                  <a:pt x="275092" y="879937"/>
                </a:lnTo>
                <a:lnTo>
                  <a:pt x="276747" y="879416"/>
                </a:lnTo>
                <a:lnTo>
                  <a:pt x="278387" y="878877"/>
                </a:lnTo>
                <a:lnTo>
                  <a:pt x="280012" y="878316"/>
                </a:lnTo>
                <a:lnTo>
                  <a:pt x="281619" y="877730"/>
                </a:lnTo>
                <a:lnTo>
                  <a:pt x="283206" y="877116"/>
                </a:lnTo>
                <a:lnTo>
                  <a:pt x="284773" y="876471"/>
                </a:lnTo>
                <a:lnTo>
                  <a:pt x="286317" y="875791"/>
                </a:lnTo>
                <a:lnTo>
                  <a:pt x="287836" y="875074"/>
                </a:lnTo>
                <a:lnTo>
                  <a:pt x="289330" y="874316"/>
                </a:lnTo>
                <a:lnTo>
                  <a:pt x="290796" y="873514"/>
                </a:lnTo>
                <a:lnTo>
                  <a:pt x="292233" y="872665"/>
                </a:lnTo>
                <a:lnTo>
                  <a:pt x="293639" y="871766"/>
                </a:lnTo>
                <a:lnTo>
                  <a:pt x="295012" y="870813"/>
                </a:lnTo>
                <a:lnTo>
                  <a:pt x="296351" y="869804"/>
                </a:lnTo>
                <a:lnTo>
                  <a:pt x="297654" y="868735"/>
                </a:lnTo>
                <a:lnTo>
                  <a:pt x="298920" y="867603"/>
                </a:lnTo>
                <a:lnTo>
                  <a:pt x="300146" y="866404"/>
                </a:lnTo>
                <a:lnTo>
                  <a:pt x="301331" y="865136"/>
                </a:lnTo>
                <a:lnTo>
                  <a:pt x="302473" y="863796"/>
                </a:lnTo>
                <a:lnTo>
                  <a:pt x="303572" y="862380"/>
                </a:lnTo>
                <a:lnTo>
                  <a:pt x="304624" y="860885"/>
                </a:lnTo>
                <a:lnTo>
                  <a:pt x="305605" y="859416"/>
                </a:lnTo>
                <a:lnTo>
                  <a:pt x="306583" y="857943"/>
                </a:lnTo>
                <a:lnTo>
                  <a:pt x="307558" y="856466"/>
                </a:lnTo>
                <a:lnTo>
                  <a:pt x="308531" y="854985"/>
                </a:lnTo>
                <a:lnTo>
                  <a:pt x="309503" y="853499"/>
                </a:lnTo>
                <a:lnTo>
                  <a:pt x="310473" y="852009"/>
                </a:lnTo>
                <a:lnTo>
                  <a:pt x="311443" y="850514"/>
                </a:lnTo>
                <a:lnTo>
                  <a:pt x="312413" y="849014"/>
                </a:lnTo>
                <a:lnTo>
                  <a:pt x="313384" y="847509"/>
                </a:lnTo>
                <a:lnTo>
                  <a:pt x="314356" y="845998"/>
                </a:lnTo>
                <a:lnTo>
                  <a:pt x="315330" y="844482"/>
                </a:lnTo>
                <a:lnTo>
                  <a:pt x="316306" y="842961"/>
                </a:lnTo>
                <a:lnTo>
                  <a:pt x="317284" y="841434"/>
                </a:lnTo>
                <a:lnTo>
                  <a:pt x="318267" y="839901"/>
                </a:lnTo>
                <a:lnTo>
                  <a:pt x="319253" y="838362"/>
                </a:lnTo>
                <a:lnTo>
                  <a:pt x="320244" y="836817"/>
                </a:lnTo>
                <a:lnTo>
                  <a:pt x="321239" y="835265"/>
                </a:lnTo>
                <a:lnTo>
                  <a:pt x="322241" y="833707"/>
                </a:lnTo>
                <a:lnTo>
                  <a:pt x="323248" y="832142"/>
                </a:lnTo>
                <a:lnTo>
                  <a:pt x="324263" y="830571"/>
                </a:lnTo>
                <a:lnTo>
                  <a:pt x="325284" y="828992"/>
                </a:lnTo>
                <a:lnTo>
                  <a:pt x="326314" y="827406"/>
                </a:lnTo>
                <a:lnTo>
                  <a:pt x="327352" y="825813"/>
                </a:lnTo>
                <a:lnTo>
                  <a:pt x="328399" y="824212"/>
                </a:lnTo>
                <a:lnTo>
                  <a:pt x="328605" y="826117"/>
                </a:lnTo>
                <a:lnTo>
                  <a:pt x="328814" y="828025"/>
                </a:lnTo>
                <a:lnTo>
                  <a:pt x="329024" y="829936"/>
                </a:lnTo>
                <a:lnTo>
                  <a:pt x="329234" y="831852"/>
                </a:lnTo>
                <a:lnTo>
                  <a:pt x="329446" y="833770"/>
                </a:lnTo>
                <a:lnTo>
                  <a:pt x="329659" y="835693"/>
                </a:lnTo>
                <a:lnTo>
                  <a:pt x="329872" y="837618"/>
                </a:lnTo>
                <a:lnTo>
                  <a:pt x="330085" y="839547"/>
                </a:lnTo>
                <a:lnTo>
                  <a:pt x="330299" y="841479"/>
                </a:lnTo>
                <a:lnTo>
                  <a:pt x="330512" y="843414"/>
                </a:lnTo>
                <a:lnTo>
                  <a:pt x="330724" y="845352"/>
                </a:lnTo>
                <a:lnTo>
                  <a:pt x="330936" y="847293"/>
                </a:lnTo>
                <a:lnTo>
                  <a:pt x="331147" y="849237"/>
                </a:lnTo>
                <a:lnTo>
                  <a:pt x="331357" y="851184"/>
                </a:lnTo>
                <a:lnTo>
                  <a:pt x="331565" y="853133"/>
                </a:lnTo>
                <a:lnTo>
                  <a:pt x="331772" y="855085"/>
                </a:lnTo>
                <a:lnTo>
                  <a:pt x="331977" y="857040"/>
                </a:lnTo>
                <a:lnTo>
                  <a:pt x="332179" y="858997"/>
                </a:lnTo>
                <a:lnTo>
                  <a:pt x="332380" y="860956"/>
                </a:lnTo>
                <a:lnTo>
                  <a:pt x="332577" y="862918"/>
                </a:lnTo>
                <a:lnTo>
                  <a:pt x="332772" y="864882"/>
                </a:lnTo>
                <a:lnTo>
                  <a:pt x="332964" y="866848"/>
                </a:lnTo>
                <a:lnTo>
                  <a:pt x="333152" y="868816"/>
                </a:lnTo>
                <a:lnTo>
                  <a:pt x="333337" y="870786"/>
                </a:lnTo>
                <a:lnTo>
                  <a:pt x="333443" y="872072"/>
                </a:lnTo>
                <a:lnTo>
                  <a:pt x="333533" y="873360"/>
                </a:lnTo>
                <a:lnTo>
                  <a:pt x="333611" y="874652"/>
                </a:lnTo>
                <a:lnTo>
                  <a:pt x="333676" y="875947"/>
                </a:lnTo>
                <a:lnTo>
                  <a:pt x="333732" y="877243"/>
                </a:lnTo>
                <a:lnTo>
                  <a:pt x="333780" y="878542"/>
                </a:lnTo>
                <a:lnTo>
                  <a:pt x="333821" y="879842"/>
                </a:lnTo>
                <a:lnTo>
                  <a:pt x="333858" y="881143"/>
                </a:lnTo>
                <a:lnTo>
                  <a:pt x="333893" y="882444"/>
                </a:lnTo>
                <a:lnTo>
                  <a:pt x="333927" y="883746"/>
                </a:lnTo>
                <a:lnTo>
                  <a:pt x="333962" y="885048"/>
                </a:lnTo>
                <a:lnTo>
                  <a:pt x="334000" y="886349"/>
                </a:lnTo>
                <a:lnTo>
                  <a:pt x="334042" y="887649"/>
                </a:lnTo>
                <a:lnTo>
                  <a:pt x="334092" y="888948"/>
                </a:lnTo>
                <a:lnTo>
                  <a:pt x="334149" y="890245"/>
                </a:lnTo>
                <a:lnTo>
                  <a:pt x="334217" y="891540"/>
                </a:lnTo>
                <a:lnTo>
                  <a:pt x="334297" y="892833"/>
                </a:lnTo>
                <a:lnTo>
                  <a:pt x="334391" y="894122"/>
                </a:lnTo>
                <a:lnTo>
                  <a:pt x="334501" y="895408"/>
                </a:lnTo>
                <a:lnTo>
                  <a:pt x="334628" y="896690"/>
                </a:lnTo>
                <a:lnTo>
                  <a:pt x="334774" y="897969"/>
                </a:lnTo>
                <a:lnTo>
                  <a:pt x="334942" y="899242"/>
                </a:lnTo>
                <a:lnTo>
                  <a:pt x="335133" y="900511"/>
                </a:lnTo>
                <a:lnTo>
                  <a:pt x="335348" y="901774"/>
                </a:lnTo>
                <a:lnTo>
                  <a:pt x="336170" y="906497"/>
                </a:lnTo>
                <a:lnTo>
                  <a:pt x="336988" y="911221"/>
                </a:lnTo>
                <a:lnTo>
                  <a:pt x="337806" y="915946"/>
                </a:lnTo>
                <a:lnTo>
                  <a:pt x="338623" y="920673"/>
                </a:lnTo>
                <a:lnTo>
                  <a:pt x="339440" y="925400"/>
                </a:lnTo>
                <a:lnTo>
                  <a:pt x="340261" y="930127"/>
                </a:lnTo>
                <a:lnTo>
                  <a:pt x="341084" y="934854"/>
                </a:lnTo>
                <a:lnTo>
                  <a:pt x="341912" y="939581"/>
                </a:lnTo>
                <a:lnTo>
                  <a:pt x="342746" y="944307"/>
                </a:lnTo>
                <a:lnTo>
                  <a:pt x="343586" y="949033"/>
                </a:lnTo>
                <a:lnTo>
                  <a:pt x="344435" y="953757"/>
                </a:lnTo>
                <a:lnTo>
                  <a:pt x="345293" y="958479"/>
                </a:lnTo>
                <a:lnTo>
                  <a:pt x="346161" y="963200"/>
                </a:lnTo>
                <a:lnTo>
                  <a:pt x="347041" y="967918"/>
                </a:lnTo>
                <a:lnTo>
                  <a:pt x="347934" y="972634"/>
                </a:lnTo>
                <a:lnTo>
                  <a:pt x="348841" y="977347"/>
                </a:lnTo>
                <a:lnTo>
                  <a:pt x="349763" y="982057"/>
                </a:lnTo>
                <a:lnTo>
                  <a:pt x="350702" y="986763"/>
                </a:lnTo>
                <a:lnTo>
                  <a:pt x="351658" y="991465"/>
                </a:lnTo>
                <a:lnTo>
                  <a:pt x="352634" y="996163"/>
                </a:lnTo>
                <a:lnTo>
                  <a:pt x="353629" y="1000857"/>
                </a:lnTo>
                <a:lnTo>
                  <a:pt x="354645" y="1005546"/>
                </a:lnTo>
                <a:lnTo>
                  <a:pt x="355684" y="1010230"/>
                </a:lnTo>
                <a:lnTo>
                  <a:pt x="356746" y="1014909"/>
                </a:lnTo>
                <a:lnTo>
                  <a:pt x="357428" y="1017770"/>
                </a:lnTo>
                <a:lnTo>
                  <a:pt x="358145" y="1020624"/>
                </a:lnTo>
                <a:lnTo>
                  <a:pt x="358897" y="1023471"/>
                </a:lnTo>
                <a:lnTo>
                  <a:pt x="359681" y="1026312"/>
                </a:lnTo>
                <a:lnTo>
                  <a:pt x="360496" y="1029147"/>
                </a:lnTo>
                <a:lnTo>
                  <a:pt x="361338" y="1031976"/>
                </a:lnTo>
                <a:lnTo>
                  <a:pt x="362207" y="1034800"/>
                </a:lnTo>
                <a:lnTo>
                  <a:pt x="363099" y="1037619"/>
                </a:lnTo>
                <a:lnTo>
                  <a:pt x="364014" y="1040433"/>
                </a:lnTo>
                <a:lnTo>
                  <a:pt x="364950" y="1043243"/>
                </a:lnTo>
                <a:lnTo>
                  <a:pt x="365903" y="1046050"/>
                </a:lnTo>
                <a:lnTo>
                  <a:pt x="366873" y="1048854"/>
                </a:lnTo>
                <a:lnTo>
                  <a:pt x="367857" y="1051654"/>
                </a:lnTo>
                <a:lnTo>
                  <a:pt x="368854" y="1054453"/>
                </a:lnTo>
                <a:lnTo>
                  <a:pt x="369860" y="1057249"/>
                </a:lnTo>
                <a:lnTo>
                  <a:pt x="370875" y="1060043"/>
                </a:lnTo>
                <a:lnTo>
                  <a:pt x="371897" y="1062836"/>
                </a:lnTo>
                <a:lnTo>
                  <a:pt x="372923" y="1065629"/>
                </a:lnTo>
                <a:lnTo>
                  <a:pt x="373951" y="1068420"/>
                </a:lnTo>
                <a:lnTo>
                  <a:pt x="374979" y="1071212"/>
                </a:lnTo>
                <a:lnTo>
                  <a:pt x="376006" y="1074004"/>
                </a:lnTo>
                <a:lnTo>
                  <a:pt x="377030" y="1076797"/>
                </a:lnTo>
                <a:lnTo>
                  <a:pt x="378047" y="1079591"/>
                </a:lnTo>
                <a:lnTo>
                  <a:pt x="379058" y="1082386"/>
                </a:lnTo>
                <a:lnTo>
                  <a:pt x="379312" y="1083045"/>
                </a:lnTo>
                <a:lnTo>
                  <a:pt x="379615" y="1083694"/>
                </a:lnTo>
                <a:lnTo>
                  <a:pt x="379961" y="1084333"/>
                </a:lnTo>
                <a:lnTo>
                  <a:pt x="380346" y="1084963"/>
                </a:lnTo>
                <a:lnTo>
                  <a:pt x="380765" y="1085586"/>
                </a:lnTo>
                <a:lnTo>
                  <a:pt x="381212" y="1086202"/>
                </a:lnTo>
                <a:lnTo>
                  <a:pt x="381684" y="1086813"/>
                </a:lnTo>
                <a:lnTo>
                  <a:pt x="382174" y="1087418"/>
                </a:lnTo>
                <a:lnTo>
                  <a:pt x="382678" y="1088020"/>
                </a:lnTo>
                <a:lnTo>
                  <a:pt x="383191" y="1088619"/>
                </a:lnTo>
                <a:lnTo>
                  <a:pt x="383708" y="1089216"/>
                </a:lnTo>
                <a:lnTo>
                  <a:pt x="384224" y="1089812"/>
                </a:lnTo>
                <a:lnTo>
                  <a:pt x="384735" y="1090408"/>
                </a:lnTo>
                <a:lnTo>
                  <a:pt x="385235" y="1091005"/>
                </a:lnTo>
                <a:lnTo>
                  <a:pt x="385719" y="1091604"/>
                </a:lnTo>
                <a:lnTo>
                  <a:pt x="386183" y="1092206"/>
                </a:lnTo>
                <a:lnTo>
                  <a:pt x="386622" y="1092812"/>
                </a:lnTo>
                <a:lnTo>
                  <a:pt x="387030" y="1093422"/>
                </a:lnTo>
                <a:lnTo>
                  <a:pt x="387403" y="1094038"/>
                </a:lnTo>
                <a:lnTo>
                  <a:pt x="387736" y="1094661"/>
                </a:lnTo>
                <a:lnTo>
                  <a:pt x="388024" y="1095292"/>
                </a:lnTo>
                <a:lnTo>
                  <a:pt x="388262" y="1095931"/>
                </a:lnTo>
                <a:lnTo>
                  <a:pt x="388445" y="1096579"/>
                </a:lnTo>
                <a:lnTo>
                  <a:pt x="388568" y="1097238"/>
                </a:lnTo>
                <a:lnTo>
                  <a:pt x="388744" y="1098753"/>
                </a:lnTo>
                <a:lnTo>
                  <a:pt x="388907" y="1100271"/>
                </a:lnTo>
                <a:lnTo>
                  <a:pt x="389056" y="1101793"/>
                </a:lnTo>
                <a:lnTo>
                  <a:pt x="389192" y="1103317"/>
                </a:lnTo>
                <a:lnTo>
                  <a:pt x="389314" y="1104845"/>
                </a:lnTo>
                <a:lnTo>
                  <a:pt x="389422" y="1106375"/>
                </a:lnTo>
                <a:lnTo>
                  <a:pt x="389517" y="1107907"/>
                </a:lnTo>
                <a:lnTo>
                  <a:pt x="389597" y="1109442"/>
                </a:lnTo>
                <a:lnTo>
                  <a:pt x="389664" y="1110979"/>
                </a:lnTo>
                <a:lnTo>
                  <a:pt x="389717" y="1112517"/>
                </a:lnTo>
                <a:lnTo>
                  <a:pt x="389755" y="1114057"/>
                </a:lnTo>
                <a:lnTo>
                  <a:pt x="389779" y="1115598"/>
                </a:lnTo>
                <a:lnTo>
                  <a:pt x="389789" y="1117139"/>
                </a:lnTo>
                <a:lnTo>
                  <a:pt x="389785" y="1118682"/>
                </a:lnTo>
                <a:lnTo>
                  <a:pt x="389766" y="1120225"/>
                </a:lnTo>
                <a:lnTo>
                  <a:pt x="389733" y="1121768"/>
                </a:lnTo>
                <a:lnTo>
                  <a:pt x="389685" y="1123311"/>
                </a:lnTo>
                <a:lnTo>
                  <a:pt x="389622" y="1124854"/>
                </a:lnTo>
                <a:lnTo>
                  <a:pt x="389545" y="1126397"/>
                </a:lnTo>
                <a:lnTo>
                  <a:pt x="389453" y="1127939"/>
                </a:lnTo>
                <a:lnTo>
                  <a:pt x="389345" y="1129480"/>
                </a:lnTo>
                <a:lnTo>
                  <a:pt x="389223" y="1131019"/>
                </a:lnTo>
                <a:lnTo>
                  <a:pt x="389086" y="1132558"/>
                </a:lnTo>
                <a:lnTo>
                  <a:pt x="388933" y="1134094"/>
                </a:lnTo>
                <a:lnTo>
                  <a:pt x="388763" y="1135714"/>
                </a:lnTo>
                <a:lnTo>
                  <a:pt x="388619" y="1137229"/>
                </a:lnTo>
                <a:lnTo>
                  <a:pt x="388507" y="1138646"/>
                </a:lnTo>
                <a:lnTo>
                  <a:pt x="388430" y="1139968"/>
                </a:lnTo>
                <a:lnTo>
                  <a:pt x="388392" y="1141200"/>
                </a:lnTo>
                <a:lnTo>
                  <a:pt x="388399" y="1142348"/>
                </a:lnTo>
                <a:lnTo>
                  <a:pt x="388454" y="1143417"/>
                </a:lnTo>
                <a:lnTo>
                  <a:pt x="388561" y="1144410"/>
                </a:lnTo>
                <a:lnTo>
                  <a:pt x="388725" y="1145333"/>
                </a:lnTo>
                <a:lnTo>
                  <a:pt x="388949" y="1146191"/>
                </a:lnTo>
                <a:lnTo>
                  <a:pt x="389238" y="1146989"/>
                </a:lnTo>
                <a:lnTo>
                  <a:pt x="389596" y="1147732"/>
                </a:lnTo>
                <a:lnTo>
                  <a:pt x="390028" y="1148423"/>
                </a:lnTo>
                <a:lnTo>
                  <a:pt x="390537" y="1149069"/>
                </a:lnTo>
                <a:lnTo>
                  <a:pt x="391128" y="1149675"/>
                </a:lnTo>
                <a:lnTo>
                  <a:pt x="391805" y="1150244"/>
                </a:lnTo>
                <a:lnTo>
                  <a:pt x="392573" y="1150781"/>
                </a:lnTo>
                <a:lnTo>
                  <a:pt x="393434" y="1151293"/>
                </a:lnTo>
                <a:lnTo>
                  <a:pt x="394394" y="1151783"/>
                </a:lnTo>
                <a:lnTo>
                  <a:pt x="395457" y="1152256"/>
                </a:lnTo>
                <a:lnTo>
                  <a:pt x="396627" y="1152718"/>
                </a:lnTo>
                <a:lnTo>
                  <a:pt x="397908" y="1153173"/>
                </a:lnTo>
                <a:lnTo>
                  <a:pt x="399305" y="1153625"/>
                </a:lnTo>
                <a:lnTo>
                  <a:pt x="400821" y="1154081"/>
                </a:lnTo>
                <a:lnTo>
                  <a:pt x="401394" y="1154237"/>
                </a:lnTo>
                <a:lnTo>
                  <a:pt x="401971" y="1154387"/>
                </a:lnTo>
                <a:lnTo>
                  <a:pt x="402552" y="1154529"/>
                </a:lnTo>
                <a:lnTo>
                  <a:pt x="403135" y="1154666"/>
                </a:lnTo>
                <a:lnTo>
                  <a:pt x="403721" y="1154796"/>
                </a:lnTo>
                <a:lnTo>
                  <a:pt x="404310" y="1154920"/>
                </a:lnTo>
                <a:lnTo>
                  <a:pt x="404901" y="1155039"/>
                </a:lnTo>
                <a:lnTo>
                  <a:pt x="405495" y="1155154"/>
                </a:lnTo>
                <a:lnTo>
                  <a:pt x="406090" y="1155264"/>
                </a:lnTo>
                <a:lnTo>
                  <a:pt x="406687" y="1155369"/>
                </a:lnTo>
                <a:lnTo>
                  <a:pt x="407285" y="1155472"/>
                </a:lnTo>
                <a:lnTo>
                  <a:pt x="407885" y="1155570"/>
                </a:lnTo>
                <a:lnTo>
                  <a:pt x="408485" y="1155666"/>
                </a:lnTo>
                <a:lnTo>
                  <a:pt x="409087" y="1155760"/>
                </a:lnTo>
                <a:lnTo>
                  <a:pt x="409688" y="1155852"/>
                </a:lnTo>
                <a:lnTo>
                  <a:pt x="410290" y="1155941"/>
                </a:lnTo>
                <a:lnTo>
                  <a:pt x="410892" y="1156030"/>
                </a:lnTo>
                <a:lnTo>
                  <a:pt x="411494" y="1156118"/>
                </a:lnTo>
                <a:lnTo>
                  <a:pt x="412095" y="1156205"/>
                </a:lnTo>
                <a:lnTo>
                  <a:pt x="412696" y="1156292"/>
                </a:lnTo>
                <a:lnTo>
                  <a:pt x="413295" y="1156379"/>
                </a:lnTo>
                <a:lnTo>
                  <a:pt x="413894" y="1156468"/>
                </a:lnTo>
                <a:lnTo>
                  <a:pt x="414491" y="1156557"/>
                </a:lnTo>
                <a:lnTo>
                  <a:pt x="415086" y="1156648"/>
                </a:lnTo>
                <a:lnTo>
                  <a:pt x="417807" y="1157084"/>
                </a:lnTo>
                <a:lnTo>
                  <a:pt x="420530" y="1157522"/>
                </a:lnTo>
                <a:lnTo>
                  <a:pt x="423255" y="1157962"/>
                </a:lnTo>
                <a:lnTo>
                  <a:pt x="425981" y="1158403"/>
                </a:lnTo>
                <a:lnTo>
                  <a:pt x="428708" y="1158846"/>
                </a:lnTo>
                <a:lnTo>
                  <a:pt x="431437" y="1159289"/>
                </a:lnTo>
                <a:lnTo>
                  <a:pt x="434166" y="1159734"/>
                </a:lnTo>
                <a:lnTo>
                  <a:pt x="436897" y="1160179"/>
                </a:lnTo>
                <a:lnTo>
                  <a:pt x="439627" y="1160625"/>
                </a:lnTo>
                <a:lnTo>
                  <a:pt x="442359" y="1161072"/>
                </a:lnTo>
                <a:lnTo>
                  <a:pt x="445090" y="1161518"/>
                </a:lnTo>
                <a:lnTo>
                  <a:pt x="447822" y="1161965"/>
                </a:lnTo>
                <a:lnTo>
                  <a:pt x="450554" y="1162412"/>
                </a:lnTo>
                <a:lnTo>
                  <a:pt x="453286" y="1162859"/>
                </a:lnTo>
                <a:lnTo>
                  <a:pt x="456017" y="1163305"/>
                </a:lnTo>
                <a:lnTo>
                  <a:pt x="458748" y="1163751"/>
                </a:lnTo>
                <a:lnTo>
                  <a:pt x="461478" y="1164197"/>
                </a:lnTo>
                <a:lnTo>
                  <a:pt x="464207" y="1164641"/>
                </a:lnTo>
                <a:lnTo>
                  <a:pt x="466936" y="1165085"/>
                </a:lnTo>
                <a:lnTo>
                  <a:pt x="469663" y="1165527"/>
                </a:lnTo>
                <a:lnTo>
                  <a:pt x="472389" y="1165968"/>
                </a:lnTo>
                <a:lnTo>
                  <a:pt x="475114" y="1166408"/>
                </a:lnTo>
                <a:lnTo>
                  <a:pt x="477837" y="1166846"/>
                </a:lnTo>
                <a:lnTo>
                  <a:pt x="480558" y="1167283"/>
                </a:lnTo>
                <a:lnTo>
                  <a:pt x="483370" y="1167283"/>
                </a:lnTo>
                <a:lnTo>
                  <a:pt x="486183" y="11672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EEF31-03E8-4784-A347-5703EEAC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688" y="825521"/>
            <a:ext cx="491812" cy="497731"/>
          </a:xfrm>
          <a:custGeom xmlns:a="http://schemas.openxmlformats.org/drawingml/2006/main">
            <a:pathLst>
              <a:path w="491812" h="497731">
                <a:moveTo>
                  <a:pt x="230597" y="339857"/>
                </a:moveTo>
                <a:lnTo>
                  <a:pt x="230597" y="474789"/>
                </a:lnTo>
                <a:cubicBezTo>
                  <a:pt x="230597" y="478289"/>
                  <a:pt x="230210" y="481788"/>
                  <a:pt x="230985" y="484899"/>
                </a:cubicBezTo>
                <a:cubicBezTo>
                  <a:pt x="232535" y="493454"/>
                  <a:pt x="238348" y="497731"/>
                  <a:pt x="246487" y="497731"/>
                </a:cubicBezTo>
                <a:cubicBezTo>
                  <a:pt x="254626" y="497731"/>
                  <a:pt x="259664" y="493065"/>
                  <a:pt x="261214" y="484899"/>
                </a:cubicBezTo>
                <a:cubicBezTo>
                  <a:pt x="261990" y="481400"/>
                  <a:pt x="261602" y="477511"/>
                  <a:pt x="261602" y="473623"/>
                </a:cubicBezTo>
                <a:lnTo>
                  <a:pt x="261602" y="203370"/>
                </a:lnTo>
                <a:cubicBezTo>
                  <a:pt x="261602" y="195982"/>
                  <a:pt x="263540" y="192093"/>
                  <a:pt x="270128" y="188205"/>
                </a:cubicBezTo>
                <a:cubicBezTo>
                  <a:pt x="291444" y="176928"/>
                  <a:pt x="301520" y="153208"/>
                  <a:pt x="295707" y="130655"/>
                </a:cubicBezTo>
                <a:cubicBezTo>
                  <a:pt x="289894" y="107712"/>
                  <a:pt x="269353" y="92158"/>
                  <a:pt x="245712" y="92158"/>
                </a:cubicBezTo>
                <a:cubicBezTo>
                  <a:pt x="222459" y="92158"/>
                  <a:pt x="202693" y="107712"/>
                  <a:pt x="196880" y="130266"/>
                </a:cubicBezTo>
                <a:cubicBezTo>
                  <a:pt x="190679" y="153208"/>
                  <a:pt x="201143" y="176928"/>
                  <a:pt x="222846" y="188594"/>
                </a:cubicBezTo>
                <a:cubicBezTo>
                  <a:pt x="229047" y="191704"/>
                  <a:pt x="230597" y="195593"/>
                  <a:pt x="230597" y="201815"/>
                </a:cubicBezTo>
                <a:cubicBezTo>
                  <a:pt x="230210" y="248477"/>
                  <a:pt x="230597" y="294361"/>
                  <a:pt x="230597" y="339857"/>
                </a:cubicBezTo>
                <a:moveTo>
                  <a:pt x="0" y="143487"/>
                </a:moveTo>
                <a:cubicBezTo>
                  <a:pt x="2713" y="163707"/>
                  <a:pt x="3100" y="184316"/>
                  <a:pt x="8526" y="203370"/>
                </a:cubicBezTo>
                <a:cubicBezTo>
                  <a:pt x="15890" y="228645"/>
                  <a:pt x="26742" y="252754"/>
                  <a:pt x="36818" y="276863"/>
                </a:cubicBezTo>
                <a:cubicBezTo>
                  <a:pt x="40694" y="286196"/>
                  <a:pt x="50383" y="288140"/>
                  <a:pt x="58134" y="283474"/>
                </a:cubicBezTo>
                <a:cubicBezTo>
                  <a:pt x="65885" y="278807"/>
                  <a:pt x="68210" y="270641"/>
                  <a:pt x="63947" y="261698"/>
                </a:cubicBezTo>
                <a:cubicBezTo>
                  <a:pt x="62784" y="259754"/>
                  <a:pt x="61622" y="257420"/>
                  <a:pt x="60459" y="255476"/>
                </a:cubicBezTo>
                <a:cubicBezTo>
                  <a:pt x="23254" y="180039"/>
                  <a:pt x="23641" y="104990"/>
                  <a:pt x="62397" y="30331"/>
                </a:cubicBezTo>
                <a:cubicBezTo>
                  <a:pt x="68598" y="18276"/>
                  <a:pt x="67435" y="9721"/>
                  <a:pt x="58521" y="4666"/>
                </a:cubicBezTo>
                <a:cubicBezTo>
                  <a:pt x="49995" y="0"/>
                  <a:pt x="41081" y="3500"/>
                  <a:pt x="34880" y="14776"/>
                </a:cubicBezTo>
                <a:cubicBezTo>
                  <a:pt x="12789" y="54828"/>
                  <a:pt x="1938" y="97602"/>
                  <a:pt x="0" y="143487"/>
                </a:cubicBezTo>
                <a:moveTo>
                  <a:pt x="491812" y="143098"/>
                </a:moveTo>
                <a:cubicBezTo>
                  <a:pt x="489099" y="123655"/>
                  <a:pt x="488711" y="103435"/>
                  <a:pt x="483285" y="85159"/>
                </a:cubicBezTo>
                <a:cubicBezTo>
                  <a:pt x="475922" y="60272"/>
                  <a:pt x="465458" y="36552"/>
                  <a:pt x="455381" y="12443"/>
                </a:cubicBezTo>
                <a:cubicBezTo>
                  <a:pt x="452281" y="4666"/>
                  <a:pt x="445305" y="1555"/>
                  <a:pt x="436778" y="3889"/>
                </a:cubicBezTo>
                <a:cubicBezTo>
                  <a:pt x="429415" y="5833"/>
                  <a:pt x="425152" y="11277"/>
                  <a:pt x="425539" y="18665"/>
                </a:cubicBezTo>
                <a:cubicBezTo>
                  <a:pt x="425927" y="22942"/>
                  <a:pt x="427865" y="27220"/>
                  <a:pt x="429802" y="30719"/>
                </a:cubicBezTo>
                <a:cubicBezTo>
                  <a:pt x="456544" y="80881"/>
                  <a:pt x="464683" y="134154"/>
                  <a:pt x="454218" y="190149"/>
                </a:cubicBezTo>
                <a:cubicBezTo>
                  <a:pt x="449568" y="215036"/>
                  <a:pt x="440266" y="238367"/>
                  <a:pt x="428252" y="260531"/>
                </a:cubicBezTo>
                <a:cubicBezTo>
                  <a:pt x="422051" y="272197"/>
                  <a:pt x="427865" y="285029"/>
                  <a:pt x="439879" y="285807"/>
                </a:cubicBezTo>
                <a:cubicBezTo>
                  <a:pt x="448405" y="286196"/>
                  <a:pt x="453056" y="280752"/>
                  <a:pt x="456931" y="273752"/>
                </a:cubicBezTo>
                <a:cubicBezTo>
                  <a:pt x="479410" y="232923"/>
                  <a:pt x="490649" y="189371"/>
                  <a:pt x="491812" y="143098"/>
                </a:cubicBezTo>
                <a:moveTo>
                  <a:pt x="426314" y="144653"/>
                </a:moveTo>
                <a:cubicBezTo>
                  <a:pt x="425152" y="133765"/>
                  <a:pt x="424764" y="122877"/>
                  <a:pt x="423214" y="112378"/>
                </a:cubicBezTo>
                <a:cubicBezTo>
                  <a:pt x="419726" y="88270"/>
                  <a:pt x="411975" y="65327"/>
                  <a:pt x="399573" y="44718"/>
                </a:cubicBezTo>
                <a:cubicBezTo>
                  <a:pt x="396860" y="40052"/>
                  <a:pt x="389496" y="35774"/>
                  <a:pt x="384458" y="35386"/>
                </a:cubicBezTo>
                <a:cubicBezTo>
                  <a:pt x="380195" y="34997"/>
                  <a:pt x="373219" y="40052"/>
                  <a:pt x="371669" y="44329"/>
                </a:cubicBezTo>
                <a:cubicBezTo>
                  <a:pt x="369731" y="48995"/>
                  <a:pt x="371281" y="56384"/>
                  <a:pt x="373606" y="61439"/>
                </a:cubicBezTo>
                <a:cubicBezTo>
                  <a:pt x="384070" y="82048"/>
                  <a:pt x="391046" y="103046"/>
                  <a:pt x="393372" y="125988"/>
                </a:cubicBezTo>
                <a:cubicBezTo>
                  <a:pt x="396860" y="161374"/>
                  <a:pt x="390271" y="194815"/>
                  <a:pt x="373219" y="225923"/>
                </a:cubicBezTo>
                <a:cubicBezTo>
                  <a:pt x="366630" y="237978"/>
                  <a:pt x="370118" y="248866"/>
                  <a:pt x="380970" y="251588"/>
                </a:cubicBezTo>
                <a:cubicBezTo>
                  <a:pt x="391046" y="254310"/>
                  <a:pt x="396860" y="248866"/>
                  <a:pt x="401123" y="240311"/>
                </a:cubicBezTo>
                <a:cubicBezTo>
                  <a:pt x="417400" y="211147"/>
                  <a:pt x="425539" y="179261"/>
                  <a:pt x="426314" y="144653"/>
                </a:cubicBezTo>
                <a:moveTo>
                  <a:pt x="65110" y="143875"/>
                </a:moveTo>
                <a:cubicBezTo>
                  <a:pt x="67435" y="159430"/>
                  <a:pt x="67823" y="174984"/>
                  <a:pt x="72086" y="189760"/>
                </a:cubicBezTo>
                <a:cubicBezTo>
                  <a:pt x="77512" y="208425"/>
                  <a:pt x="85263" y="226701"/>
                  <a:pt x="93402" y="244199"/>
                </a:cubicBezTo>
                <a:cubicBezTo>
                  <a:pt x="97665" y="253143"/>
                  <a:pt x="106966" y="255087"/>
                  <a:pt x="115105" y="250810"/>
                </a:cubicBezTo>
                <a:cubicBezTo>
                  <a:pt x="122468" y="246533"/>
                  <a:pt x="124794" y="238367"/>
                  <a:pt x="120918" y="229812"/>
                </a:cubicBezTo>
                <a:cubicBezTo>
                  <a:pt x="119756" y="227090"/>
                  <a:pt x="118205" y="224368"/>
                  <a:pt x="116655" y="221646"/>
                </a:cubicBezTo>
                <a:cubicBezTo>
                  <a:pt x="99215" y="187038"/>
                  <a:pt x="93402" y="150097"/>
                  <a:pt x="101540" y="111990"/>
                </a:cubicBezTo>
                <a:cubicBezTo>
                  <a:pt x="105416" y="94491"/>
                  <a:pt x="113167" y="77382"/>
                  <a:pt x="119756" y="60661"/>
                </a:cubicBezTo>
                <a:cubicBezTo>
                  <a:pt x="124794" y="48218"/>
                  <a:pt x="120531" y="36941"/>
                  <a:pt x="108904" y="35386"/>
                </a:cubicBezTo>
                <a:cubicBezTo>
                  <a:pt x="99603" y="34219"/>
                  <a:pt x="94564" y="39663"/>
                  <a:pt x="90689" y="47051"/>
                </a:cubicBezTo>
                <a:cubicBezTo>
                  <a:pt x="74799" y="77382"/>
                  <a:pt x="66660" y="109268"/>
                  <a:pt x="65110" y="143875"/>
                </a:cubicBezTo>
                <a:moveTo>
                  <a:pt x="131382" y="143487"/>
                </a:moveTo>
                <a:cubicBezTo>
                  <a:pt x="130995" y="167207"/>
                  <a:pt x="136808" y="188982"/>
                  <a:pt x="148047" y="209592"/>
                </a:cubicBezTo>
                <a:cubicBezTo>
                  <a:pt x="153473" y="219702"/>
                  <a:pt x="162387" y="222813"/>
                  <a:pt x="170526" y="218535"/>
                </a:cubicBezTo>
                <a:cubicBezTo>
                  <a:pt x="179052" y="213869"/>
                  <a:pt x="180990" y="205314"/>
                  <a:pt x="175952" y="194815"/>
                </a:cubicBezTo>
                <a:cubicBezTo>
                  <a:pt x="158899" y="160985"/>
                  <a:pt x="158511" y="127155"/>
                  <a:pt x="175952" y="93325"/>
                </a:cubicBezTo>
                <a:cubicBezTo>
                  <a:pt x="181377" y="82826"/>
                  <a:pt x="179052" y="73882"/>
                  <a:pt x="170913" y="69605"/>
                </a:cubicBezTo>
                <a:cubicBezTo>
                  <a:pt x="161999" y="64938"/>
                  <a:pt x="153473" y="68438"/>
                  <a:pt x="147660" y="78937"/>
                </a:cubicBezTo>
                <a:cubicBezTo>
                  <a:pt x="136808" y="99157"/>
                  <a:pt x="131382" y="120544"/>
                  <a:pt x="131382" y="143487"/>
                </a:cubicBezTo>
                <a:moveTo>
                  <a:pt x="360817" y="143875"/>
                </a:moveTo>
                <a:cubicBezTo>
                  <a:pt x="360817" y="120544"/>
                  <a:pt x="355391" y="98769"/>
                  <a:pt x="344152" y="78548"/>
                </a:cubicBezTo>
                <a:cubicBezTo>
                  <a:pt x="338726" y="68438"/>
                  <a:pt x="330200" y="65327"/>
                  <a:pt x="321674" y="69605"/>
                </a:cubicBezTo>
                <a:cubicBezTo>
                  <a:pt x="313147" y="73882"/>
                  <a:pt x="311209" y="83214"/>
                  <a:pt x="316248" y="93325"/>
                </a:cubicBezTo>
                <a:cubicBezTo>
                  <a:pt x="333688" y="127155"/>
                  <a:pt x="333688" y="160985"/>
                  <a:pt x="316248" y="194815"/>
                </a:cubicBezTo>
                <a:cubicBezTo>
                  <a:pt x="310822" y="205314"/>
                  <a:pt x="312760" y="213869"/>
                  <a:pt x="321286" y="218535"/>
                </a:cubicBezTo>
                <a:cubicBezTo>
                  <a:pt x="329812" y="223201"/>
                  <a:pt x="338726" y="219702"/>
                  <a:pt x="344539" y="209203"/>
                </a:cubicBezTo>
                <a:cubicBezTo>
                  <a:pt x="355391" y="188594"/>
                  <a:pt x="361204" y="166818"/>
                  <a:pt x="360817" y="14387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3D2F9-7957-4677-ADDD-056690FB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367" y="918457"/>
            <a:ext cx="110842" cy="405573"/>
          </a:xfrm>
          <a:custGeom xmlns:a="http://schemas.openxmlformats.org/drawingml/2006/main">
            <a:pathLst>
              <a:path w="110842" h="405573">
                <a:moveTo>
                  <a:pt x="39919" y="246921"/>
                </a:moveTo>
                <a:lnTo>
                  <a:pt x="39919" y="109656"/>
                </a:lnTo>
                <a:cubicBezTo>
                  <a:pt x="39919" y="103046"/>
                  <a:pt x="38368" y="99546"/>
                  <a:pt x="32167" y="96435"/>
                </a:cubicBezTo>
                <a:cubicBezTo>
                  <a:pt x="10464" y="84770"/>
                  <a:pt x="0" y="61050"/>
                  <a:pt x="6201" y="38108"/>
                </a:cubicBezTo>
                <a:cubicBezTo>
                  <a:pt x="12014" y="15554"/>
                  <a:pt x="32167" y="0"/>
                  <a:pt x="55033" y="0"/>
                </a:cubicBezTo>
                <a:cubicBezTo>
                  <a:pt x="78674" y="0"/>
                  <a:pt x="98827" y="15554"/>
                  <a:pt x="105028" y="38496"/>
                </a:cubicBezTo>
                <a:cubicBezTo>
                  <a:pt x="110842" y="61050"/>
                  <a:pt x="101153" y="84770"/>
                  <a:pt x="79449" y="96047"/>
                </a:cubicBezTo>
                <a:cubicBezTo>
                  <a:pt x="72473" y="99546"/>
                  <a:pt x="70923" y="103824"/>
                  <a:pt x="70923" y="111212"/>
                </a:cubicBezTo>
                <a:cubicBezTo>
                  <a:pt x="71311" y="201426"/>
                  <a:pt x="70923" y="291251"/>
                  <a:pt x="70923" y="381464"/>
                </a:cubicBezTo>
                <a:cubicBezTo>
                  <a:pt x="70923" y="385353"/>
                  <a:pt x="71311" y="388853"/>
                  <a:pt x="70536" y="392741"/>
                </a:cubicBezTo>
                <a:cubicBezTo>
                  <a:pt x="68985" y="400907"/>
                  <a:pt x="63560" y="405184"/>
                  <a:pt x="55808" y="405573"/>
                </a:cubicBezTo>
                <a:cubicBezTo>
                  <a:pt x="47282" y="405573"/>
                  <a:pt x="41856" y="401296"/>
                  <a:pt x="40306" y="392741"/>
                </a:cubicBezTo>
                <a:cubicBezTo>
                  <a:pt x="39531" y="389630"/>
                  <a:pt x="39919" y="386131"/>
                  <a:pt x="39919" y="382631"/>
                </a:cubicBezTo>
                <a:lnTo>
                  <a:pt x="39919" y="2469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68C94B-D0AA-41E1-94D9-D7D2A38E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688" y="825520"/>
            <a:ext cx="68985" cy="287362"/>
          </a:xfrm>
          <a:custGeom xmlns:a="http://schemas.openxmlformats.org/drawingml/2006/main">
            <a:pathLst>
              <a:path w="68985" h="287362">
                <a:moveTo>
                  <a:pt x="0" y="143487"/>
                </a:moveTo>
                <a:cubicBezTo>
                  <a:pt x="1938" y="97602"/>
                  <a:pt x="12789" y="54828"/>
                  <a:pt x="34880" y="15165"/>
                </a:cubicBezTo>
                <a:cubicBezTo>
                  <a:pt x="41081" y="3889"/>
                  <a:pt x="49995" y="0"/>
                  <a:pt x="58521" y="5055"/>
                </a:cubicBezTo>
                <a:cubicBezTo>
                  <a:pt x="67435" y="10110"/>
                  <a:pt x="68598" y="18665"/>
                  <a:pt x="62397" y="30719"/>
                </a:cubicBezTo>
                <a:cubicBezTo>
                  <a:pt x="23641" y="104990"/>
                  <a:pt x="23254" y="180039"/>
                  <a:pt x="61234" y="255087"/>
                </a:cubicBezTo>
                <a:cubicBezTo>
                  <a:pt x="62397" y="257032"/>
                  <a:pt x="63560" y="259365"/>
                  <a:pt x="64722" y="261309"/>
                </a:cubicBezTo>
                <a:cubicBezTo>
                  <a:pt x="68985" y="270641"/>
                  <a:pt x="66660" y="278807"/>
                  <a:pt x="58909" y="283085"/>
                </a:cubicBezTo>
                <a:cubicBezTo>
                  <a:pt x="51158" y="287362"/>
                  <a:pt x="41469" y="285807"/>
                  <a:pt x="37593" y="276474"/>
                </a:cubicBezTo>
                <a:cubicBezTo>
                  <a:pt x="27129" y="252365"/>
                  <a:pt x="16277" y="228257"/>
                  <a:pt x="9301" y="202981"/>
                </a:cubicBezTo>
                <a:cubicBezTo>
                  <a:pt x="3100" y="184316"/>
                  <a:pt x="2713" y="163318"/>
                  <a:pt x="0" y="14348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14151-C444-4193-A6ED-F219A7C2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739" y="827077"/>
            <a:ext cx="69761" cy="284640"/>
          </a:xfrm>
          <a:custGeom xmlns:a="http://schemas.openxmlformats.org/drawingml/2006/main">
            <a:pathLst>
              <a:path w="69761" h="284640">
                <a:moveTo>
                  <a:pt x="69761" y="141542"/>
                </a:moveTo>
                <a:cubicBezTo>
                  <a:pt x="68210" y="188205"/>
                  <a:pt x="57359" y="231756"/>
                  <a:pt x="34880" y="272197"/>
                </a:cubicBezTo>
                <a:cubicBezTo>
                  <a:pt x="31005" y="279196"/>
                  <a:pt x="26354" y="284640"/>
                  <a:pt x="17828" y="284251"/>
                </a:cubicBezTo>
                <a:cubicBezTo>
                  <a:pt x="5813" y="283474"/>
                  <a:pt x="0" y="271030"/>
                  <a:pt x="6201" y="258976"/>
                </a:cubicBezTo>
                <a:cubicBezTo>
                  <a:pt x="18215" y="236811"/>
                  <a:pt x="27129" y="213480"/>
                  <a:pt x="32167" y="188594"/>
                </a:cubicBezTo>
                <a:cubicBezTo>
                  <a:pt x="43019" y="132599"/>
                  <a:pt x="34493" y="79326"/>
                  <a:pt x="7751" y="29164"/>
                </a:cubicBezTo>
                <a:cubicBezTo>
                  <a:pt x="5813" y="25275"/>
                  <a:pt x="3876" y="20998"/>
                  <a:pt x="3488" y="17110"/>
                </a:cubicBezTo>
                <a:cubicBezTo>
                  <a:pt x="3100" y="9721"/>
                  <a:pt x="7364" y="4277"/>
                  <a:pt x="14727" y="2333"/>
                </a:cubicBezTo>
                <a:cubicBezTo>
                  <a:pt x="22866" y="0"/>
                  <a:pt x="30230" y="3111"/>
                  <a:pt x="33330" y="10888"/>
                </a:cubicBezTo>
                <a:cubicBezTo>
                  <a:pt x="43019" y="34997"/>
                  <a:pt x="53871" y="58717"/>
                  <a:pt x="61234" y="83603"/>
                </a:cubicBezTo>
                <a:cubicBezTo>
                  <a:pt x="66660" y="101879"/>
                  <a:pt x="67435" y="122100"/>
                  <a:pt x="69761" y="14154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EFD7FF-D41D-4002-A01B-53C50EB3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319" y="861295"/>
            <a:ext cx="59684" cy="218924"/>
          </a:xfrm>
          <a:custGeom xmlns:a="http://schemas.openxmlformats.org/drawingml/2006/main">
            <a:pathLst>
              <a:path w="59684" h="218924">
                <a:moveTo>
                  <a:pt x="59684" y="108879"/>
                </a:moveTo>
                <a:cubicBezTo>
                  <a:pt x="58909" y="143098"/>
                  <a:pt x="50383" y="175373"/>
                  <a:pt x="34493" y="205314"/>
                </a:cubicBezTo>
                <a:cubicBezTo>
                  <a:pt x="30230" y="213480"/>
                  <a:pt x="24029" y="218924"/>
                  <a:pt x="14340" y="216591"/>
                </a:cubicBezTo>
                <a:cubicBezTo>
                  <a:pt x="3488" y="213869"/>
                  <a:pt x="0" y="202592"/>
                  <a:pt x="6588" y="190927"/>
                </a:cubicBezTo>
                <a:cubicBezTo>
                  <a:pt x="23641" y="159430"/>
                  <a:pt x="30230" y="126377"/>
                  <a:pt x="26742" y="90992"/>
                </a:cubicBezTo>
                <a:cubicBezTo>
                  <a:pt x="24416" y="68049"/>
                  <a:pt x="17440" y="46662"/>
                  <a:pt x="6976" y="26442"/>
                </a:cubicBezTo>
                <a:cubicBezTo>
                  <a:pt x="4651" y="21387"/>
                  <a:pt x="3100" y="13999"/>
                  <a:pt x="5038" y="9332"/>
                </a:cubicBezTo>
                <a:cubicBezTo>
                  <a:pt x="6588" y="5055"/>
                  <a:pt x="13565" y="0"/>
                  <a:pt x="17828" y="389"/>
                </a:cubicBezTo>
                <a:cubicBezTo>
                  <a:pt x="23254" y="778"/>
                  <a:pt x="30230" y="5055"/>
                  <a:pt x="32942" y="9721"/>
                </a:cubicBezTo>
                <a:cubicBezTo>
                  <a:pt x="45732" y="30331"/>
                  <a:pt x="53096" y="53273"/>
                  <a:pt x="56584" y="77382"/>
                </a:cubicBezTo>
                <a:cubicBezTo>
                  <a:pt x="58134" y="87492"/>
                  <a:pt x="58909" y="98380"/>
                  <a:pt x="59684" y="10887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A8BBA6-7F50-4EAF-82CF-A1014A02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798" y="860129"/>
            <a:ext cx="60072" cy="221257"/>
          </a:xfrm>
          <a:custGeom xmlns:a="http://schemas.openxmlformats.org/drawingml/2006/main">
            <a:pathLst>
              <a:path w="60072" h="221257">
                <a:moveTo>
                  <a:pt x="0" y="109268"/>
                </a:moveTo>
                <a:cubicBezTo>
                  <a:pt x="1550" y="75049"/>
                  <a:pt x="9689" y="42774"/>
                  <a:pt x="25966" y="12832"/>
                </a:cubicBezTo>
                <a:cubicBezTo>
                  <a:pt x="29842" y="5444"/>
                  <a:pt x="34880" y="0"/>
                  <a:pt x="44182" y="1167"/>
                </a:cubicBezTo>
                <a:cubicBezTo>
                  <a:pt x="55808" y="2722"/>
                  <a:pt x="60072" y="13999"/>
                  <a:pt x="55033" y="26442"/>
                </a:cubicBezTo>
                <a:cubicBezTo>
                  <a:pt x="48057" y="43163"/>
                  <a:pt x="40306" y="60272"/>
                  <a:pt x="36818" y="77771"/>
                </a:cubicBezTo>
                <a:cubicBezTo>
                  <a:pt x="28679" y="115878"/>
                  <a:pt x="34105" y="152430"/>
                  <a:pt x="51933" y="187427"/>
                </a:cubicBezTo>
                <a:cubicBezTo>
                  <a:pt x="53483" y="190149"/>
                  <a:pt x="55033" y="192871"/>
                  <a:pt x="56196" y="195593"/>
                </a:cubicBezTo>
                <a:cubicBezTo>
                  <a:pt x="60072" y="204537"/>
                  <a:pt x="57746" y="212314"/>
                  <a:pt x="50383" y="216591"/>
                </a:cubicBezTo>
                <a:cubicBezTo>
                  <a:pt x="42631" y="221257"/>
                  <a:pt x="32942" y="219313"/>
                  <a:pt x="28679" y="209980"/>
                </a:cubicBezTo>
                <a:cubicBezTo>
                  <a:pt x="20541" y="192093"/>
                  <a:pt x="12789" y="174206"/>
                  <a:pt x="7364" y="155541"/>
                </a:cubicBezTo>
                <a:cubicBezTo>
                  <a:pt x="2713" y="140376"/>
                  <a:pt x="1938" y="124433"/>
                  <a:pt x="0" y="1092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CF562-9092-4026-8D26-6D7B41BF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683" y="890848"/>
            <a:ext cx="50383" cy="158263"/>
          </a:xfrm>
          <a:custGeom xmlns:a="http://schemas.openxmlformats.org/drawingml/2006/main">
            <a:pathLst>
              <a:path w="50383" h="158263">
                <a:moveTo>
                  <a:pt x="388" y="78159"/>
                </a:moveTo>
                <a:cubicBezTo>
                  <a:pt x="388" y="55217"/>
                  <a:pt x="5813" y="33830"/>
                  <a:pt x="16665" y="13999"/>
                </a:cubicBezTo>
                <a:cubicBezTo>
                  <a:pt x="22478" y="3500"/>
                  <a:pt x="31005" y="0"/>
                  <a:pt x="39919" y="4666"/>
                </a:cubicBezTo>
                <a:cubicBezTo>
                  <a:pt x="48057" y="9332"/>
                  <a:pt x="50383" y="18276"/>
                  <a:pt x="44957" y="28386"/>
                </a:cubicBezTo>
                <a:cubicBezTo>
                  <a:pt x="27517" y="62216"/>
                  <a:pt x="27904" y="96047"/>
                  <a:pt x="44957" y="129877"/>
                </a:cubicBezTo>
                <a:cubicBezTo>
                  <a:pt x="50383" y="140376"/>
                  <a:pt x="48057" y="148931"/>
                  <a:pt x="39531" y="153597"/>
                </a:cubicBezTo>
                <a:cubicBezTo>
                  <a:pt x="31005" y="158263"/>
                  <a:pt x="22478" y="154763"/>
                  <a:pt x="17053" y="144653"/>
                </a:cubicBezTo>
                <a:cubicBezTo>
                  <a:pt x="5813" y="123655"/>
                  <a:pt x="0" y="101879"/>
                  <a:pt x="388" y="7815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EA27B-3427-4C49-86F2-7F065355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9511" y="890460"/>
            <a:ext cx="50383" cy="158263"/>
          </a:xfrm>
          <a:custGeom xmlns:a="http://schemas.openxmlformats.org/drawingml/2006/main">
            <a:pathLst>
              <a:path w="50383" h="158263">
                <a:moveTo>
                  <a:pt x="49995" y="78937"/>
                </a:moveTo>
                <a:cubicBezTo>
                  <a:pt x="50383" y="102268"/>
                  <a:pt x="44569" y="124044"/>
                  <a:pt x="33718" y="144264"/>
                </a:cubicBezTo>
                <a:cubicBezTo>
                  <a:pt x="27904" y="154763"/>
                  <a:pt x="18990" y="158263"/>
                  <a:pt x="10464" y="153597"/>
                </a:cubicBezTo>
                <a:cubicBezTo>
                  <a:pt x="1938" y="148931"/>
                  <a:pt x="0" y="140376"/>
                  <a:pt x="5426" y="129877"/>
                </a:cubicBezTo>
                <a:cubicBezTo>
                  <a:pt x="22866" y="96047"/>
                  <a:pt x="22866" y="62216"/>
                  <a:pt x="5426" y="28386"/>
                </a:cubicBezTo>
                <a:cubicBezTo>
                  <a:pt x="0" y="18276"/>
                  <a:pt x="2325" y="8944"/>
                  <a:pt x="10852" y="4666"/>
                </a:cubicBezTo>
                <a:cubicBezTo>
                  <a:pt x="19378" y="0"/>
                  <a:pt x="27904" y="3500"/>
                  <a:pt x="33330" y="13610"/>
                </a:cubicBezTo>
                <a:cubicBezTo>
                  <a:pt x="44569" y="33830"/>
                  <a:pt x="49995" y="55606"/>
                  <a:pt x="49995" y="789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5027F-C341-442D-A763-22386429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90" y="663329"/>
            <a:ext cx="771619" cy="696339"/>
          </a:xfrm>
          <a:custGeom xmlns:a="http://schemas.openxmlformats.org/drawingml/2006/main">
            <a:pathLst>
              <a:path w="771619" h="696339">
                <a:moveTo>
                  <a:pt x="0" y="116056"/>
                </a:moveTo>
                <a:cubicBezTo>
                  <a:pt x="0" y="51964"/>
                  <a:pt x="51964" y="0"/>
                  <a:pt x="116056" y="0"/>
                </a:cubicBezTo>
                <a:lnTo>
                  <a:pt x="655562" y="0"/>
                </a:lnTo>
                <a:cubicBezTo>
                  <a:pt x="719654" y="0"/>
                  <a:pt x="771619" y="51964"/>
                  <a:pt x="771619" y="116056"/>
                </a:cubicBezTo>
                <a:lnTo>
                  <a:pt x="771619" y="580282"/>
                </a:lnTo>
                <a:cubicBezTo>
                  <a:pt x="771619" y="644375"/>
                  <a:pt x="719654" y="696339"/>
                  <a:pt x="655562" y="696339"/>
                </a:cubicBezTo>
                <a:lnTo>
                  <a:pt x="116056" y="696339"/>
                </a:lnTo>
                <a:cubicBezTo>
                  <a:pt x="51964" y="696339"/>
                  <a:pt x="0" y="644375"/>
                  <a:pt x="0" y="580282"/>
                </a:cubicBezTo>
                <a:lnTo>
                  <a:pt x="0" y="116056"/>
                </a:lnTo>
                <a:close/>
              </a:path>
            </a:pathLst>
          </a:custGeom>
          <a:solidFill xmlns:a="http://schemas.openxmlformats.org/drawingml/2006/main">
            <a:srgbClr val="FF8585">
              <a:alpha val="45097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B17D01-DDEA-4209-846E-CCA3B22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959" y="765792"/>
            <a:ext cx="142195" cy="142195"/>
          </a:xfrm>
          <a:custGeom xmlns:a="http://schemas.openxmlformats.org/drawingml/2006/main">
            <a:pathLst>
              <a:path w="142195" h="142195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92DC3-4784-4655-863A-944E7E2E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959" y="765792"/>
            <a:ext cx="142195" cy="142195"/>
          </a:xfrm>
          <a:custGeom xmlns:a="http://schemas.openxmlformats.org/drawingml/2006/main">
            <a:pathLst>
              <a:path w="142195" h="142195" fill="none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EFDF7-A337-43F8-8D52-43D65907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959" y="933081"/>
            <a:ext cx="142195" cy="142195"/>
          </a:xfrm>
          <a:custGeom xmlns:a="http://schemas.openxmlformats.org/drawingml/2006/main">
            <a:pathLst>
              <a:path w="142195" h="142195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EC253-FEA3-4E78-BAD8-602AAA82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959" y="933081"/>
            <a:ext cx="142195" cy="142195"/>
          </a:xfrm>
          <a:custGeom xmlns:a="http://schemas.openxmlformats.org/drawingml/2006/main">
            <a:pathLst>
              <a:path w="142195" h="142195" fill="none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233B4-1C91-47F7-B3E1-146C5673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959" y="1098278"/>
            <a:ext cx="142195" cy="142195"/>
          </a:xfrm>
          <a:custGeom xmlns:a="http://schemas.openxmlformats.org/drawingml/2006/main">
            <a:pathLst>
              <a:path w="142195" h="142195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64EFEB-E3EE-4924-9801-6657E565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1959" y="1098278"/>
            <a:ext cx="142195" cy="142195"/>
          </a:xfrm>
          <a:custGeom xmlns:a="http://schemas.openxmlformats.org/drawingml/2006/main">
            <a:pathLst>
              <a:path w="142195" h="142195" fill="none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E516CB-90DB-4DCB-90E6-ADFB3A4B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56" y="694695"/>
            <a:ext cx="142195" cy="142195"/>
          </a:xfrm>
          <a:custGeom xmlns:a="http://schemas.openxmlformats.org/drawingml/2006/main">
            <a:pathLst>
              <a:path w="142195" h="142195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44D9A-E3DA-4454-B298-F9D3A5C4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56" y="694695"/>
            <a:ext cx="142195" cy="142195"/>
          </a:xfrm>
          <a:custGeom xmlns:a="http://schemas.openxmlformats.org/drawingml/2006/main">
            <a:pathLst>
              <a:path w="142195" h="142195" fill="none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3394F-34B9-48A5-8E72-FC3C2EFD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56" y="853619"/>
            <a:ext cx="142195" cy="142195"/>
          </a:xfrm>
          <a:custGeom xmlns:a="http://schemas.openxmlformats.org/drawingml/2006/main">
            <a:pathLst>
              <a:path w="142195" h="142195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1511F4-5639-4739-9E04-EC1C9881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56" y="853619"/>
            <a:ext cx="142195" cy="142195"/>
          </a:xfrm>
          <a:custGeom xmlns:a="http://schemas.openxmlformats.org/drawingml/2006/main">
            <a:pathLst>
              <a:path w="142195" h="142195" fill="none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1E8E3-57E1-4F77-ADE8-1D67C04F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56" y="1010452"/>
            <a:ext cx="142195" cy="142195"/>
          </a:xfrm>
          <a:custGeom xmlns:a="http://schemas.openxmlformats.org/drawingml/2006/main">
            <a:pathLst>
              <a:path w="142195" h="142195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B90F8E-56D8-45A6-B7E2-C9E37B5A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56" y="1010452"/>
            <a:ext cx="142195" cy="142195"/>
          </a:xfrm>
          <a:custGeom xmlns:a="http://schemas.openxmlformats.org/drawingml/2006/main">
            <a:pathLst>
              <a:path w="142195" h="142195" fill="none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0F0FC5-269D-4D89-9C6A-8F61E6E6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56" y="1169376"/>
            <a:ext cx="142195" cy="142195"/>
          </a:xfrm>
          <a:custGeom xmlns:a="http://schemas.openxmlformats.org/drawingml/2006/main">
            <a:pathLst>
              <a:path w="142195" h="142195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</a:path>
            </a:pathLst>
          </a:custGeom>
          <a:solidFill xmlns:a="http://schemas.openxmlformats.org/drawingml/2006/main">
            <a:srgbClr val="DEC8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FFC90-5DA5-46A8-9D71-6AE9C1D7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256" y="1169376"/>
            <a:ext cx="142195" cy="142195"/>
          </a:xfrm>
          <a:custGeom xmlns:a="http://schemas.openxmlformats.org/drawingml/2006/main">
            <a:pathLst>
              <a:path w="142195" h="142195" fill="none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2F8C2-F363-4FD1-9B73-1D2BD321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836890"/>
            <a:ext cx="117712" cy="87007"/>
          </a:xfrm>
          <a:custGeom xmlns:a="http://schemas.openxmlformats.org/drawingml/2006/main">
            <a:pathLst>
              <a:path w="117712" h="87007" fill="none">
                <a:moveTo>
                  <a:pt x="0" y="0"/>
                </a:moveTo>
                <a:lnTo>
                  <a:pt x="117712" y="87007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16081-AD6C-44DD-8CBC-233E2192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836890"/>
            <a:ext cx="117712" cy="244729"/>
          </a:xfrm>
          <a:custGeom xmlns:a="http://schemas.openxmlformats.org/drawingml/2006/main">
            <a:pathLst>
              <a:path w="117712" h="244729" fill="none">
                <a:moveTo>
                  <a:pt x="0" y="0"/>
                </a:moveTo>
                <a:lnTo>
                  <a:pt x="117712" y="244729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39008-E2C1-4ED6-B095-A586BE56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836890"/>
            <a:ext cx="117712" cy="402468"/>
          </a:xfrm>
          <a:custGeom xmlns:a="http://schemas.openxmlformats.org/drawingml/2006/main">
            <a:pathLst>
              <a:path w="117712" h="402468" fill="none">
                <a:moveTo>
                  <a:pt x="0" y="0"/>
                </a:moveTo>
                <a:lnTo>
                  <a:pt x="117712" y="402468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FD52E-86C8-484B-8FB2-BACB0776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765798"/>
            <a:ext cx="117712" cy="236591"/>
          </a:xfrm>
          <a:custGeom xmlns:a="http://schemas.openxmlformats.org/drawingml/2006/main">
            <a:pathLst>
              <a:path w="117712" h="236591" fill="none">
                <a:moveTo>
                  <a:pt x="0" y="236591"/>
                </a:moveTo>
                <a:lnTo>
                  <a:pt x="117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8CAB4-15E8-417A-A8DD-E791B293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924712"/>
            <a:ext cx="117712" cy="78870"/>
          </a:xfrm>
          <a:custGeom xmlns:a="http://schemas.openxmlformats.org/drawingml/2006/main">
            <a:pathLst>
              <a:path w="117712" h="78870" fill="none">
                <a:moveTo>
                  <a:pt x="0" y="78870"/>
                </a:moveTo>
                <a:lnTo>
                  <a:pt x="117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63B8F-F91C-4088-B1B9-1B41EF9B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1004178"/>
            <a:ext cx="117712" cy="78870"/>
          </a:xfrm>
          <a:custGeom xmlns:a="http://schemas.openxmlformats.org/drawingml/2006/main">
            <a:pathLst>
              <a:path w="117712" h="78870" fill="none">
                <a:moveTo>
                  <a:pt x="0" y="0"/>
                </a:moveTo>
                <a:lnTo>
                  <a:pt x="117712" y="7887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417C8-E525-48D4-87E8-55CD3D1E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1004178"/>
            <a:ext cx="117712" cy="236591"/>
          </a:xfrm>
          <a:custGeom xmlns:a="http://schemas.openxmlformats.org/drawingml/2006/main">
            <a:pathLst>
              <a:path w="117712" h="236591" fill="none">
                <a:moveTo>
                  <a:pt x="0" y="0"/>
                </a:moveTo>
                <a:lnTo>
                  <a:pt x="117712" y="236591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E854AC-65DA-44FF-A173-AFA328A4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765794"/>
            <a:ext cx="117712" cy="402468"/>
          </a:xfrm>
          <a:custGeom xmlns:a="http://schemas.openxmlformats.org/drawingml/2006/main">
            <a:pathLst>
              <a:path w="117712" h="402468" fill="none">
                <a:moveTo>
                  <a:pt x="0" y="402468"/>
                </a:moveTo>
                <a:lnTo>
                  <a:pt x="117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04B4F-AE7F-4799-8C0C-5DEF6A75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924709"/>
            <a:ext cx="117712" cy="244747"/>
          </a:xfrm>
          <a:custGeom xmlns:a="http://schemas.openxmlformats.org/drawingml/2006/main">
            <a:pathLst>
              <a:path w="117712" h="244747" fill="none">
                <a:moveTo>
                  <a:pt x="0" y="244747"/>
                </a:moveTo>
                <a:lnTo>
                  <a:pt x="117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19E17-FB3A-4066-96D4-2F2BBDB5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1081551"/>
            <a:ext cx="117712" cy="87007"/>
          </a:xfrm>
          <a:custGeom xmlns:a="http://schemas.openxmlformats.org/drawingml/2006/main">
            <a:pathLst>
              <a:path w="117712" h="87007" fill="none">
                <a:moveTo>
                  <a:pt x="0" y="87007"/>
                </a:moveTo>
                <a:lnTo>
                  <a:pt x="117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AA87B-F7CE-4FC5-8454-5A646C25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1169376"/>
            <a:ext cx="117712" cy="70732"/>
          </a:xfrm>
          <a:custGeom xmlns:a="http://schemas.openxmlformats.org/drawingml/2006/main">
            <a:pathLst>
              <a:path w="117712" h="70732" fill="none">
                <a:moveTo>
                  <a:pt x="0" y="0"/>
                </a:moveTo>
                <a:lnTo>
                  <a:pt x="117712" y="70732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D83E47-6993-45EC-9D0C-7BF300F3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51" y="765792"/>
            <a:ext cx="117712" cy="322396"/>
          </a:xfrm>
          <a:custGeom xmlns:a="http://schemas.openxmlformats.org/drawingml/2006/main">
            <a:pathLst>
              <a:path w="117712" h="322396" fill="none">
                <a:moveTo>
                  <a:pt x="0" y="0"/>
                </a:moveTo>
                <a:lnTo>
                  <a:pt x="117712" y="322396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E7E8A-078D-4E2B-93FC-719FFA68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51" y="924716"/>
            <a:ext cx="117712" cy="164675"/>
          </a:xfrm>
          <a:custGeom xmlns:a="http://schemas.openxmlformats.org/drawingml/2006/main">
            <a:pathLst>
              <a:path w="117712" h="164675" fill="none">
                <a:moveTo>
                  <a:pt x="0" y="0"/>
                </a:moveTo>
                <a:lnTo>
                  <a:pt x="117712" y="164675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98C173-0C48-4130-8F52-5F38B0B9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51" y="1081549"/>
            <a:ext cx="117712" cy="6936"/>
          </a:xfrm>
          <a:custGeom xmlns:a="http://schemas.openxmlformats.org/drawingml/2006/main">
            <a:pathLst>
              <a:path w="117712" h="6936" fill="none">
                <a:moveTo>
                  <a:pt x="0" y="0"/>
                </a:moveTo>
                <a:lnTo>
                  <a:pt x="117712" y="6936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9D29A-E6E7-47D7-BA93-8BC11BB3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51" y="1089922"/>
            <a:ext cx="117712" cy="150786"/>
          </a:xfrm>
          <a:custGeom xmlns:a="http://schemas.openxmlformats.org/drawingml/2006/main">
            <a:pathLst>
              <a:path w="117712" h="150786" fill="none">
                <a:moveTo>
                  <a:pt x="0" y="150786"/>
                </a:moveTo>
                <a:lnTo>
                  <a:pt x="117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F34CEC-8E85-4B55-97AD-33B3A708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154" y="765783"/>
            <a:ext cx="117712" cy="70732"/>
          </a:xfrm>
          <a:custGeom xmlns:a="http://schemas.openxmlformats.org/drawingml/2006/main">
            <a:pathLst>
              <a:path w="117712" h="70732" fill="none">
                <a:moveTo>
                  <a:pt x="0" y="70732"/>
                </a:moveTo>
                <a:lnTo>
                  <a:pt x="117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D1954-2674-47D7-B1E3-1BE26C07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553" y="1018816"/>
            <a:ext cx="142195" cy="142195"/>
          </a:xfrm>
          <a:custGeom xmlns:a="http://schemas.openxmlformats.org/drawingml/2006/main">
            <a:pathLst>
              <a:path w="142195" h="142195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A7D07-53B3-4AFA-8221-71B27F70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553" y="1018816"/>
            <a:ext cx="142195" cy="142195"/>
          </a:xfrm>
          <a:custGeom xmlns:a="http://schemas.openxmlformats.org/drawingml/2006/main">
            <a:pathLst>
              <a:path w="142195" h="142195" fill="none">
                <a:moveTo>
                  <a:pt x="0" y="71098"/>
                </a:moveTo>
                <a:cubicBezTo>
                  <a:pt x="0" y="31837"/>
                  <a:pt x="31837" y="0"/>
                  <a:pt x="71098" y="0"/>
                </a:cubicBezTo>
                <a:cubicBezTo>
                  <a:pt x="110358" y="0"/>
                  <a:pt x="142195" y="31837"/>
                  <a:pt x="142195" y="71098"/>
                </a:cubicBezTo>
                <a:cubicBezTo>
                  <a:pt x="142195" y="110358"/>
                  <a:pt x="110358" y="142195"/>
                  <a:pt x="71098" y="142195"/>
                </a:cubicBezTo>
                <a:cubicBezTo>
                  <a:pt x="31837" y="142195"/>
                  <a:pt x="0" y="110358"/>
                  <a:pt x="0" y="710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EEA38-12C6-4C71-AFEC-92FA87B0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736" y="845254"/>
            <a:ext cx="142195" cy="144286"/>
          </a:xfrm>
          <a:custGeom xmlns:a="http://schemas.openxmlformats.org/drawingml/2006/main">
            <a:pathLst>
              <a:path w="142195" h="144286">
                <a:moveTo>
                  <a:pt x="0" y="72143"/>
                </a:moveTo>
                <a:cubicBezTo>
                  <a:pt x="0" y="32308"/>
                  <a:pt x="31837" y="0"/>
                  <a:pt x="71098" y="0"/>
                </a:cubicBezTo>
                <a:cubicBezTo>
                  <a:pt x="110358" y="0"/>
                  <a:pt x="142195" y="32308"/>
                  <a:pt x="142195" y="72143"/>
                </a:cubicBezTo>
                <a:cubicBezTo>
                  <a:pt x="142195" y="111979"/>
                  <a:pt x="110358" y="144286"/>
                  <a:pt x="71098" y="144286"/>
                </a:cubicBezTo>
                <a:cubicBezTo>
                  <a:pt x="31837" y="144286"/>
                  <a:pt x="0" y="111979"/>
                  <a:pt x="0" y="72143"/>
                </a:cubicBezTo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7C79C-E6E4-41A6-9C63-33E8DD18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736" y="845254"/>
            <a:ext cx="142195" cy="144286"/>
          </a:xfrm>
          <a:custGeom xmlns:a="http://schemas.openxmlformats.org/drawingml/2006/main">
            <a:pathLst>
              <a:path w="142195" h="144286" fill="none">
                <a:moveTo>
                  <a:pt x="0" y="72143"/>
                </a:moveTo>
                <a:cubicBezTo>
                  <a:pt x="0" y="32308"/>
                  <a:pt x="31837" y="0"/>
                  <a:pt x="71098" y="0"/>
                </a:cubicBezTo>
                <a:cubicBezTo>
                  <a:pt x="110358" y="0"/>
                  <a:pt x="142195" y="32308"/>
                  <a:pt x="142195" y="72143"/>
                </a:cubicBezTo>
                <a:cubicBezTo>
                  <a:pt x="142195" y="111979"/>
                  <a:pt x="110358" y="144286"/>
                  <a:pt x="71098" y="144286"/>
                </a:cubicBezTo>
                <a:cubicBezTo>
                  <a:pt x="31837" y="144286"/>
                  <a:pt x="0" y="111979"/>
                  <a:pt x="0" y="721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9B511-7B21-405D-91F0-F84867F6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51" y="765792"/>
            <a:ext cx="120901" cy="150804"/>
          </a:xfrm>
          <a:custGeom xmlns:a="http://schemas.openxmlformats.org/drawingml/2006/main">
            <a:pathLst>
              <a:path w="120901" h="150804" fill="none">
                <a:moveTo>
                  <a:pt x="0" y="0"/>
                </a:moveTo>
                <a:lnTo>
                  <a:pt x="120901" y="150804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7086CC-C01A-4130-9B0B-88CA950B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51" y="916351"/>
            <a:ext cx="120901" cy="6936"/>
          </a:xfrm>
          <a:custGeom xmlns:a="http://schemas.openxmlformats.org/drawingml/2006/main">
            <a:pathLst>
              <a:path w="120901" h="6936" fill="none">
                <a:moveTo>
                  <a:pt x="0" y="6936"/>
                </a:moveTo>
                <a:lnTo>
                  <a:pt x="1209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BCC9C-8805-4B1B-848F-934058A9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51" y="916342"/>
            <a:ext cx="120901" cy="164675"/>
          </a:xfrm>
          <a:custGeom xmlns:a="http://schemas.openxmlformats.org/drawingml/2006/main">
            <a:pathLst>
              <a:path w="120901" h="164675" fill="none">
                <a:moveTo>
                  <a:pt x="0" y="164675"/>
                </a:moveTo>
                <a:lnTo>
                  <a:pt x="1209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AE716-2B65-4C60-BB7F-11BEE67F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451" y="916354"/>
            <a:ext cx="120901" cy="322396"/>
          </a:xfrm>
          <a:custGeom xmlns:a="http://schemas.openxmlformats.org/drawingml/2006/main">
            <a:pathLst>
              <a:path w="120901" h="322396" fill="none">
                <a:moveTo>
                  <a:pt x="0" y="322396"/>
                </a:moveTo>
                <a:lnTo>
                  <a:pt x="1209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8713" cap="flat">
            <a:solidFill>
              <a:srgbClr val="000000"/>
            </a:solidFill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8579E-7ECD-4B4B-873C-6812E019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49" y="797158"/>
            <a:ext cx="307393" cy="434950"/>
          </a:xfrm>
          <a:custGeom xmlns:a="http://schemas.openxmlformats.org/drawingml/2006/main">
            <a:pathLst>
              <a:path w="307393" h="434950">
                <a:moveTo>
                  <a:pt x="0" y="108738"/>
                </a:moveTo>
                <a:lnTo>
                  <a:pt x="153696" y="108738"/>
                </a:lnTo>
                <a:lnTo>
                  <a:pt x="153696" y="0"/>
                </a:lnTo>
                <a:lnTo>
                  <a:pt x="307393" y="217475"/>
                </a:lnTo>
                <a:lnTo>
                  <a:pt x="153696" y="434950"/>
                </a:lnTo>
                <a:lnTo>
                  <a:pt x="153696" y="326213"/>
                </a:lnTo>
                <a:lnTo>
                  <a:pt x="0" y="326213"/>
                </a:lnTo>
                <a:lnTo>
                  <a:pt x="0" y="108738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13b46f2a44f0f"/>
          <a:stretch xmlns:a="http://schemas.openxmlformats.org/drawingml/2006/main"/>
        </p:blipFill>
        <p:spPr>
          <a:xfrm xmlns:a="http://schemas.openxmlformats.org/drawingml/2006/main">
            <a:off x="3014748" y="797867"/>
            <a:ext cx="621059" cy="420986"/>
          </a:xfrm>
          <a:prstGeom xmlns:a="http://schemas.openxmlformats.org/drawingml/2006/main" prst="rect">
            <a:avLst/>
          </a:prstGeom>
        </p:spPr>
      </p:pic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BAB99-01C0-449F-95E1-0E0FD6F6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144" y="777555"/>
            <a:ext cx="660267" cy="461612"/>
          </a:xfrm>
          <a:custGeom xmlns:a="http://schemas.openxmlformats.org/drawingml/2006/main">
            <a:pathLst>
              <a:path w="660267" h="461612" fill="none">
                <a:moveTo>
                  <a:pt x="0" y="0"/>
                </a:moveTo>
                <a:lnTo>
                  <a:pt x="660267" y="0"/>
                </a:lnTo>
                <a:lnTo>
                  <a:pt x="660267" y="461612"/>
                </a:lnTo>
                <a:lnTo>
                  <a:pt x="0" y="4616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208" cap="flat">
            <a:solidFill>
              <a:srgbClr val="000000"/>
            </a:solidFill>
            <a:round/>
          </a:ln>
        </p:spPr>
      </p:sp>
      <p:sp>
        <p:nvSpPr>
          <p:cNvPr id="432" name="Text EM">
            <a:extLst xmlns:a="http://schemas.openxmlformats.org/drawingml/2006/main">
              <a:ext uri="{FF2B5EF4-FFF2-40B4-BE49-F238E27FC236}">
                <a16:creationId xmlns:a16="http://schemas.microsoft.com/office/drawing/2014/main" id="{4B16B78D-7542-4344-80CB-DC19FA5A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809" y="1341926"/>
            <a:ext cx="260187" cy="137711"/>
          </a:xfrm>
          <a:custGeom xmlns:a="http://schemas.openxmlformats.org/drawingml/2006/main">
            <a:pathLst>
              <a:path w="260187" h="137711">
                <a:moveTo>
                  <a:pt x="0" y="137711"/>
                </a:moveTo>
                <a:lnTo>
                  <a:pt x="0" y="0"/>
                </a:lnTo>
                <a:lnTo>
                  <a:pt x="102109" y="0"/>
                </a:lnTo>
                <a:lnTo>
                  <a:pt x="102109" y="23296"/>
                </a:lnTo>
                <a:lnTo>
                  <a:pt x="27805" y="23296"/>
                </a:lnTo>
                <a:lnTo>
                  <a:pt x="27805" y="53732"/>
                </a:lnTo>
                <a:lnTo>
                  <a:pt x="96942" y="53732"/>
                </a:lnTo>
                <a:lnTo>
                  <a:pt x="96942" y="77028"/>
                </a:lnTo>
                <a:lnTo>
                  <a:pt x="27805" y="77028"/>
                </a:lnTo>
                <a:lnTo>
                  <a:pt x="27805" y="114415"/>
                </a:lnTo>
                <a:lnTo>
                  <a:pt x="104739" y="114415"/>
                </a:lnTo>
                <a:lnTo>
                  <a:pt x="104739" y="137711"/>
                </a:lnTo>
                <a:lnTo>
                  <a:pt x="0" y="137711"/>
                </a:lnTo>
                <a:close/>
                <a:moveTo>
                  <a:pt x="127173" y="137711"/>
                </a:moveTo>
                <a:lnTo>
                  <a:pt x="127173" y="0"/>
                </a:lnTo>
                <a:lnTo>
                  <a:pt x="168787" y="0"/>
                </a:lnTo>
                <a:lnTo>
                  <a:pt x="193774" y="93936"/>
                </a:lnTo>
                <a:lnTo>
                  <a:pt x="218480" y="0"/>
                </a:lnTo>
                <a:lnTo>
                  <a:pt x="260187" y="0"/>
                </a:lnTo>
                <a:lnTo>
                  <a:pt x="260187" y="137711"/>
                </a:lnTo>
                <a:lnTo>
                  <a:pt x="234355" y="137711"/>
                </a:lnTo>
                <a:lnTo>
                  <a:pt x="234355" y="29308"/>
                </a:lnTo>
                <a:lnTo>
                  <a:pt x="207019" y="137711"/>
                </a:lnTo>
                <a:lnTo>
                  <a:pt x="180247" y="137711"/>
                </a:lnTo>
                <a:lnTo>
                  <a:pt x="153006" y="29308"/>
                </a:lnTo>
                <a:lnTo>
                  <a:pt x="153006" y="137711"/>
                </a:lnTo>
                <a:lnTo>
                  <a:pt x="127173" y="137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Text Signals">
            <a:extLst xmlns:a="http://schemas.openxmlformats.org/drawingml/2006/main">
              <a:ext uri="{FF2B5EF4-FFF2-40B4-BE49-F238E27FC236}">
                <a16:creationId xmlns:a16="http://schemas.microsoft.com/office/drawing/2014/main" id="{52075CBC-1BF9-4987-838C-CF1E06B3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150" y="1542254"/>
            <a:ext cx="667946" cy="180734"/>
          </a:xfrm>
          <a:custGeom xmlns:a="http://schemas.openxmlformats.org/drawingml/2006/main">
            <a:pathLst>
              <a:path w="667946" h="180734">
                <a:moveTo>
                  <a:pt x="0" y="95439"/>
                </a:moveTo>
                <a:lnTo>
                  <a:pt x="27054" y="92809"/>
                </a:lnTo>
                <a:cubicBezTo>
                  <a:pt x="28682" y="101923"/>
                  <a:pt x="31985" y="108617"/>
                  <a:pt x="36964" y="112891"/>
                </a:cubicBezTo>
                <a:cubicBezTo>
                  <a:pt x="41943" y="117163"/>
                  <a:pt x="48659" y="119299"/>
                  <a:pt x="57113" y="119299"/>
                </a:cubicBezTo>
                <a:cubicBezTo>
                  <a:pt x="66069" y="119299"/>
                  <a:pt x="72816" y="117399"/>
                  <a:pt x="77357" y="113599"/>
                </a:cubicBezTo>
                <a:cubicBezTo>
                  <a:pt x="81897" y="109798"/>
                  <a:pt x="84167" y="105353"/>
                  <a:pt x="84167" y="100262"/>
                </a:cubicBezTo>
                <a:cubicBezTo>
                  <a:pt x="84167" y="96996"/>
                  <a:pt x="83212" y="94217"/>
                  <a:pt x="81302" y="91926"/>
                </a:cubicBezTo>
                <a:cubicBezTo>
                  <a:pt x="79392" y="89632"/>
                  <a:pt x="76057" y="87637"/>
                  <a:pt x="71298" y="85940"/>
                </a:cubicBezTo>
                <a:cubicBezTo>
                  <a:pt x="68041" y="84811"/>
                  <a:pt x="60620" y="82803"/>
                  <a:pt x="49035" y="79916"/>
                </a:cubicBezTo>
                <a:cubicBezTo>
                  <a:pt x="34130" y="76214"/>
                  <a:pt x="23672" y="71664"/>
                  <a:pt x="17660" y="66266"/>
                </a:cubicBezTo>
                <a:cubicBezTo>
                  <a:pt x="9206" y="58673"/>
                  <a:pt x="4979" y="49417"/>
                  <a:pt x="4979" y="38499"/>
                </a:cubicBezTo>
                <a:cubicBezTo>
                  <a:pt x="4979" y="31472"/>
                  <a:pt x="6967" y="24899"/>
                  <a:pt x="10944" y="18781"/>
                </a:cubicBezTo>
                <a:cubicBezTo>
                  <a:pt x="14920" y="12662"/>
                  <a:pt x="20650" y="8002"/>
                  <a:pt x="28134" y="4802"/>
                </a:cubicBezTo>
                <a:cubicBezTo>
                  <a:pt x="35618" y="1601"/>
                  <a:pt x="44651" y="0"/>
                  <a:pt x="55235" y="0"/>
                </a:cubicBezTo>
                <a:cubicBezTo>
                  <a:pt x="72519" y="0"/>
                  <a:pt x="85529" y="3806"/>
                  <a:pt x="94265" y="11419"/>
                </a:cubicBezTo>
                <a:cubicBezTo>
                  <a:pt x="103001" y="19030"/>
                  <a:pt x="107589" y="29189"/>
                  <a:pt x="108027" y="41896"/>
                </a:cubicBezTo>
                <a:lnTo>
                  <a:pt x="80222" y="43023"/>
                </a:lnTo>
                <a:cubicBezTo>
                  <a:pt x="79032" y="35946"/>
                  <a:pt x="76480" y="30858"/>
                  <a:pt x="72566" y="27758"/>
                </a:cubicBezTo>
                <a:cubicBezTo>
                  <a:pt x="68652" y="24658"/>
                  <a:pt x="62781" y="23108"/>
                  <a:pt x="54953" y="23108"/>
                </a:cubicBezTo>
                <a:cubicBezTo>
                  <a:pt x="46874" y="23108"/>
                  <a:pt x="40549" y="24769"/>
                  <a:pt x="35978" y="28090"/>
                </a:cubicBezTo>
                <a:cubicBezTo>
                  <a:pt x="33034" y="30219"/>
                  <a:pt x="31563" y="33070"/>
                  <a:pt x="31563" y="36641"/>
                </a:cubicBezTo>
                <a:cubicBezTo>
                  <a:pt x="31563" y="39899"/>
                  <a:pt x="32940" y="42687"/>
                  <a:pt x="35696" y="45004"/>
                </a:cubicBezTo>
                <a:cubicBezTo>
                  <a:pt x="39203" y="47950"/>
                  <a:pt x="47720" y="51022"/>
                  <a:pt x="61247" y="54222"/>
                </a:cubicBezTo>
                <a:cubicBezTo>
                  <a:pt x="74773" y="57422"/>
                  <a:pt x="84778" y="60732"/>
                  <a:pt x="91259" y="64153"/>
                </a:cubicBezTo>
                <a:cubicBezTo>
                  <a:pt x="97741" y="67572"/>
                  <a:pt x="102813" y="72246"/>
                  <a:pt x="106477" y="78176"/>
                </a:cubicBezTo>
                <a:cubicBezTo>
                  <a:pt x="110140" y="84103"/>
                  <a:pt x="111972" y="91429"/>
                  <a:pt x="111972" y="100151"/>
                </a:cubicBezTo>
                <a:cubicBezTo>
                  <a:pt x="111972" y="108055"/>
                  <a:pt x="109780" y="115459"/>
                  <a:pt x="105397" y="122361"/>
                </a:cubicBezTo>
                <a:cubicBezTo>
                  <a:pt x="101013" y="129263"/>
                  <a:pt x="94813" y="134393"/>
                  <a:pt x="86797" y="137749"/>
                </a:cubicBezTo>
                <a:cubicBezTo>
                  <a:pt x="78781" y="141105"/>
                  <a:pt x="68793" y="142783"/>
                  <a:pt x="56832" y="142783"/>
                </a:cubicBezTo>
                <a:cubicBezTo>
                  <a:pt x="39422" y="142783"/>
                  <a:pt x="26052" y="138752"/>
                  <a:pt x="16721" y="130689"/>
                </a:cubicBezTo>
                <a:cubicBezTo>
                  <a:pt x="7390" y="122626"/>
                  <a:pt x="1816" y="110876"/>
                  <a:pt x="0" y="95439"/>
                </a:cubicBezTo>
                <a:close/>
                <a:moveTo>
                  <a:pt x="134407" y="26866"/>
                </a:moveTo>
                <a:lnTo>
                  <a:pt x="134407" y="2442"/>
                </a:lnTo>
                <a:lnTo>
                  <a:pt x="160803" y="2442"/>
                </a:lnTo>
                <a:lnTo>
                  <a:pt x="160803" y="26866"/>
                </a:lnTo>
                <a:lnTo>
                  <a:pt x="134407" y="26866"/>
                </a:lnTo>
                <a:moveTo>
                  <a:pt x="134407" y="140153"/>
                </a:moveTo>
                <a:lnTo>
                  <a:pt x="134407" y="40393"/>
                </a:lnTo>
                <a:lnTo>
                  <a:pt x="160803" y="40393"/>
                </a:lnTo>
                <a:lnTo>
                  <a:pt x="160803" y="140153"/>
                </a:lnTo>
                <a:lnTo>
                  <a:pt x="134407" y="140153"/>
                </a:lnTo>
                <a:close/>
                <a:moveTo>
                  <a:pt x="186351" y="146541"/>
                </a:moveTo>
                <a:lnTo>
                  <a:pt x="216504" y="150298"/>
                </a:lnTo>
                <a:cubicBezTo>
                  <a:pt x="217005" y="153839"/>
                  <a:pt x="218164" y="156272"/>
                  <a:pt x="219980" y="157599"/>
                </a:cubicBezTo>
                <a:cubicBezTo>
                  <a:pt x="222485" y="159495"/>
                  <a:pt x="226430" y="160443"/>
                  <a:pt x="231816" y="160443"/>
                </a:cubicBezTo>
                <a:cubicBezTo>
                  <a:pt x="238705" y="160443"/>
                  <a:pt x="243871" y="159402"/>
                  <a:pt x="247316" y="157320"/>
                </a:cubicBezTo>
                <a:cubicBezTo>
                  <a:pt x="249633" y="155933"/>
                  <a:pt x="251386" y="153694"/>
                  <a:pt x="252576" y="150604"/>
                </a:cubicBezTo>
                <a:cubicBezTo>
                  <a:pt x="253390" y="148396"/>
                  <a:pt x="253797" y="144328"/>
                  <a:pt x="253797" y="138401"/>
                </a:cubicBezTo>
                <a:lnTo>
                  <a:pt x="253797" y="123735"/>
                </a:lnTo>
                <a:cubicBezTo>
                  <a:pt x="245907" y="134680"/>
                  <a:pt x="235949" y="140153"/>
                  <a:pt x="223925" y="140153"/>
                </a:cubicBezTo>
                <a:cubicBezTo>
                  <a:pt x="210524" y="140153"/>
                  <a:pt x="199909" y="134486"/>
                  <a:pt x="192081" y="123151"/>
                </a:cubicBezTo>
                <a:cubicBezTo>
                  <a:pt x="185944" y="114195"/>
                  <a:pt x="182875" y="103048"/>
                  <a:pt x="182875" y="89709"/>
                </a:cubicBezTo>
                <a:cubicBezTo>
                  <a:pt x="182875" y="72989"/>
                  <a:pt x="186899" y="60213"/>
                  <a:pt x="194946" y="51383"/>
                </a:cubicBezTo>
                <a:cubicBezTo>
                  <a:pt x="202993" y="42553"/>
                  <a:pt x="212997" y="38138"/>
                  <a:pt x="224959" y="38138"/>
                </a:cubicBezTo>
                <a:cubicBezTo>
                  <a:pt x="237296" y="38138"/>
                  <a:pt x="247472" y="43581"/>
                  <a:pt x="255488" y="54466"/>
                </a:cubicBezTo>
                <a:lnTo>
                  <a:pt x="255488" y="40393"/>
                </a:lnTo>
                <a:lnTo>
                  <a:pt x="280193" y="40393"/>
                </a:lnTo>
                <a:lnTo>
                  <a:pt x="280193" y="129973"/>
                </a:lnTo>
                <a:cubicBezTo>
                  <a:pt x="280193" y="141754"/>
                  <a:pt x="279223" y="150559"/>
                  <a:pt x="277281" y="156387"/>
                </a:cubicBezTo>
                <a:cubicBezTo>
                  <a:pt x="275340" y="162215"/>
                  <a:pt x="272616" y="166789"/>
                  <a:pt x="269109" y="170110"/>
                </a:cubicBezTo>
                <a:cubicBezTo>
                  <a:pt x="265602" y="173433"/>
                  <a:pt x="260921" y="176034"/>
                  <a:pt x="255065" y="177913"/>
                </a:cubicBezTo>
                <a:cubicBezTo>
                  <a:pt x="249210" y="179793"/>
                  <a:pt x="241805" y="180734"/>
                  <a:pt x="232849" y="180734"/>
                </a:cubicBezTo>
                <a:cubicBezTo>
                  <a:pt x="215941" y="180734"/>
                  <a:pt x="203948" y="177813"/>
                  <a:pt x="196872" y="171971"/>
                </a:cubicBezTo>
                <a:cubicBezTo>
                  <a:pt x="189795" y="166132"/>
                  <a:pt x="186257" y="158728"/>
                  <a:pt x="186257" y="149761"/>
                </a:cubicBezTo>
                <a:cubicBezTo>
                  <a:pt x="186257" y="148877"/>
                  <a:pt x="186288" y="147803"/>
                  <a:pt x="186351" y="146541"/>
                </a:cubicBezTo>
                <a:moveTo>
                  <a:pt x="209929" y="88206"/>
                </a:moveTo>
                <a:cubicBezTo>
                  <a:pt x="209929" y="98759"/>
                  <a:pt x="211980" y="106485"/>
                  <a:pt x="216082" y="111385"/>
                </a:cubicBezTo>
                <a:cubicBezTo>
                  <a:pt x="220184" y="116285"/>
                  <a:pt x="225241" y="118736"/>
                  <a:pt x="231252" y="118736"/>
                </a:cubicBezTo>
                <a:cubicBezTo>
                  <a:pt x="237703" y="118736"/>
                  <a:pt x="243151" y="116223"/>
                  <a:pt x="247597" y="111197"/>
                </a:cubicBezTo>
                <a:cubicBezTo>
                  <a:pt x="252044" y="106172"/>
                  <a:pt x="254267" y="98727"/>
                  <a:pt x="254267" y="88864"/>
                </a:cubicBezTo>
                <a:cubicBezTo>
                  <a:pt x="254267" y="78562"/>
                  <a:pt x="252138" y="70914"/>
                  <a:pt x="247879" y="65920"/>
                </a:cubicBezTo>
                <a:cubicBezTo>
                  <a:pt x="243621" y="60926"/>
                  <a:pt x="238235" y="58428"/>
                  <a:pt x="231722" y="58428"/>
                </a:cubicBezTo>
                <a:cubicBezTo>
                  <a:pt x="225397" y="58428"/>
                  <a:pt x="220184" y="60879"/>
                  <a:pt x="216082" y="65779"/>
                </a:cubicBezTo>
                <a:cubicBezTo>
                  <a:pt x="211980" y="70679"/>
                  <a:pt x="209929" y="78155"/>
                  <a:pt x="209929" y="88206"/>
                </a:cubicBezTo>
                <a:close/>
                <a:moveTo>
                  <a:pt x="396696" y="140153"/>
                </a:moveTo>
                <a:lnTo>
                  <a:pt x="370300" y="140153"/>
                </a:lnTo>
                <a:lnTo>
                  <a:pt x="370300" y="89298"/>
                </a:lnTo>
                <a:cubicBezTo>
                  <a:pt x="370300" y="78539"/>
                  <a:pt x="369736" y="71580"/>
                  <a:pt x="368609" y="68421"/>
                </a:cubicBezTo>
                <a:cubicBezTo>
                  <a:pt x="367482" y="65262"/>
                  <a:pt x="365650" y="62807"/>
                  <a:pt x="363114" y="61056"/>
                </a:cubicBezTo>
                <a:cubicBezTo>
                  <a:pt x="360578" y="59304"/>
                  <a:pt x="357525" y="58428"/>
                  <a:pt x="353955" y="58428"/>
                </a:cubicBezTo>
                <a:cubicBezTo>
                  <a:pt x="349384" y="58428"/>
                  <a:pt x="345282" y="59680"/>
                  <a:pt x="341649" y="62183"/>
                </a:cubicBezTo>
                <a:cubicBezTo>
                  <a:pt x="338017" y="64684"/>
                  <a:pt x="335528" y="67999"/>
                  <a:pt x="334182" y="72129"/>
                </a:cubicBezTo>
                <a:cubicBezTo>
                  <a:pt x="332835" y="76256"/>
                  <a:pt x="332162" y="83887"/>
                  <a:pt x="332162" y="95023"/>
                </a:cubicBezTo>
                <a:lnTo>
                  <a:pt x="332162" y="140153"/>
                </a:lnTo>
                <a:lnTo>
                  <a:pt x="305766" y="140153"/>
                </a:lnTo>
                <a:lnTo>
                  <a:pt x="305766" y="40393"/>
                </a:lnTo>
                <a:lnTo>
                  <a:pt x="330283" y="40393"/>
                </a:lnTo>
                <a:lnTo>
                  <a:pt x="330283" y="55047"/>
                </a:lnTo>
                <a:cubicBezTo>
                  <a:pt x="338988" y="43774"/>
                  <a:pt x="349947" y="38138"/>
                  <a:pt x="363161" y="38138"/>
                </a:cubicBezTo>
                <a:cubicBezTo>
                  <a:pt x="368985" y="38138"/>
                  <a:pt x="374308" y="39187"/>
                  <a:pt x="379130" y="41285"/>
                </a:cubicBezTo>
                <a:cubicBezTo>
                  <a:pt x="383952" y="43383"/>
                  <a:pt x="387600" y="46060"/>
                  <a:pt x="390074" y="49317"/>
                </a:cubicBezTo>
                <a:cubicBezTo>
                  <a:pt x="392547" y="52573"/>
                  <a:pt x="394270" y="56268"/>
                  <a:pt x="395240" y="60401"/>
                </a:cubicBezTo>
                <a:cubicBezTo>
                  <a:pt x="396211" y="64534"/>
                  <a:pt x="396696" y="70452"/>
                  <a:pt x="396696" y="78155"/>
                </a:cubicBezTo>
                <a:lnTo>
                  <a:pt x="396696" y="140153"/>
                </a:lnTo>
                <a:close/>
                <a:moveTo>
                  <a:pt x="442841" y="71204"/>
                </a:moveTo>
                <a:lnTo>
                  <a:pt x="418887" y="66883"/>
                </a:lnTo>
                <a:cubicBezTo>
                  <a:pt x="421580" y="57111"/>
                  <a:pt x="426214" y="49878"/>
                  <a:pt x="432790" y="45183"/>
                </a:cubicBezTo>
                <a:cubicBezTo>
                  <a:pt x="439365" y="40487"/>
                  <a:pt x="449135" y="38138"/>
                  <a:pt x="462098" y="38138"/>
                </a:cubicBezTo>
                <a:cubicBezTo>
                  <a:pt x="473871" y="38138"/>
                  <a:pt x="482639" y="39532"/>
                  <a:pt x="488400" y="42318"/>
                </a:cubicBezTo>
                <a:cubicBezTo>
                  <a:pt x="494161" y="45105"/>
                  <a:pt x="498216" y="48643"/>
                  <a:pt x="500565" y="52933"/>
                </a:cubicBezTo>
                <a:cubicBezTo>
                  <a:pt x="502913" y="57223"/>
                  <a:pt x="504087" y="65098"/>
                  <a:pt x="504087" y="76558"/>
                </a:cubicBezTo>
                <a:lnTo>
                  <a:pt x="503806" y="107369"/>
                </a:lnTo>
                <a:cubicBezTo>
                  <a:pt x="503806" y="116137"/>
                  <a:pt x="504228" y="122603"/>
                  <a:pt x="505074" y="126767"/>
                </a:cubicBezTo>
                <a:cubicBezTo>
                  <a:pt x="505919" y="130932"/>
                  <a:pt x="507500" y="135394"/>
                  <a:pt x="509818" y="140153"/>
                </a:cubicBezTo>
                <a:lnTo>
                  <a:pt x="483703" y="140153"/>
                </a:lnTo>
                <a:cubicBezTo>
                  <a:pt x="483014" y="138400"/>
                  <a:pt x="482169" y="135801"/>
                  <a:pt x="481167" y="132356"/>
                </a:cubicBezTo>
                <a:cubicBezTo>
                  <a:pt x="480729" y="130791"/>
                  <a:pt x="480415" y="129758"/>
                  <a:pt x="480228" y="129257"/>
                </a:cubicBezTo>
                <a:cubicBezTo>
                  <a:pt x="475719" y="133640"/>
                  <a:pt x="470897" y="136928"/>
                  <a:pt x="465761" y="139120"/>
                </a:cubicBezTo>
                <a:cubicBezTo>
                  <a:pt x="460626" y="141312"/>
                  <a:pt x="455147" y="142408"/>
                  <a:pt x="449322" y="142408"/>
                </a:cubicBezTo>
                <a:cubicBezTo>
                  <a:pt x="439052" y="142408"/>
                  <a:pt x="430958" y="139633"/>
                  <a:pt x="425040" y="134083"/>
                </a:cubicBezTo>
                <a:cubicBezTo>
                  <a:pt x="419122" y="128532"/>
                  <a:pt x="416163" y="121517"/>
                  <a:pt x="416163" y="113035"/>
                </a:cubicBezTo>
                <a:cubicBezTo>
                  <a:pt x="416163" y="107422"/>
                  <a:pt x="417509" y="102418"/>
                  <a:pt x="420202" y="98023"/>
                </a:cubicBezTo>
                <a:cubicBezTo>
                  <a:pt x="422895" y="93625"/>
                  <a:pt x="426668" y="90257"/>
                  <a:pt x="431522" y="87919"/>
                </a:cubicBezTo>
                <a:cubicBezTo>
                  <a:pt x="436375" y="85580"/>
                  <a:pt x="443373" y="83538"/>
                  <a:pt x="452516" y="81792"/>
                </a:cubicBezTo>
                <a:cubicBezTo>
                  <a:pt x="464853" y="79485"/>
                  <a:pt x="473402" y="77333"/>
                  <a:pt x="478161" y="75337"/>
                </a:cubicBezTo>
                <a:lnTo>
                  <a:pt x="478161" y="72677"/>
                </a:lnTo>
                <a:cubicBezTo>
                  <a:pt x="478161" y="67548"/>
                  <a:pt x="476908" y="63891"/>
                  <a:pt x="474403" y="61707"/>
                </a:cubicBezTo>
                <a:cubicBezTo>
                  <a:pt x="471899" y="59521"/>
                  <a:pt x="467170" y="58428"/>
                  <a:pt x="460219" y="58428"/>
                </a:cubicBezTo>
                <a:cubicBezTo>
                  <a:pt x="455522" y="58428"/>
                  <a:pt x="451859" y="59374"/>
                  <a:pt x="449229" y="61264"/>
                </a:cubicBezTo>
                <a:cubicBezTo>
                  <a:pt x="446598" y="63153"/>
                  <a:pt x="444469" y="66466"/>
                  <a:pt x="442841" y="71204"/>
                </a:cubicBezTo>
                <a:moveTo>
                  <a:pt x="478161" y="92621"/>
                </a:moveTo>
                <a:cubicBezTo>
                  <a:pt x="474779" y="93735"/>
                  <a:pt x="469425" y="95066"/>
                  <a:pt x="462098" y="96614"/>
                </a:cubicBezTo>
                <a:cubicBezTo>
                  <a:pt x="454771" y="98160"/>
                  <a:pt x="449980" y="99675"/>
                  <a:pt x="447726" y="101161"/>
                </a:cubicBezTo>
                <a:cubicBezTo>
                  <a:pt x="444281" y="103574"/>
                  <a:pt x="442559" y="106636"/>
                  <a:pt x="442559" y="110349"/>
                </a:cubicBezTo>
                <a:cubicBezTo>
                  <a:pt x="442559" y="114001"/>
                  <a:pt x="443937" y="117157"/>
                  <a:pt x="446692" y="119819"/>
                </a:cubicBezTo>
                <a:cubicBezTo>
                  <a:pt x="449448" y="122478"/>
                  <a:pt x="452955" y="123808"/>
                  <a:pt x="457213" y="123808"/>
                </a:cubicBezTo>
                <a:cubicBezTo>
                  <a:pt x="461973" y="123808"/>
                  <a:pt x="466513" y="122261"/>
                  <a:pt x="470834" y="119167"/>
                </a:cubicBezTo>
                <a:cubicBezTo>
                  <a:pt x="474028" y="116817"/>
                  <a:pt x="476126" y="113939"/>
                  <a:pt x="477128" y="110534"/>
                </a:cubicBezTo>
                <a:cubicBezTo>
                  <a:pt x="477817" y="108307"/>
                  <a:pt x="478161" y="104069"/>
                  <a:pt x="478161" y="97820"/>
                </a:cubicBezTo>
                <a:lnTo>
                  <a:pt x="478161" y="92621"/>
                </a:lnTo>
                <a:close/>
                <a:moveTo>
                  <a:pt x="529694" y="140153"/>
                </a:moveTo>
                <a:lnTo>
                  <a:pt x="529694" y="2442"/>
                </a:lnTo>
                <a:lnTo>
                  <a:pt x="556090" y="2442"/>
                </a:lnTo>
                <a:lnTo>
                  <a:pt x="556090" y="140153"/>
                </a:lnTo>
                <a:lnTo>
                  <a:pt x="529694" y="140153"/>
                </a:lnTo>
                <a:close/>
                <a:moveTo>
                  <a:pt x="574761" y="111784"/>
                </a:moveTo>
                <a:lnTo>
                  <a:pt x="601251" y="107651"/>
                </a:lnTo>
                <a:cubicBezTo>
                  <a:pt x="602379" y="112755"/>
                  <a:pt x="604664" y="116630"/>
                  <a:pt x="608109" y="119276"/>
                </a:cubicBezTo>
                <a:cubicBezTo>
                  <a:pt x="611553" y="121922"/>
                  <a:pt x="616375" y="123245"/>
                  <a:pt x="622575" y="123245"/>
                </a:cubicBezTo>
                <a:cubicBezTo>
                  <a:pt x="629401" y="123245"/>
                  <a:pt x="634536" y="121994"/>
                  <a:pt x="637980" y="119493"/>
                </a:cubicBezTo>
                <a:cubicBezTo>
                  <a:pt x="640298" y="117742"/>
                  <a:pt x="641456" y="115396"/>
                  <a:pt x="641456" y="112457"/>
                </a:cubicBezTo>
                <a:cubicBezTo>
                  <a:pt x="641456" y="110455"/>
                  <a:pt x="640830" y="108797"/>
                  <a:pt x="639577" y="107484"/>
                </a:cubicBezTo>
                <a:cubicBezTo>
                  <a:pt x="638262" y="106233"/>
                  <a:pt x="635319" y="105077"/>
                  <a:pt x="630747" y="104014"/>
                </a:cubicBezTo>
                <a:cubicBezTo>
                  <a:pt x="609455" y="99325"/>
                  <a:pt x="595960" y="95041"/>
                  <a:pt x="590261" y="91162"/>
                </a:cubicBezTo>
                <a:cubicBezTo>
                  <a:pt x="582370" y="85781"/>
                  <a:pt x="578425" y="78304"/>
                  <a:pt x="578425" y="68732"/>
                </a:cubicBezTo>
                <a:cubicBezTo>
                  <a:pt x="578425" y="60098"/>
                  <a:pt x="581838" y="52840"/>
                  <a:pt x="588664" y="46959"/>
                </a:cubicBezTo>
                <a:cubicBezTo>
                  <a:pt x="595490" y="41079"/>
                  <a:pt x="606073" y="38138"/>
                  <a:pt x="620414" y="38138"/>
                </a:cubicBezTo>
                <a:cubicBezTo>
                  <a:pt x="634066" y="38138"/>
                  <a:pt x="644212" y="40354"/>
                  <a:pt x="650850" y="44784"/>
                </a:cubicBezTo>
                <a:cubicBezTo>
                  <a:pt x="657488" y="49215"/>
                  <a:pt x="662059" y="55767"/>
                  <a:pt x="664564" y="64440"/>
                </a:cubicBezTo>
                <a:lnTo>
                  <a:pt x="639671" y="69137"/>
                </a:lnTo>
                <a:cubicBezTo>
                  <a:pt x="638607" y="65255"/>
                  <a:pt x="636587" y="62280"/>
                  <a:pt x="633612" y="60213"/>
                </a:cubicBezTo>
                <a:cubicBezTo>
                  <a:pt x="630638" y="58147"/>
                  <a:pt x="626395" y="57113"/>
                  <a:pt x="620884" y="57113"/>
                </a:cubicBezTo>
                <a:cubicBezTo>
                  <a:pt x="613933" y="57113"/>
                  <a:pt x="608954" y="58083"/>
                  <a:pt x="605948" y="60022"/>
                </a:cubicBezTo>
                <a:cubicBezTo>
                  <a:pt x="603944" y="61396"/>
                  <a:pt x="602942" y="63178"/>
                  <a:pt x="602942" y="65368"/>
                </a:cubicBezTo>
                <a:cubicBezTo>
                  <a:pt x="602942" y="67243"/>
                  <a:pt x="603819" y="68837"/>
                  <a:pt x="605572" y="70150"/>
                </a:cubicBezTo>
                <a:cubicBezTo>
                  <a:pt x="607952" y="71901"/>
                  <a:pt x="616172" y="74372"/>
                  <a:pt x="630231" y="77562"/>
                </a:cubicBezTo>
                <a:cubicBezTo>
                  <a:pt x="644290" y="80752"/>
                  <a:pt x="654106" y="84665"/>
                  <a:pt x="659680" y="89301"/>
                </a:cubicBezTo>
                <a:cubicBezTo>
                  <a:pt x="665191" y="94002"/>
                  <a:pt x="667946" y="100550"/>
                  <a:pt x="667946" y="108946"/>
                </a:cubicBezTo>
                <a:cubicBezTo>
                  <a:pt x="667946" y="118095"/>
                  <a:pt x="664126" y="125959"/>
                  <a:pt x="656486" y="132538"/>
                </a:cubicBezTo>
                <a:cubicBezTo>
                  <a:pt x="648846" y="139118"/>
                  <a:pt x="637542" y="142408"/>
                  <a:pt x="622575" y="142408"/>
                </a:cubicBezTo>
                <a:cubicBezTo>
                  <a:pt x="608985" y="142408"/>
                  <a:pt x="598230" y="139661"/>
                  <a:pt x="590308" y="134168"/>
                </a:cubicBezTo>
                <a:cubicBezTo>
                  <a:pt x="582386" y="128672"/>
                  <a:pt x="577204" y="121211"/>
                  <a:pt x="574761" y="1117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Text Reconstructed">
            <a:extLst xmlns:a="http://schemas.openxmlformats.org/drawingml/2006/main">
              <a:ext uri="{FF2B5EF4-FFF2-40B4-BE49-F238E27FC236}">
                <a16:creationId xmlns:a16="http://schemas.microsoft.com/office/drawing/2014/main" id="{85C53EA9-993B-4975-95A3-A92FB48F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8443" y="1359581"/>
            <a:ext cx="1192496" cy="126273"/>
          </a:xfrm>
          <a:custGeom xmlns:a="http://schemas.openxmlformats.org/drawingml/2006/main">
            <a:pathLst>
              <a:path w="1192496" h="126273">
                <a:moveTo>
                  <a:pt x="0" y="124239"/>
                </a:moveTo>
                <a:lnTo>
                  <a:pt x="0" y="0"/>
                </a:lnTo>
                <a:lnTo>
                  <a:pt x="52797" y="0"/>
                </a:lnTo>
                <a:cubicBezTo>
                  <a:pt x="66074" y="0"/>
                  <a:pt x="75721" y="1116"/>
                  <a:pt x="81739" y="3348"/>
                </a:cubicBezTo>
                <a:cubicBezTo>
                  <a:pt x="87756" y="5579"/>
                  <a:pt x="92572" y="9548"/>
                  <a:pt x="96188" y="15254"/>
                </a:cubicBezTo>
                <a:cubicBezTo>
                  <a:pt x="99804" y="20961"/>
                  <a:pt x="101612" y="27486"/>
                  <a:pt x="101612" y="34831"/>
                </a:cubicBezTo>
                <a:cubicBezTo>
                  <a:pt x="101612" y="44153"/>
                  <a:pt x="98872" y="51851"/>
                  <a:pt x="93391" y="57925"/>
                </a:cubicBezTo>
                <a:cubicBezTo>
                  <a:pt x="87911" y="63998"/>
                  <a:pt x="79719" y="67826"/>
                  <a:pt x="68815" y="69408"/>
                </a:cubicBezTo>
                <a:cubicBezTo>
                  <a:pt x="74238" y="72572"/>
                  <a:pt x="78716" y="76046"/>
                  <a:pt x="82247" y="79832"/>
                </a:cubicBezTo>
                <a:cubicBezTo>
                  <a:pt x="85778" y="83617"/>
                  <a:pt x="90538" y="90340"/>
                  <a:pt x="96527" y="100001"/>
                </a:cubicBezTo>
                <a:lnTo>
                  <a:pt x="111697" y="124239"/>
                </a:lnTo>
                <a:lnTo>
                  <a:pt x="81696" y="124239"/>
                </a:lnTo>
                <a:lnTo>
                  <a:pt x="63560" y="97197"/>
                </a:lnTo>
                <a:cubicBezTo>
                  <a:pt x="57119" y="87539"/>
                  <a:pt x="52713" y="81454"/>
                  <a:pt x="50340" y="78942"/>
                </a:cubicBezTo>
                <a:cubicBezTo>
                  <a:pt x="47967" y="76428"/>
                  <a:pt x="45453" y="74704"/>
                  <a:pt x="42797" y="73772"/>
                </a:cubicBezTo>
                <a:cubicBezTo>
                  <a:pt x="40142" y="72840"/>
                  <a:pt x="35933" y="72374"/>
                  <a:pt x="30170" y="72374"/>
                </a:cubicBezTo>
                <a:lnTo>
                  <a:pt x="25085" y="72374"/>
                </a:lnTo>
                <a:lnTo>
                  <a:pt x="25085" y="124239"/>
                </a:lnTo>
                <a:lnTo>
                  <a:pt x="0" y="124239"/>
                </a:lnTo>
                <a:moveTo>
                  <a:pt x="25085" y="52543"/>
                </a:moveTo>
                <a:lnTo>
                  <a:pt x="43645" y="52543"/>
                </a:lnTo>
                <a:cubicBezTo>
                  <a:pt x="55679" y="52543"/>
                  <a:pt x="63193" y="52035"/>
                  <a:pt x="66187" y="51018"/>
                </a:cubicBezTo>
                <a:cubicBezTo>
                  <a:pt x="69182" y="50001"/>
                  <a:pt x="71526" y="48249"/>
                  <a:pt x="73221" y="45763"/>
                </a:cubicBezTo>
                <a:cubicBezTo>
                  <a:pt x="74916" y="43277"/>
                  <a:pt x="75764" y="40170"/>
                  <a:pt x="75764" y="36441"/>
                </a:cubicBezTo>
                <a:cubicBezTo>
                  <a:pt x="75764" y="32260"/>
                  <a:pt x="74648" y="28885"/>
                  <a:pt x="72416" y="26314"/>
                </a:cubicBezTo>
                <a:cubicBezTo>
                  <a:pt x="70185" y="23743"/>
                  <a:pt x="67035" y="22119"/>
                  <a:pt x="62967" y="21441"/>
                </a:cubicBezTo>
                <a:cubicBezTo>
                  <a:pt x="60933" y="21158"/>
                  <a:pt x="54831" y="21017"/>
                  <a:pt x="44662" y="21017"/>
                </a:cubicBezTo>
                <a:lnTo>
                  <a:pt x="25085" y="21017"/>
                </a:lnTo>
                <a:lnTo>
                  <a:pt x="25085" y="52543"/>
                </a:lnTo>
                <a:close/>
                <a:moveTo>
                  <a:pt x="177333" y="95595"/>
                </a:moveTo>
                <a:lnTo>
                  <a:pt x="201062" y="99662"/>
                </a:lnTo>
                <a:cubicBezTo>
                  <a:pt x="198011" y="108335"/>
                  <a:pt x="193195" y="114938"/>
                  <a:pt x="186613" y="119472"/>
                </a:cubicBezTo>
                <a:cubicBezTo>
                  <a:pt x="180031" y="124006"/>
                  <a:pt x="171796" y="126273"/>
                  <a:pt x="161909" y="126273"/>
                </a:cubicBezTo>
                <a:cubicBezTo>
                  <a:pt x="146259" y="126273"/>
                  <a:pt x="134677" y="121160"/>
                  <a:pt x="127163" y="110934"/>
                </a:cubicBezTo>
                <a:cubicBezTo>
                  <a:pt x="121230" y="102742"/>
                  <a:pt x="118264" y="92402"/>
                  <a:pt x="118264" y="79916"/>
                </a:cubicBezTo>
                <a:cubicBezTo>
                  <a:pt x="118264" y="65001"/>
                  <a:pt x="122163" y="53320"/>
                  <a:pt x="129959" y="44874"/>
                </a:cubicBezTo>
                <a:cubicBezTo>
                  <a:pt x="137756" y="36427"/>
                  <a:pt x="147615" y="32204"/>
                  <a:pt x="159536" y="32204"/>
                </a:cubicBezTo>
                <a:cubicBezTo>
                  <a:pt x="172926" y="32204"/>
                  <a:pt x="183491" y="36625"/>
                  <a:pt x="191231" y="45467"/>
                </a:cubicBezTo>
                <a:cubicBezTo>
                  <a:pt x="198972" y="54309"/>
                  <a:pt x="202672" y="67854"/>
                  <a:pt x="202333" y="86103"/>
                </a:cubicBezTo>
                <a:lnTo>
                  <a:pt x="142671" y="86103"/>
                </a:lnTo>
                <a:cubicBezTo>
                  <a:pt x="142841" y="93165"/>
                  <a:pt x="144762" y="98660"/>
                  <a:pt x="148434" y="102586"/>
                </a:cubicBezTo>
                <a:cubicBezTo>
                  <a:pt x="152106" y="106513"/>
                  <a:pt x="156683" y="108476"/>
                  <a:pt x="162163" y="108476"/>
                </a:cubicBezTo>
                <a:cubicBezTo>
                  <a:pt x="165892" y="108476"/>
                  <a:pt x="169028" y="107459"/>
                  <a:pt x="171570" y="105425"/>
                </a:cubicBezTo>
                <a:cubicBezTo>
                  <a:pt x="174112" y="103391"/>
                  <a:pt x="176033" y="100114"/>
                  <a:pt x="177333" y="95595"/>
                </a:cubicBezTo>
                <a:moveTo>
                  <a:pt x="178689" y="71526"/>
                </a:moveTo>
                <a:cubicBezTo>
                  <a:pt x="178519" y="64662"/>
                  <a:pt x="176740" y="59443"/>
                  <a:pt x="173350" y="55869"/>
                </a:cubicBezTo>
                <a:cubicBezTo>
                  <a:pt x="169960" y="52296"/>
                  <a:pt x="165836" y="50509"/>
                  <a:pt x="160977" y="50509"/>
                </a:cubicBezTo>
                <a:cubicBezTo>
                  <a:pt x="155779" y="50509"/>
                  <a:pt x="151485" y="52394"/>
                  <a:pt x="148095" y="56163"/>
                </a:cubicBezTo>
                <a:cubicBezTo>
                  <a:pt x="144705" y="59935"/>
                  <a:pt x="143039" y="65056"/>
                  <a:pt x="143095" y="71526"/>
                </a:cubicBezTo>
                <a:lnTo>
                  <a:pt x="178689" y="71526"/>
                </a:lnTo>
                <a:close/>
                <a:moveTo>
                  <a:pt x="299842" y="60848"/>
                </a:moveTo>
                <a:lnTo>
                  <a:pt x="276367" y="65086"/>
                </a:lnTo>
                <a:cubicBezTo>
                  <a:pt x="275576" y="60425"/>
                  <a:pt x="273783" y="56915"/>
                  <a:pt x="270986" y="54556"/>
                </a:cubicBezTo>
                <a:cubicBezTo>
                  <a:pt x="268189" y="52197"/>
                  <a:pt x="264559" y="51018"/>
                  <a:pt x="260096" y="51018"/>
                </a:cubicBezTo>
                <a:cubicBezTo>
                  <a:pt x="254164" y="51018"/>
                  <a:pt x="249432" y="53060"/>
                  <a:pt x="245901" y="57143"/>
                </a:cubicBezTo>
                <a:cubicBezTo>
                  <a:pt x="242370" y="61227"/>
                  <a:pt x="240604" y="68056"/>
                  <a:pt x="240604" y="77631"/>
                </a:cubicBezTo>
                <a:cubicBezTo>
                  <a:pt x="240604" y="88277"/>
                  <a:pt x="242398" y="95798"/>
                  <a:pt x="245986" y="100192"/>
                </a:cubicBezTo>
                <a:cubicBezTo>
                  <a:pt x="249573" y="104585"/>
                  <a:pt x="254390" y="106781"/>
                  <a:pt x="260435" y="106781"/>
                </a:cubicBezTo>
                <a:cubicBezTo>
                  <a:pt x="264955" y="106781"/>
                  <a:pt x="268655" y="105496"/>
                  <a:pt x="271537" y="102925"/>
                </a:cubicBezTo>
                <a:cubicBezTo>
                  <a:pt x="274418" y="100355"/>
                  <a:pt x="276452" y="95934"/>
                  <a:pt x="277639" y="89662"/>
                </a:cubicBezTo>
                <a:lnTo>
                  <a:pt x="301029" y="93730"/>
                </a:lnTo>
                <a:cubicBezTo>
                  <a:pt x="298599" y="104465"/>
                  <a:pt x="293938" y="112572"/>
                  <a:pt x="287046" y="118053"/>
                </a:cubicBezTo>
                <a:cubicBezTo>
                  <a:pt x="280153" y="123533"/>
                  <a:pt x="270915" y="126273"/>
                  <a:pt x="259333" y="126273"/>
                </a:cubicBezTo>
                <a:cubicBezTo>
                  <a:pt x="246169" y="126273"/>
                  <a:pt x="235675" y="122120"/>
                  <a:pt x="227850" y="113815"/>
                </a:cubicBezTo>
                <a:cubicBezTo>
                  <a:pt x="220025" y="105510"/>
                  <a:pt x="216112" y="94013"/>
                  <a:pt x="216112" y="79323"/>
                </a:cubicBezTo>
                <a:cubicBezTo>
                  <a:pt x="216112" y="64464"/>
                  <a:pt x="220039" y="52896"/>
                  <a:pt x="227892" y="44619"/>
                </a:cubicBezTo>
                <a:cubicBezTo>
                  <a:pt x="235745" y="36342"/>
                  <a:pt x="246367" y="32204"/>
                  <a:pt x="259757" y="32204"/>
                </a:cubicBezTo>
                <a:cubicBezTo>
                  <a:pt x="270718" y="32204"/>
                  <a:pt x="279432" y="34563"/>
                  <a:pt x="285901" y="39280"/>
                </a:cubicBezTo>
                <a:cubicBezTo>
                  <a:pt x="292370" y="43998"/>
                  <a:pt x="297017" y="51187"/>
                  <a:pt x="299842" y="60848"/>
                </a:cubicBezTo>
                <a:close/>
                <a:moveTo>
                  <a:pt x="312011" y="77967"/>
                </a:moveTo>
                <a:cubicBezTo>
                  <a:pt x="312011" y="70058"/>
                  <a:pt x="313961" y="62402"/>
                  <a:pt x="317859" y="55001"/>
                </a:cubicBezTo>
                <a:cubicBezTo>
                  <a:pt x="321757" y="47600"/>
                  <a:pt x="327280" y="41950"/>
                  <a:pt x="334427" y="38051"/>
                </a:cubicBezTo>
                <a:cubicBezTo>
                  <a:pt x="341574" y="34153"/>
                  <a:pt x="349554" y="32204"/>
                  <a:pt x="358368" y="32204"/>
                </a:cubicBezTo>
                <a:cubicBezTo>
                  <a:pt x="371984" y="32204"/>
                  <a:pt x="383142" y="36625"/>
                  <a:pt x="391843" y="45467"/>
                </a:cubicBezTo>
                <a:cubicBezTo>
                  <a:pt x="400544" y="54309"/>
                  <a:pt x="404894" y="65481"/>
                  <a:pt x="404894" y="78984"/>
                </a:cubicBezTo>
                <a:cubicBezTo>
                  <a:pt x="404894" y="92600"/>
                  <a:pt x="400502" y="103886"/>
                  <a:pt x="391716" y="112841"/>
                </a:cubicBezTo>
                <a:cubicBezTo>
                  <a:pt x="382931" y="121796"/>
                  <a:pt x="371871" y="126273"/>
                  <a:pt x="358538" y="126273"/>
                </a:cubicBezTo>
                <a:cubicBezTo>
                  <a:pt x="350289" y="126273"/>
                  <a:pt x="342422" y="124409"/>
                  <a:pt x="334936" y="120680"/>
                </a:cubicBezTo>
                <a:cubicBezTo>
                  <a:pt x="327450" y="116951"/>
                  <a:pt x="321757" y="111485"/>
                  <a:pt x="317859" y="104281"/>
                </a:cubicBezTo>
                <a:cubicBezTo>
                  <a:pt x="313961" y="97078"/>
                  <a:pt x="312011" y="88306"/>
                  <a:pt x="312011" y="77967"/>
                </a:cubicBezTo>
                <a:moveTo>
                  <a:pt x="336419" y="79238"/>
                </a:moveTo>
                <a:cubicBezTo>
                  <a:pt x="336419" y="88137"/>
                  <a:pt x="338537" y="94952"/>
                  <a:pt x="342775" y="99684"/>
                </a:cubicBezTo>
                <a:cubicBezTo>
                  <a:pt x="347012" y="104415"/>
                  <a:pt x="352238" y="106781"/>
                  <a:pt x="358453" y="106781"/>
                </a:cubicBezTo>
                <a:cubicBezTo>
                  <a:pt x="364668" y="106781"/>
                  <a:pt x="369880" y="104415"/>
                  <a:pt x="374089" y="99684"/>
                </a:cubicBezTo>
                <a:cubicBezTo>
                  <a:pt x="378298" y="94952"/>
                  <a:pt x="380402" y="88080"/>
                  <a:pt x="380402" y="79069"/>
                </a:cubicBezTo>
                <a:cubicBezTo>
                  <a:pt x="380402" y="70284"/>
                  <a:pt x="378298" y="63525"/>
                  <a:pt x="374089" y="58793"/>
                </a:cubicBezTo>
                <a:cubicBezTo>
                  <a:pt x="369880" y="54062"/>
                  <a:pt x="364668" y="51696"/>
                  <a:pt x="358453" y="51696"/>
                </a:cubicBezTo>
                <a:cubicBezTo>
                  <a:pt x="352238" y="51696"/>
                  <a:pt x="347012" y="54062"/>
                  <a:pt x="342775" y="58793"/>
                </a:cubicBezTo>
                <a:cubicBezTo>
                  <a:pt x="338537" y="63525"/>
                  <a:pt x="336419" y="70340"/>
                  <a:pt x="336419" y="79238"/>
                </a:cubicBezTo>
                <a:close/>
                <a:moveTo>
                  <a:pt x="506040" y="124239"/>
                </a:moveTo>
                <a:lnTo>
                  <a:pt x="482226" y="124239"/>
                </a:lnTo>
                <a:lnTo>
                  <a:pt x="482226" y="78359"/>
                </a:lnTo>
                <a:cubicBezTo>
                  <a:pt x="482226" y="68652"/>
                  <a:pt x="481717" y="62374"/>
                  <a:pt x="480700" y="59524"/>
                </a:cubicBezTo>
                <a:cubicBezTo>
                  <a:pt x="479683" y="56675"/>
                  <a:pt x="478031" y="54460"/>
                  <a:pt x="475743" y="52879"/>
                </a:cubicBezTo>
                <a:cubicBezTo>
                  <a:pt x="473454" y="51299"/>
                  <a:pt x="470700" y="50509"/>
                  <a:pt x="467480" y="50509"/>
                </a:cubicBezTo>
                <a:cubicBezTo>
                  <a:pt x="463355" y="50509"/>
                  <a:pt x="459655" y="51638"/>
                  <a:pt x="456378" y="53896"/>
                </a:cubicBezTo>
                <a:cubicBezTo>
                  <a:pt x="453101" y="56153"/>
                  <a:pt x="450855" y="59144"/>
                  <a:pt x="449640" y="62869"/>
                </a:cubicBezTo>
                <a:cubicBezTo>
                  <a:pt x="448426" y="66593"/>
                  <a:pt x="447818" y="73477"/>
                  <a:pt x="447818" y="83523"/>
                </a:cubicBezTo>
                <a:lnTo>
                  <a:pt x="447818" y="124239"/>
                </a:lnTo>
                <a:lnTo>
                  <a:pt x="424004" y="124239"/>
                </a:lnTo>
                <a:lnTo>
                  <a:pt x="424004" y="34238"/>
                </a:lnTo>
                <a:lnTo>
                  <a:pt x="446123" y="34238"/>
                </a:lnTo>
                <a:lnTo>
                  <a:pt x="446123" y="47458"/>
                </a:lnTo>
                <a:cubicBezTo>
                  <a:pt x="453977" y="37289"/>
                  <a:pt x="463864" y="32204"/>
                  <a:pt x="475785" y="32204"/>
                </a:cubicBezTo>
                <a:cubicBezTo>
                  <a:pt x="481039" y="32204"/>
                  <a:pt x="485842" y="33150"/>
                  <a:pt x="490192" y="35043"/>
                </a:cubicBezTo>
                <a:cubicBezTo>
                  <a:pt x="494542" y="36936"/>
                  <a:pt x="497833" y="39351"/>
                  <a:pt x="500065" y="42289"/>
                </a:cubicBezTo>
                <a:cubicBezTo>
                  <a:pt x="502297" y="45227"/>
                  <a:pt x="503850" y="48560"/>
                  <a:pt x="504726" y="52289"/>
                </a:cubicBezTo>
                <a:cubicBezTo>
                  <a:pt x="505602" y="56018"/>
                  <a:pt x="506040" y="61357"/>
                  <a:pt x="506040" y="68306"/>
                </a:cubicBezTo>
                <a:lnTo>
                  <a:pt x="506040" y="124239"/>
                </a:lnTo>
                <a:close/>
                <a:moveTo>
                  <a:pt x="522420" y="98646"/>
                </a:moveTo>
                <a:lnTo>
                  <a:pt x="546319" y="94917"/>
                </a:lnTo>
                <a:cubicBezTo>
                  <a:pt x="547336" y="99521"/>
                  <a:pt x="549398" y="103017"/>
                  <a:pt x="552505" y="105404"/>
                </a:cubicBezTo>
                <a:cubicBezTo>
                  <a:pt x="555613" y="107791"/>
                  <a:pt x="559963" y="108985"/>
                  <a:pt x="565556" y="108985"/>
                </a:cubicBezTo>
                <a:cubicBezTo>
                  <a:pt x="571715" y="108985"/>
                  <a:pt x="576348" y="107856"/>
                  <a:pt x="579455" y="105600"/>
                </a:cubicBezTo>
                <a:cubicBezTo>
                  <a:pt x="581545" y="104020"/>
                  <a:pt x="582591" y="101904"/>
                  <a:pt x="582591" y="99252"/>
                </a:cubicBezTo>
                <a:cubicBezTo>
                  <a:pt x="582591" y="97446"/>
                  <a:pt x="582026" y="95950"/>
                  <a:pt x="580896" y="94766"/>
                </a:cubicBezTo>
                <a:cubicBezTo>
                  <a:pt x="579709" y="93638"/>
                  <a:pt x="577054" y="92594"/>
                  <a:pt x="572929" y="91635"/>
                </a:cubicBezTo>
                <a:cubicBezTo>
                  <a:pt x="553720" y="87405"/>
                  <a:pt x="541545" y="83540"/>
                  <a:pt x="536403" y="80041"/>
                </a:cubicBezTo>
                <a:cubicBezTo>
                  <a:pt x="529285" y="75186"/>
                  <a:pt x="525725" y="68440"/>
                  <a:pt x="525725" y="59805"/>
                </a:cubicBezTo>
                <a:cubicBezTo>
                  <a:pt x="525725" y="52015"/>
                  <a:pt x="528804" y="45468"/>
                  <a:pt x="534963" y="40162"/>
                </a:cubicBezTo>
                <a:cubicBezTo>
                  <a:pt x="541121" y="34857"/>
                  <a:pt x="550669" y="32204"/>
                  <a:pt x="563607" y="32204"/>
                </a:cubicBezTo>
                <a:cubicBezTo>
                  <a:pt x="575924" y="32204"/>
                  <a:pt x="585076" y="34202"/>
                  <a:pt x="591065" y="38200"/>
                </a:cubicBezTo>
                <a:cubicBezTo>
                  <a:pt x="597054" y="42197"/>
                  <a:pt x="601178" y="48108"/>
                  <a:pt x="603438" y="55933"/>
                </a:cubicBezTo>
                <a:lnTo>
                  <a:pt x="580980" y="60170"/>
                </a:lnTo>
                <a:cubicBezTo>
                  <a:pt x="580020" y="56668"/>
                  <a:pt x="578198" y="53984"/>
                  <a:pt x="575514" y="52119"/>
                </a:cubicBezTo>
                <a:cubicBezTo>
                  <a:pt x="572831" y="50255"/>
                  <a:pt x="569003" y="49323"/>
                  <a:pt x="564031" y="49323"/>
                </a:cubicBezTo>
                <a:cubicBezTo>
                  <a:pt x="557760" y="49323"/>
                  <a:pt x="553268" y="50198"/>
                  <a:pt x="550556" y="51947"/>
                </a:cubicBezTo>
                <a:cubicBezTo>
                  <a:pt x="548748" y="53187"/>
                  <a:pt x="547844" y="54794"/>
                  <a:pt x="547844" y="56770"/>
                </a:cubicBezTo>
                <a:cubicBezTo>
                  <a:pt x="547844" y="58461"/>
                  <a:pt x="548635" y="59899"/>
                  <a:pt x="550217" y="61084"/>
                </a:cubicBezTo>
                <a:cubicBezTo>
                  <a:pt x="552364" y="62664"/>
                  <a:pt x="559779" y="64893"/>
                  <a:pt x="572463" y="67771"/>
                </a:cubicBezTo>
                <a:cubicBezTo>
                  <a:pt x="585147" y="70649"/>
                  <a:pt x="594003" y="74179"/>
                  <a:pt x="599031" y="78362"/>
                </a:cubicBezTo>
                <a:cubicBezTo>
                  <a:pt x="604003" y="82603"/>
                  <a:pt x="606489" y="88510"/>
                  <a:pt x="606489" y="96085"/>
                </a:cubicBezTo>
                <a:cubicBezTo>
                  <a:pt x="606489" y="104339"/>
                  <a:pt x="603043" y="111433"/>
                  <a:pt x="596150" y="117369"/>
                </a:cubicBezTo>
                <a:cubicBezTo>
                  <a:pt x="589257" y="123305"/>
                  <a:pt x="579059" y="126273"/>
                  <a:pt x="565556" y="126273"/>
                </a:cubicBezTo>
                <a:cubicBezTo>
                  <a:pt x="553296" y="126273"/>
                  <a:pt x="543593" y="123795"/>
                  <a:pt x="536446" y="118839"/>
                </a:cubicBezTo>
                <a:cubicBezTo>
                  <a:pt x="529299" y="113881"/>
                  <a:pt x="524624" y="107150"/>
                  <a:pt x="522420" y="98646"/>
                </a:cubicBezTo>
                <a:close/>
                <a:moveTo>
                  <a:pt x="668236" y="34238"/>
                </a:moveTo>
                <a:lnTo>
                  <a:pt x="668236" y="53221"/>
                </a:lnTo>
                <a:lnTo>
                  <a:pt x="651964" y="53221"/>
                </a:lnTo>
                <a:lnTo>
                  <a:pt x="651964" y="89435"/>
                </a:lnTo>
                <a:cubicBezTo>
                  <a:pt x="651964" y="96769"/>
                  <a:pt x="652120" y="101042"/>
                  <a:pt x="652430" y="102255"/>
                </a:cubicBezTo>
                <a:cubicBezTo>
                  <a:pt x="652741" y="103466"/>
                  <a:pt x="653447" y="104467"/>
                  <a:pt x="654549" y="105258"/>
                </a:cubicBezTo>
                <a:cubicBezTo>
                  <a:pt x="655651" y="106048"/>
                  <a:pt x="656993" y="106442"/>
                  <a:pt x="658575" y="106442"/>
                </a:cubicBezTo>
                <a:cubicBezTo>
                  <a:pt x="660778" y="106442"/>
                  <a:pt x="663970" y="105680"/>
                  <a:pt x="668151" y="104154"/>
                </a:cubicBezTo>
                <a:lnTo>
                  <a:pt x="670185" y="122698"/>
                </a:lnTo>
                <a:cubicBezTo>
                  <a:pt x="664648" y="125081"/>
                  <a:pt x="658377" y="126273"/>
                  <a:pt x="651371" y="126273"/>
                </a:cubicBezTo>
                <a:cubicBezTo>
                  <a:pt x="647077" y="126273"/>
                  <a:pt x="643207" y="125553"/>
                  <a:pt x="639761" y="124112"/>
                </a:cubicBezTo>
                <a:cubicBezTo>
                  <a:pt x="636314" y="122671"/>
                  <a:pt x="633786" y="120807"/>
                  <a:pt x="632176" y="118519"/>
                </a:cubicBezTo>
                <a:cubicBezTo>
                  <a:pt x="630566" y="116231"/>
                  <a:pt x="629450" y="113137"/>
                  <a:pt x="628828" y="109239"/>
                </a:cubicBezTo>
                <a:cubicBezTo>
                  <a:pt x="628320" y="106471"/>
                  <a:pt x="628066" y="100877"/>
                  <a:pt x="628066" y="92459"/>
                </a:cubicBezTo>
                <a:lnTo>
                  <a:pt x="628066" y="53221"/>
                </a:lnTo>
                <a:lnTo>
                  <a:pt x="617133" y="53221"/>
                </a:lnTo>
                <a:lnTo>
                  <a:pt x="617133" y="34238"/>
                </a:lnTo>
                <a:lnTo>
                  <a:pt x="628066" y="34238"/>
                </a:lnTo>
                <a:lnTo>
                  <a:pt x="628066" y="16271"/>
                </a:lnTo>
                <a:lnTo>
                  <a:pt x="651964" y="2203"/>
                </a:lnTo>
                <a:lnTo>
                  <a:pt x="651964" y="34238"/>
                </a:lnTo>
                <a:lnTo>
                  <a:pt x="668236" y="34238"/>
                </a:lnTo>
                <a:close/>
                <a:moveTo>
                  <a:pt x="708320" y="124239"/>
                </a:moveTo>
                <a:lnTo>
                  <a:pt x="684507" y="124239"/>
                </a:lnTo>
                <a:lnTo>
                  <a:pt x="684507" y="34238"/>
                </a:lnTo>
                <a:lnTo>
                  <a:pt x="706625" y="34238"/>
                </a:lnTo>
                <a:lnTo>
                  <a:pt x="706625" y="47035"/>
                </a:lnTo>
                <a:cubicBezTo>
                  <a:pt x="710411" y="40989"/>
                  <a:pt x="713815" y="37006"/>
                  <a:pt x="716837" y="35085"/>
                </a:cubicBezTo>
                <a:cubicBezTo>
                  <a:pt x="719860" y="33164"/>
                  <a:pt x="723292" y="32204"/>
                  <a:pt x="727134" y="32204"/>
                </a:cubicBezTo>
                <a:cubicBezTo>
                  <a:pt x="732558" y="32204"/>
                  <a:pt x="737784" y="33701"/>
                  <a:pt x="742812" y="36695"/>
                </a:cubicBezTo>
                <a:lnTo>
                  <a:pt x="735439" y="57458"/>
                </a:lnTo>
                <a:cubicBezTo>
                  <a:pt x="731428" y="54860"/>
                  <a:pt x="727699" y="53560"/>
                  <a:pt x="724253" y="53560"/>
                </a:cubicBezTo>
                <a:cubicBezTo>
                  <a:pt x="720919" y="53560"/>
                  <a:pt x="718095" y="54478"/>
                  <a:pt x="715778" y="56314"/>
                </a:cubicBezTo>
                <a:cubicBezTo>
                  <a:pt x="713462" y="58151"/>
                  <a:pt x="711640" y="61470"/>
                  <a:pt x="710312" y="66272"/>
                </a:cubicBezTo>
                <a:cubicBezTo>
                  <a:pt x="708984" y="71074"/>
                  <a:pt x="708320" y="81131"/>
                  <a:pt x="708320" y="96442"/>
                </a:cubicBezTo>
                <a:lnTo>
                  <a:pt x="708320" y="124239"/>
                </a:lnTo>
                <a:close/>
                <a:moveTo>
                  <a:pt x="811670" y="124239"/>
                </a:moveTo>
                <a:lnTo>
                  <a:pt x="811670" y="110764"/>
                </a:lnTo>
                <a:cubicBezTo>
                  <a:pt x="808393" y="115567"/>
                  <a:pt x="804085" y="119352"/>
                  <a:pt x="798746" y="122120"/>
                </a:cubicBezTo>
                <a:cubicBezTo>
                  <a:pt x="793407" y="124889"/>
                  <a:pt x="787771" y="126273"/>
                  <a:pt x="781839" y="126273"/>
                </a:cubicBezTo>
                <a:cubicBezTo>
                  <a:pt x="775793" y="126273"/>
                  <a:pt x="770370" y="124945"/>
                  <a:pt x="765567" y="122290"/>
                </a:cubicBezTo>
                <a:cubicBezTo>
                  <a:pt x="760765" y="119635"/>
                  <a:pt x="757290" y="115906"/>
                  <a:pt x="755143" y="111103"/>
                </a:cubicBezTo>
                <a:cubicBezTo>
                  <a:pt x="752997" y="106301"/>
                  <a:pt x="751923" y="99662"/>
                  <a:pt x="751923" y="91188"/>
                </a:cubicBezTo>
                <a:lnTo>
                  <a:pt x="751923" y="34238"/>
                </a:lnTo>
                <a:lnTo>
                  <a:pt x="775737" y="34238"/>
                </a:lnTo>
                <a:lnTo>
                  <a:pt x="775737" y="75499"/>
                </a:lnTo>
                <a:cubicBezTo>
                  <a:pt x="775737" y="88126"/>
                  <a:pt x="776175" y="95863"/>
                  <a:pt x="777051" y="98709"/>
                </a:cubicBezTo>
                <a:cubicBezTo>
                  <a:pt x="777926" y="101555"/>
                  <a:pt x="779522" y="103810"/>
                  <a:pt x="781839" y="105473"/>
                </a:cubicBezTo>
                <a:cubicBezTo>
                  <a:pt x="784155" y="107136"/>
                  <a:pt x="787093" y="107968"/>
                  <a:pt x="790652" y="107968"/>
                </a:cubicBezTo>
                <a:cubicBezTo>
                  <a:pt x="794720" y="107968"/>
                  <a:pt x="798364" y="106855"/>
                  <a:pt x="801585" y="104628"/>
                </a:cubicBezTo>
                <a:cubicBezTo>
                  <a:pt x="804805" y="102402"/>
                  <a:pt x="807009" y="99640"/>
                  <a:pt x="808195" y="96341"/>
                </a:cubicBezTo>
                <a:cubicBezTo>
                  <a:pt x="809382" y="93043"/>
                  <a:pt x="809975" y="84969"/>
                  <a:pt x="809975" y="72117"/>
                </a:cubicBezTo>
                <a:lnTo>
                  <a:pt x="809975" y="34238"/>
                </a:lnTo>
                <a:lnTo>
                  <a:pt x="833789" y="34238"/>
                </a:lnTo>
                <a:lnTo>
                  <a:pt x="833789" y="124239"/>
                </a:lnTo>
                <a:lnTo>
                  <a:pt x="811670" y="124239"/>
                </a:lnTo>
                <a:close/>
                <a:moveTo>
                  <a:pt x="937561" y="60848"/>
                </a:moveTo>
                <a:lnTo>
                  <a:pt x="914086" y="65086"/>
                </a:lnTo>
                <a:cubicBezTo>
                  <a:pt x="913295" y="60425"/>
                  <a:pt x="911501" y="56915"/>
                  <a:pt x="908705" y="54556"/>
                </a:cubicBezTo>
                <a:cubicBezTo>
                  <a:pt x="905908" y="52197"/>
                  <a:pt x="902278" y="51018"/>
                  <a:pt x="897815" y="51018"/>
                </a:cubicBezTo>
                <a:cubicBezTo>
                  <a:pt x="891882" y="51018"/>
                  <a:pt x="887151" y="53060"/>
                  <a:pt x="883619" y="57143"/>
                </a:cubicBezTo>
                <a:cubicBezTo>
                  <a:pt x="880088" y="61227"/>
                  <a:pt x="878323" y="68056"/>
                  <a:pt x="878323" y="77631"/>
                </a:cubicBezTo>
                <a:cubicBezTo>
                  <a:pt x="878323" y="88277"/>
                  <a:pt x="880117" y="95798"/>
                  <a:pt x="883704" y="100192"/>
                </a:cubicBezTo>
                <a:cubicBezTo>
                  <a:pt x="887292" y="104585"/>
                  <a:pt x="892108" y="106781"/>
                  <a:pt x="898154" y="106781"/>
                </a:cubicBezTo>
                <a:cubicBezTo>
                  <a:pt x="902673" y="106781"/>
                  <a:pt x="906374" y="105496"/>
                  <a:pt x="909255" y="102925"/>
                </a:cubicBezTo>
                <a:cubicBezTo>
                  <a:pt x="912137" y="100355"/>
                  <a:pt x="914171" y="95934"/>
                  <a:pt x="915357" y="89662"/>
                </a:cubicBezTo>
                <a:lnTo>
                  <a:pt x="938747" y="93730"/>
                </a:lnTo>
                <a:cubicBezTo>
                  <a:pt x="936318" y="104465"/>
                  <a:pt x="931657" y="112572"/>
                  <a:pt x="924764" y="118053"/>
                </a:cubicBezTo>
                <a:cubicBezTo>
                  <a:pt x="917871" y="123533"/>
                  <a:pt x="908634" y="126273"/>
                  <a:pt x="897052" y="126273"/>
                </a:cubicBezTo>
                <a:cubicBezTo>
                  <a:pt x="883888" y="126273"/>
                  <a:pt x="873393" y="122120"/>
                  <a:pt x="865568" y="113815"/>
                </a:cubicBezTo>
                <a:cubicBezTo>
                  <a:pt x="857743" y="105510"/>
                  <a:pt x="853831" y="94013"/>
                  <a:pt x="853831" y="79323"/>
                </a:cubicBezTo>
                <a:cubicBezTo>
                  <a:pt x="853831" y="64464"/>
                  <a:pt x="857757" y="52896"/>
                  <a:pt x="865611" y="44619"/>
                </a:cubicBezTo>
                <a:cubicBezTo>
                  <a:pt x="873464" y="36342"/>
                  <a:pt x="884086" y="32204"/>
                  <a:pt x="897476" y="32204"/>
                </a:cubicBezTo>
                <a:cubicBezTo>
                  <a:pt x="908436" y="32204"/>
                  <a:pt x="917151" y="34563"/>
                  <a:pt x="923620" y="39280"/>
                </a:cubicBezTo>
                <a:cubicBezTo>
                  <a:pt x="930089" y="43998"/>
                  <a:pt x="934736" y="51187"/>
                  <a:pt x="937561" y="60848"/>
                </a:cubicBezTo>
                <a:close/>
                <a:moveTo>
                  <a:pt x="996511" y="34238"/>
                </a:moveTo>
                <a:lnTo>
                  <a:pt x="996511" y="53221"/>
                </a:lnTo>
                <a:lnTo>
                  <a:pt x="980239" y="53221"/>
                </a:lnTo>
                <a:lnTo>
                  <a:pt x="980239" y="89435"/>
                </a:lnTo>
                <a:cubicBezTo>
                  <a:pt x="980239" y="96769"/>
                  <a:pt x="980395" y="101042"/>
                  <a:pt x="980705" y="102255"/>
                </a:cubicBezTo>
                <a:cubicBezTo>
                  <a:pt x="981016" y="103466"/>
                  <a:pt x="981722" y="104467"/>
                  <a:pt x="982824" y="105258"/>
                </a:cubicBezTo>
                <a:cubicBezTo>
                  <a:pt x="983926" y="106048"/>
                  <a:pt x="985268" y="106442"/>
                  <a:pt x="986850" y="106442"/>
                </a:cubicBezTo>
                <a:cubicBezTo>
                  <a:pt x="989053" y="106442"/>
                  <a:pt x="992245" y="105680"/>
                  <a:pt x="996426" y="104154"/>
                </a:cubicBezTo>
                <a:lnTo>
                  <a:pt x="998460" y="122698"/>
                </a:lnTo>
                <a:cubicBezTo>
                  <a:pt x="992923" y="125081"/>
                  <a:pt x="986652" y="126273"/>
                  <a:pt x="979646" y="126273"/>
                </a:cubicBezTo>
                <a:cubicBezTo>
                  <a:pt x="975352" y="126273"/>
                  <a:pt x="971482" y="125553"/>
                  <a:pt x="968036" y="124112"/>
                </a:cubicBezTo>
                <a:cubicBezTo>
                  <a:pt x="964589" y="122671"/>
                  <a:pt x="962061" y="120807"/>
                  <a:pt x="960451" y="118519"/>
                </a:cubicBezTo>
                <a:cubicBezTo>
                  <a:pt x="958841" y="116231"/>
                  <a:pt x="957725" y="113137"/>
                  <a:pt x="957103" y="109239"/>
                </a:cubicBezTo>
                <a:cubicBezTo>
                  <a:pt x="956595" y="106471"/>
                  <a:pt x="956341" y="100877"/>
                  <a:pt x="956341" y="92459"/>
                </a:cubicBezTo>
                <a:lnTo>
                  <a:pt x="956341" y="53221"/>
                </a:lnTo>
                <a:lnTo>
                  <a:pt x="945408" y="53221"/>
                </a:lnTo>
                <a:lnTo>
                  <a:pt x="945408" y="34238"/>
                </a:lnTo>
                <a:lnTo>
                  <a:pt x="956341" y="34238"/>
                </a:lnTo>
                <a:lnTo>
                  <a:pt x="956341" y="16271"/>
                </a:lnTo>
                <a:lnTo>
                  <a:pt x="980239" y="2203"/>
                </a:lnTo>
                <a:lnTo>
                  <a:pt x="980239" y="34238"/>
                </a:lnTo>
                <a:lnTo>
                  <a:pt x="996511" y="34238"/>
                </a:lnTo>
                <a:close/>
                <a:moveTo>
                  <a:pt x="1065918" y="95595"/>
                </a:moveTo>
                <a:lnTo>
                  <a:pt x="1089647" y="99662"/>
                </a:lnTo>
                <a:cubicBezTo>
                  <a:pt x="1086596" y="108335"/>
                  <a:pt x="1081780" y="114938"/>
                  <a:pt x="1075198" y="119472"/>
                </a:cubicBezTo>
                <a:cubicBezTo>
                  <a:pt x="1068616" y="124006"/>
                  <a:pt x="1060381" y="126273"/>
                  <a:pt x="1050494" y="126273"/>
                </a:cubicBezTo>
                <a:cubicBezTo>
                  <a:pt x="1034844" y="126273"/>
                  <a:pt x="1023262" y="121160"/>
                  <a:pt x="1015748" y="110934"/>
                </a:cubicBezTo>
                <a:cubicBezTo>
                  <a:pt x="1009815" y="102742"/>
                  <a:pt x="1006849" y="92402"/>
                  <a:pt x="1006849" y="79916"/>
                </a:cubicBezTo>
                <a:cubicBezTo>
                  <a:pt x="1006849" y="65001"/>
                  <a:pt x="1010748" y="53320"/>
                  <a:pt x="1018544" y="44874"/>
                </a:cubicBezTo>
                <a:cubicBezTo>
                  <a:pt x="1026341" y="36427"/>
                  <a:pt x="1036200" y="32204"/>
                  <a:pt x="1048121" y="32204"/>
                </a:cubicBezTo>
                <a:cubicBezTo>
                  <a:pt x="1061511" y="32204"/>
                  <a:pt x="1072076" y="36625"/>
                  <a:pt x="1079816" y="45467"/>
                </a:cubicBezTo>
                <a:cubicBezTo>
                  <a:pt x="1087557" y="54309"/>
                  <a:pt x="1091257" y="67854"/>
                  <a:pt x="1090918" y="86103"/>
                </a:cubicBezTo>
                <a:lnTo>
                  <a:pt x="1031256" y="86103"/>
                </a:lnTo>
                <a:cubicBezTo>
                  <a:pt x="1031426" y="93165"/>
                  <a:pt x="1033347" y="98660"/>
                  <a:pt x="1037019" y="102586"/>
                </a:cubicBezTo>
                <a:cubicBezTo>
                  <a:pt x="1040692" y="106513"/>
                  <a:pt x="1045268" y="108476"/>
                  <a:pt x="1050748" y="108476"/>
                </a:cubicBezTo>
                <a:cubicBezTo>
                  <a:pt x="1054477" y="108476"/>
                  <a:pt x="1057613" y="107459"/>
                  <a:pt x="1060155" y="105425"/>
                </a:cubicBezTo>
                <a:cubicBezTo>
                  <a:pt x="1062698" y="103391"/>
                  <a:pt x="1064618" y="100114"/>
                  <a:pt x="1065918" y="95595"/>
                </a:cubicBezTo>
                <a:moveTo>
                  <a:pt x="1067274" y="71526"/>
                </a:moveTo>
                <a:cubicBezTo>
                  <a:pt x="1067104" y="64662"/>
                  <a:pt x="1065325" y="59443"/>
                  <a:pt x="1061935" y="55869"/>
                </a:cubicBezTo>
                <a:cubicBezTo>
                  <a:pt x="1058545" y="52296"/>
                  <a:pt x="1054421" y="50509"/>
                  <a:pt x="1049562" y="50509"/>
                </a:cubicBezTo>
                <a:cubicBezTo>
                  <a:pt x="1044364" y="50509"/>
                  <a:pt x="1040070" y="52394"/>
                  <a:pt x="1036680" y="56163"/>
                </a:cubicBezTo>
                <a:cubicBezTo>
                  <a:pt x="1033290" y="59935"/>
                  <a:pt x="1031624" y="65056"/>
                  <a:pt x="1031680" y="71526"/>
                </a:cubicBezTo>
                <a:lnTo>
                  <a:pt x="1067274" y="71526"/>
                </a:lnTo>
                <a:close/>
                <a:moveTo>
                  <a:pt x="1192496" y="124239"/>
                </a:moveTo>
                <a:lnTo>
                  <a:pt x="1170377" y="124239"/>
                </a:lnTo>
                <a:lnTo>
                  <a:pt x="1170377" y="111019"/>
                </a:lnTo>
                <a:cubicBezTo>
                  <a:pt x="1166704" y="116160"/>
                  <a:pt x="1162368" y="119988"/>
                  <a:pt x="1157368" y="122502"/>
                </a:cubicBezTo>
                <a:cubicBezTo>
                  <a:pt x="1152368" y="125016"/>
                  <a:pt x="1147326" y="126273"/>
                  <a:pt x="1142241" y="126273"/>
                </a:cubicBezTo>
                <a:cubicBezTo>
                  <a:pt x="1131902" y="126273"/>
                  <a:pt x="1123046" y="122106"/>
                  <a:pt x="1115673" y="113773"/>
                </a:cubicBezTo>
                <a:cubicBezTo>
                  <a:pt x="1108300" y="105439"/>
                  <a:pt x="1104613" y="93815"/>
                  <a:pt x="1104613" y="78899"/>
                </a:cubicBezTo>
                <a:cubicBezTo>
                  <a:pt x="1104613" y="63645"/>
                  <a:pt x="1108201" y="52049"/>
                  <a:pt x="1115376" y="44111"/>
                </a:cubicBezTo>
                <a:cubicBezTo>
                  <a:pt x="1122551" y="36173"/>
                  <a:pt x="1131619" y="32204"/>
                  <a:pt x="1142580" y="32204"/>
                </a:cubicBezTo>
                <a:cubicBezTo>
                  <a:pt x="1152636" y="32204"/>
                  <a:pt x="1161337" y="36385"/>
                  <a:pt x="1168682" y="44746"/>
                </a:cubicBezTo>
                <a:lnTo>
                  <a:pt x="1168682" y="0"/>
                </a:lnTo>
                <a:lnTo>
                  <a:pt x="1192496" y="0"/>
                </a:lnTo>
                <a:lnTo>
                  <a:pt x="1192496" y="124239"/>
                </a:lnTo>
                <a:moveTo>
                  <a:pt x="1128936" y="77334"/>
                </a:moveTo>
                <a:cubicBezTo>
                  <a:pt x="1128936" y="86925"/>
                  <a:pt x="1130263" y="93863"/>
                  <a:pt x="1132919" y="98150"/>
                </a:cubicBezTo>
                <a:cubicBezTo>
                  <a:pt x="1136761" y="104356"/>
                  <a:pt x="1142128" y="107459"/>
                  <a:pt x="1149021" y="107459"/>
                </a:cubicBezTo>
                <a:cubicBezTo>
                  <a:pt x="1154501" y="107459"/>
                  <a:pt x="1159162" y="105132"/>
                  <a:pt x="1163004" y="100478"/>
                </a:cubicBezTo>
                <a:cubicBezTo>
                  <a:pt x="1166846" y="95824"/>
                  <a:pt x="1168767" y="88871"/>
                  <a:pt x="1168767" y="79620"/>
                </a:cubicBezTo>
                <a:cubicBezTo>
                  <a:pt x="1168767" y="69295"/>
                  <a:pt x="1166902" y="61862"/>
                  <a:pt x="1163173" y="57321"/>
                </a:cubicBezTo>
                <a:cubicBezTo>
                  <a:pt x="1159444" y="52780"/>
                  <a:pt x="1154670" y="50509"/>
                  <a:pt x="1148851" y="50509"/>
                </a:cubicBezTo>
                <a:cubicBezTo>
                  <a:pt x="1143201" y="50509"/>
                  <a:pt x="1138470" y="52751"/>
                  <a:pt x="1134656" y="57236"/>
                </a:cubicBezTo>
                <a:cubicBezTo>
                  <a:pt x="1130842" y="61721"/>
                  <a:pt x="1128936" y="68420"/>
                  <a:pt x="1128936" y="77334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Text Architecture">
            <a:extLst xmlns:a="http://schemas.openxmlformats.org/drawingml/2006/main">
              <a:ext uri="{FF2B5EF4-FFF2-40B4-BE49-F238E27FC236}">
                <a16:creationId xmlns:a16="http://schemas.microsoft.com/office/drawing/2014/main" id="{3BAD3F05-8FD0-453C-937F-C51EBAD9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049" y="1568723"/>
            <a:ext cx="1009899" cy="126273"/>
          </a:xfrm>
          <a:custGeom xmlns:a="http://schemas.openxmlformats.org/drawingml/2006/main">
            <a:pathLst>
              <a:path w="1009899" h="126273">
                <a:moveTo>
                  <a:pt x="124663" y="124239"/>
                </a:moveTo>
                <a:lnTo>
                  <a:pt x="97374" y="124239"/>
                </a:lnTo>
                <a:lnTo>
                  <a:pt x="86527" y="95934"/>
                </a:lnTo>
                <a:lnTo>
                  <a:pt x="36865" y="95934"/>
                </a:lnTo>
                <a:lnTo>
                  <a:pt x="26611" y="124239"/>
                </a:lnTo>
                <a:lnTo>
                  <a:pt x="0" y="124239"/>
                </a:lnTo>
                <a:lnTo>
                  <a:pt x="48391" y="0"/>
                </a:lnTo>
                <a:lnTo>
                  <a:pt x="74916" y="0"/>
                </a:lnTo>
                <a:lnTo>
                  <a:pt x="124663" y="124239"/>
                </a:lnTo>
                <a:moveTo>
                  <a:pt x="78476" y="74916"/>
                </a:moveTo>
                <a:lnTo>
                  <a:pt x="61357" y="28983"/>
                </a:lnTo>
                <a:lnTo>
                  <a:pt x="44577" y="74916"/>
                </a:lnTo>
                <a:lnTo>
                  <a:pt x="78476" y="74916"/>
                </a:lnTo>
                <a:close/>
                <a:moveTo>
                  <a:pt x="154440" y="124239"/>
                </a:moveTo>
                <a:lnTo>
                  <a:pt x="130626" y="124239"/>
                </a:lnTo>
                <a:lnTo>
                  <a:pt x="130626" y="34238"/>
                </a:lnTo>
                <a:lnTo>
                  <a:pt x="152745" y="34238"/>
                </a:lnTo>
                <a:lnTo>
                  <a:pt x="152745" y="47035"/>
                </a:lnTo>
                <a:cubicBezTo>
                  <a:pt x="156530" y="40989"/>
                  <a:pt x="159934" y="37006"/>
                  <a:pt x="162957" y="35085"/>
                </a:cubicBezTo>
                <a:cubicBezTo>
                  <a:pt x="165980" y="33164"/>
                  <a:pt x="169412" y="32204"/>
                  <a:pt x="173254" y="32204"/>
                </a:cubicBezTo>
                <a:cubicBezTo>
                  <a:pt x="178678" y="32204"/>
                  <a:pt x="183904" y="33701"/>
                  <a:pt x="188932" y="36695"/>
                </a:cubicBezTo>
                <a:lnTo>
                  <a:pt x="181559" y="57458"/>
                </a:lnTo>
                <a:cubicBezTo>
                  <a:pt x="177548" y="54860"/>
                  <a:pt x="173819" y="53560"/>
                  <a:pt x="170372" y="53560"/>
                </a:cubicBezTo>
                <a:cubicBezTo>
                  <a:pt x="167039" y="53560"/>
                  <a:pt x="164214" y="54478"/>
                  <a:pt x="161898" y="56314"/>
                </a:cubicBezTo>
                <a:cubicBezTo>
                  <a:pt x="159581" y="58151"/>
                  <a:pt x="157759" y="61470"/>
                  <a:pt x="156431" y="66272"/>
                </a:cubicBezTo>
                <a:cubicBezTo>
                  <a:pt x="155104" y="71074"/>
                  <a:pt x="154440" y="81131"/>
                  <a:pt x="154440" y="96442"/>
                </a:cubicBezTo>
                <a:lnTo>
                  <a:pt x="154440" y="124239"/>
                </a:lnTo>
                <a:close/>
                <a:moveTo>
                  <a:pt x="277044" y="60848"/>
                </a:moveTo>
                <a:lnTo>
                  <a:pt x="253569" y="65086"/>
                </a:lnTo>
                <a:cubicBezTo>
                  <a:pt x="252778" y="60425"/>
                  <a:pt x="250984" y="56915"/>
                  <a:pt x="248187" y="54556"/>
                </a:cubicBezTo>
                <a:cubicBezTo>
                  <a:pt x="245391" y="52197"/>
                  <a:pt x="241761" y="51018"/>
                  <a:pt x="237297" y="51018"/>
                </a:cubicBezTo>
                <a:cubicBezTo>
                  <a:pt x="231365" y="51018"/>
                  <a:pt x="226633" y="53060"/>
                  <a:pt x="223102" y="57143"/>
                </a:cubicBezTo>
                <a:cubicBezTo>
                  <a:pt x="219571" y="61227"/>
                  <a:pt x="217806" y="68056"/>
                  <a:pt x="217806" y="77631"/>
                </a:cubicBezTo>
                <a:cubicBezTo>
                  <a:pt x="217806" y="88277"/>
                  <a:pt x="219599" y="95798"/>
                  <a:pt x="223187" y="100192"/>
                </a:cubicBezTo>
                <a:cubicBezTo>
                  <a:pt x="226775" y="104585"/>
                  <a:pt x="231591" y="106781"/>
                  <a:pt x="237636" y="106781"/>
                </a:cubicBezTo>
                <a:cubicBezTo>
                  <a:pt x="242156" y="106781"/>
                  <a:pt x="245857" y="105496"/>
                  <a:pt x="248738" y="102925"/>
                </a:cubicBezTo>
                <a:cubicBezTo>
                  <a:pt x="251620" y="100355"/>
                  <a:pt x="253653" y="95934"/>
                  <a:pt x="254840" y="89662"/>
                </a:cubicBezTo>
                <a:lnTo>
                  <a:pt x="278230" y="93730"/>
                </a:lnTo>
                <a:cubicBezTo>
                  <a:pt x="275801" y="104465"/>
                  <a:pt x="271140" y="112572"/>
                  <a:pt x="264247" y="118053"/>
                </a:cubicBezTo>
                <a:cubicBezTo>
                  <a:pt x="257354" y="123533"/>
                  <a:pt x="248117" y="126273"/>
                  <a:pt x="236535" y="126273"/>
                </a:cubicBezTo>
                <a:cubicBezTo>
                  <a:pt x="223371" y="126273"/>
                  <a:pt x="212876" y="122120"/>
                  <a:pt x="205051" y="113815"/>
                </a:cubicBezTo>
                <a:cubicBezTo>
                  <a:pt x="197226" y="105510"/>
                  <a:pt x="193314" y="94013"/>
                  <a:pt x="193314" y="79323"/>
                </a:cubicBezTo>
                <a:cubicBezTo>
                  <a:pt x="193314" y="64464"/>
                  <a:pt x="197240" y="52896"/>
                  <a:pt x="205093" y="44619"/>
                </a:cubicBezTo>
                <a:cubicBezTo>
                  <a:pt x="212947" y="36342"/>
                  <a:pt x="223568" y="32204"/>
                  <a:pt x="236958" y="32204"/>
                </a:cubicBezTo>
                <a:cubicBezTo>
                  <a:pt x="247919" y="32204"/>
                  <a:pt x="256634" y="34563"/>
                  <a:pt x="263103" y="39280"/>
                </a:cubicBezTo>
                <a:cubicBezTo>
                  <a:pt x="269572" y="43998"/>
                  <a:pt x="274219" y="51187"/>
                  <a:pt x="277044" y="60848"/>
                </a:cubicBezTo>
                <a:close/>
                <a:moveTo>
                  <a:pt x="318485" y="0"/>
                </a:moveTo>
                <a:lnTo>
                  <a:pt x="318485" y="45742"/>
                </a:lnTo>
                <a:cubicBezTo>
                  <a:pt x="326169" y="36717"/>
                  <a:pt x="335350" y="32204"/>
                  <a:pt x="346028" y="32204"/>
                </a:cubicBezTo>
                <a:cubicBezTo>
                  <a:pt x="351508" y="32204"/>
                  <a:pt x="356452" y="33221"/>
                  <a:pt x="360859" y="35255"/>
                </a:cubicBezTo>
                <a:cubicBezTo>
                  <a:pt x="365266" y="37289"/>
                  <a:pt x="368585" y="39888"/>
                  <a:pt x="370817" y="43051"/>
                </a:cubicBezTo>
                <a:cubicBezTo>
                  <a:pt x="373048" y="46215"/>
                  <a:pt x="374574" y="49718"/>
                  <a:pt x="375393" y="53560"/>
                </a:cubicBezTo>
                <a:cubicBezTo>
                  <a:pt x="376212" y="57402"/>
                  <a:pt x="376622" y="63363"/>
                  <a:pt x="376622" y="71442"/>
                </a:cubicBezTo>
                <a:lnTo>
                  <a:pt x="376622" y="124239"/>
                </a:lnTo>
                <a:lnTo>
                  <a:pt x="352808" y="124239"/>
                </a:lnTo>
                <a:lnTo>
                  <a:pt x="352808" y="76752"/>
                </a:lnTo>
                <a:cubicBezTo>
                  <a:pt x="352808" y="67327"/>
                  <a:pt x="352356" y="61345"/>
                  <a:pt x="351452" y="58806"/>
                </a:cubicBezTo>
                <a:cubicBezTo>
                  <a:pt x="350548" y="56266"/>
                  <a:pt x="348952" y="54248"/>
                  <a:pt x="346664" y="52752"/>
                </a:cubicBezTo>
                <a:cubicBezTo>
                  <a:pt x="344376" y="51257"/>
                  <a:pt x="341508" y="50509"/>
                  <a:pt x="338062" y="50509"/>
                </a:cubicBezTo>
                <a:cubicBezTo>
                  <a:pt x="334107" y="50509"/>
                  <a:pt x="330576" y="51469"/>
                  <a:pt x="327469" y="53388"/>
                </a:cubicBezTo>
                <a:cubicBezTo>
                  <a:pt x="324361" y="55307"/>
                  <a:pt x="322087" y="58199"/>
                  <a:pt x="320646" y="62064"/>
                </a:cubicBezTo>
                <a:cubicBezTo>
                  <a:pt x="319206" y="65929"/>
                  <a:pt x="318485" y="71643"/>
                  <a:pt x="318485" y="79207"/>
                </a:cubicBezTo>
                <a:lnTo>
                  <a:pt x="318485" y="124239"/>
                </a:lnTo>
                <a:lnTo>
                  <a:pt x="294671" y="124239"/>
                </a:lnTo>
                <a:lnTo>
                  <a:pt x="294671" y="0"/>
                </a:lnTo>
                <a:lnTo>
                  <a:pt x="318485" y="0"/>
                </a:lnTo>
                <a:close/>
                <a:moveTo>
                  <a:pt x="401410" y="22034"/>
                </a:moveTo>
                <a:lnTo>
                  <a:pt x="401410" y="0"/>
                </a:lnTo>
                <a:lnTo>
                  <a:pt x="425224" y="0"/>
                </a:lnTo>
                <a:lnTo>
                  <a:pt x="425224" y="22034"/>
                </a:lnTo>
                <a:lnTo>
                  <a:pt x="401410" y="22034"/>
                </a:lnTo>
                <a:moveTo>
                  <a:pt x="401410" y="124239"/>
                </a:moveTo>
                <a:lnTo>
                  <a:pt x="401410" y="34238"/>
                </a:lnTo>
                <a:lnTo>
                  <a:pt x="425224" y="34238"/>
                </a:lnTo>
                <a:lnTo>
                  <a:pt x="425224" y="124239"/>
                </a:lnTo>
                <a:lnTo>
                  <a:pt x="401410" y="124239"/>
                </a:lnTo>
                <a:close/>
                <a:moveTo>
                  <a:pt x="490776" y="34238"/>
                </a:moveTo>
                <a:lnTo>
                  <a:pt x="490776" y="53221"/>
                </a:lnTo>
                <a:lnTo>
                  <a:pt x="474505" y="53221"/>
                </a:lnTo>
                <a:lnTo>
                  <a:pt x="474505" y="89435"/>
                </a:lnTo>
                <a:cubicBezTo>
                  <a:pt x="474505" y="96769"/>
                  <a:pt x="474660" y="101042"/>
                  <a:pt x="474971" y="102255"/>
                </a:cubicBezTo>
                <a:cubicBezTo>
                  <a:pt x="475282" y="103466"/>
                  <a:pt x="475988" y="104467"/>
                  <a:pt x="477090" y="105258"/>
                </a:cubicBezTo>
                <a:cubicBezTo>
                  <a:pt x="478191" y="106048"/>
                  <a:pt x="479533" y="106442"/>
                  <a:pt x="481115" y="106442"/>
                </a:cubicBezTo>
                <a:cubicBezTo>
                  <a:pt x="483318" y="106442"/>
                  <a:pt x="486511" y="105680"/>
                  <a:pt x="490691" y="104154"/>
                </a:cubicBezTo>
                <a:lnTo>
                  <a:pt x="492725" y="122698"/>
                </a:lnTo>
                <a:cubicBezTo>
                  <a:pt x="487189" y="125081"/>
                  <a:pt x="480917" y="126273"/>
                  <a:pt x="473912" y="126273"/>
                </a:cubicBezTo>
                <a:cubicBezTo>
                  <a:pt x="469618" y="126273"/>
                  <a:pt x="465748" y="125553"/>
                  <a:pt x="462301" y="124112"/>
                </a:cubicBezTo>
                <a:cubicBezTo>
                  <a:pt x="458855" y="122671"/>
                  <a:pt x="456327" y="120807"/>
                  <a:pt x="454716" y="118519"/>
                </a:cubicBezTo>
                <a:cubicBezTo>
                  <a:pt x="453106" y="116231"/>
                  <a:pt x="451990" y="113137"/>
                  <a:pt x="451369" y="109239"/>
                </a:cubicBezTo>
                <a:cubicBezTo>
                  <a:pt x="450860" y="106471"/>
                  <a:pt x="450606" y="100877"/>
                  <a:pt x="450606" y="92459"/>
                </a:cubicBezTo>
                <a:lnTo>
                  <a:pt x="450606" y="53221"/>
                </a:lnTo>
                <a:lnTo>
                  <a:pt x="439674" y="53221"/>
                </a:lnTo>
                <a:lnTo>
                  <a:pt x="439674" y="34238"/>
                </a:lnTo>
                <a:lnTo>
                  <a:pt x="450606" y="34238"/>
                </a:lnTo>
                <a:lnTo>
                  <a:pt x="450606" y="16271"/>
                </a:lnTo>
                <a:lnTo>
                  <a:pt x="474505" y="2203"/>
                </a:lnTo>
                <a:lnTo>
                  <a:pt x="474505" y="34238"/>
                </a:lnTo>
                <a:lnTo>
                  <a:pt x="490776" y="34238"/>
                </a:lnTo>
                <a:close/>
                <a:moveTo>
                  <a:pt x="560114" y="95595"/>
                </a:moveTo>
                <a:lnTo>
                  <a:pt x="583843" y="99662"/>
                </a:lnTo>
                <a:cubicBezTo>
                  <a:pt x="580792" y="108335"/>
                  <a:pt x="575976" y="114938"/>
                  <a:pt x="569394" y="119472"/>
                </a:cubicBezTo>
                <a:cubicBezTo>
                  <a:pt x="562812" y="124006"/>
                  <a:pt x="554577" y="126273"/>
                  <a:pt x="544690" y="126273"/>
                </a:cubicBezTo>
                <a:cubicBezTo>
                  <a:pt x="529040" y="126273"/>
                  <a:pt x="517458" y="121160"/>
                  <a:pt x="509943" y="110934"/>
                </a:cubicBezTo>
                <a:cubicBezTo>
                  <a:pt x="504011" y="102742"/>
                  <a:pt x="501045" y="92402"/>
                  <a:pt x="501045" y="79916"/>
                </a:cubicBezTo>
                <a:cubicBezTo>
                  <a:pt x="501045" y="65001"/>
                  <a:pt x="504943" y="53320"/>
                  <a:pt x="512740" y="44874"/>
                </a:cubicBezTo>
                <a:cubicBezTo>
                  <a:pt x="520537" y="36427"/>
                  <a:pt x="530396" y="32204"/>
                  <a:pt x="542317" y="32204"/>
                </a:cubicBezTo>
                <a:cubicBezTo>
                  <a:pt x="555707" y="32204"/>
                  <a:pt x="566272" y="36625"/>
                  <a:pt x="574012" y="45467"/>
                </a:cubicBezTo>
                <a:cubicBezTo>
                  <a:pt x="581752" y="54309"/>
                  <a:pt x="585453" y="67854"/>
                  <a:pt x="585114" y="86103"/>
                </a:cubicBezTo>
                <a:lnTo>
                  <a:pt x="525452" y="86103"/>
                </a:lnTo>
                <a:cubicBezTo>
                  <a:pt x="525622" y="93165"/>
                  <a:pt x="527543" y="98660"/>
                  <a:pt x="531215" y="102586"/>
                </a:cubicBezTo>
                <a:cubicBezTo>
                  <a:pt x="534887" y="106513"/>
                  <a:pt x="539464" y="108476"/>
                  <a:pt x="544944" y="108476"/>
                </a:cubicBezTo>
                <a:cubicBezTo>
                  <a:pt x="548673" y="108476"/>
                  <a:pt x="551809" y="107459"/>
                  <a:pt x="554351" y="105425"/>
                </a:cubicBezTo>
                <a:cubicBezTo>
                  <a:pt x="556893" y="103391"/>
                  <a:pt x="558814" y="100114"/>
                  <a:pt x="560114" y="95595"/>
                </a:cubicBezTo>
                <a:moveTo>
                  <a:pt x="561470" y="71526"/>
                </a:moveTo>
                <a:cubicBezTo>
                  <a:pt x="561300" y="64662"/>
                  <a:pt x="559521" y="59443"/>
                  <a:pt x="556131" y="55869"/>
                </a:cubicBezTo>
                <a:cubicBezTo>
                  <a:pt x="552741" y="52296"/>
                  <a:pt x="548616" y="50509"/>
                  <a:pt x="543758" y="50509"/>
                </a:cubicBezTo>
                <a:cubicBezTo>
                  <a:pt x="538560" y="50509"/>
                  <a:pt x="534266" y="52394"/>
                  <a:pt x="530876" y="56163"/>
                </a:cubicBezTo>
                <a:cubicBezTo>
                  <a:pt x="527486" y="59935"/>
                  <a:pt x="525819" y="65056"/>
                  <a:pt x="525876" y="71526"/>
                </a:cubicBezTo>
                <a:lnTo>
                  <a:pt x="561470" y="71526"/>
                </a:lnTo>
                <a:close/>
                <a:moveTo>
                  <a:pt x="682676" y="60848"/>
                </a:moveTo>
                <a:lnTo>
                  <a:pt x="659201" y="65086"/>
                </a:lnTo>
                <a:cubicBezTo>
                  <a:pt x="658410" y="60425"/>
                  <a:pt x="656616" y="56915"/>
                  <a:pt x="653819" y="54556"/>
                </a:cubicBezTo>
                <a:cubicBezTo>
                  <a:pt x="651023" y="52197"/>
                  <a:pt x="647393" y="51018"/>
                  <a:pt x="642929" y="51018"/>
                </a:cubicBezTo>
                <a:cubicBezTo>
                  <a:pt x="636997" y="51018"/>
                  <a:pt x="632265" y="53060"/>
                  <a:pt x="628734" y="57143"/>
                </a:cubicBezTo>
                <a:cubicBezTo>
                  <a:pt x="625203" y="61227"/>
                  <a:pt x="623438" y="68056"/>
                  <a:pt x="623438" y="77631"/>
                </a:cubicBezTo>
                <a:cubicBezTo>
                  <a:pt x="623438" y="88277"/>
                  <a:pt x="625231" y="95798"/>
                  <a:pt x="628819" y="100192"/>
                </a:cubicBezTo>
                <a:cubicBezTo>
                  <a:pt x="632407" y="104585"/>
                  <a:pt x="637223" y="106781"/>
                  <a:pt x="643268" y="106781"/>
                </a:cubicBezTo>
                <a:cubicBezTo>
                  <a:pt x="647788" y="106781"/>
                  <a:pt x="651489" y="105496"/>
                  <a:pt x="654370" y="102925"/>
                </a:cubicBezTo>
                <a:cubicBezTo>
                  <a:pt x="657252" y="100355"/>
                  <a:pt x="659286" y="95934"/>
                  <a:pt x="660472" y="89662"/>
                </a:cubicBezTo>
                <a:lnTo>
                  <a:pt x="683862" y="93730"/>
                </a:lnTo>
                <a:cubicBezTo>
                  <a:pt x="681433" y="104465"/>
                  <a:pt x="676772" y="112572"/>
                  <a:pt x="669879" y="118053"/>
                </a:cubicBezTo>
                <a:cubicBezTo>
                  <a:pt x="662986" y="123533"/>
                  <a:pt x="653749" y="126273"/>
                  <a:pt x="642167" y="126273"/>
                </a:cubicBezTo>
                <a:cubicBezTo>
                  <a:pt x="629003" y="126273"/>
                  <a:pt x="618508" y="122120"/>
                  <a:pt x="610683" y="113815"/>
                </a:cubicBezTo>
                <a:cubicBezTo>
                  <a:pt x="602858" y="105510"/>
                  <a:pt x="598946" y="94013"/>
                  <a:pt x="598946" y="79323"/>
                </a:cubicBezTo>
                <a:cubicBezTo>
                  <a:pt x="598946" y="64464"/>
                  <a:pt x="602872" y="52896"/>
                  <a:pt x="610726" y="44619"/>
                </a:cubicBezTo>
                <a:cubicBezTo>
                  <a:pt x="618579" y="36342"/>
                  <a:pt x="629200" y="32204"/>
                  <a:pt x="642590" y="32204"/>
                </a:cubicBezTo>
                <a:cubicBezTo>
                  <a:pt x="653551" y="32204"/>
                  <a:pt x="662266" y="34563"/>
                  <a:pt x="668735" y="39280"/>
                </a:cubicBezTo>
                <a:cubicBezTo>
                  <a:pt x="675204" y="43998"/>
                  <a:pt x="679851" y="51187"/>
                  <a:pt x="682676" y="60848"/>
                </a:cubicBezTo>
                <a:close/>
                <a:moveTo>
                  <a:pt x="741660" y="34238"/>
                </a:moveTo>
                <a:lnTo>
                  <a:pt x="741660" y="53221"/>
                </a:lnTo>
                <a:lnTo>
                  <a:pt x="725388" y="53221"/>
                </a:lnTo>
                <a:lnTo>
                  <a:pt x="725388" y="89435"/>
                </a:lnTo>
                <a:cubicBezTo>
                  <a:pt x="725388" y="96769"/>
                  <a:pt x="725544" y="101042"/>
                  <a:pt x="725855" y="102255"/>
                </a:cubicBezTo>
                <a:cubicBezTo>
                  <a:pt x="726165" y="103466"/>
                  <a:pt x="726872" y="104467"/>
                  <a:pt x="727973" y="105258"/>
                </a:cubicBezTo>
                <a:cubicBezTo>
                  <a:pt x="729075" y="106048"/>
                  <a:pt x="730417" y="106442"/>
                  <a:pt x="731999" y="106442"/>
                </a:cubicBezTo>
                <a:cubicBezTo>
                  <a:pt x="734202" y="106442"/>
                  <a:pt x="737394" y="105680"/>
                  <a:pt x="741575" y="104154"/>
                </a:cubicBezTo>
                <a:lnTo>
                  <a:pt x="743609" y="122698"/>
                </a:lnTo>
                <a:cubicBezTo>
                  <a:pt x="738072" y="125081"/>
                  <a:pt x="731801" y="126273"/>
                  <a:pt x="724795" y="126273"/>
                </a:cubicBezTo>
                <a:cubicBezTo>
                  <a:pt x="720501" y="126273"/>
                  <a:pt x="716631" y="125553"/>
                  <a:pt x="713185" y="124112"/>
                </a:cubicBezTo>
                <a:cubicBezTo>
                  <a:pt x="709739" y="122671"/>
                  <a:pt x="707210" y="120807"/>
                  <a:pt x="705600" y="118519"/>
                </a:cubicBezTo>
                <a:cubicBezTo>
                  <a:pt x="703990" y="116231"/>
                  <a:pt x="702874" y="113137"/>
                  <a:pt x="702253" y="109239"/>
                </a:cubicBezTo>
                <a:cubicBezTo>
                  <a:pt x="701744" y="106471"/>
                  <a:pt x="701490" y="100877"/>
                  <a:pt x="701490" y="92459"/>
                </a:cubicBezTo>
                <a:lnTo>
                  <a:pt x="701490" y="53221"/>
                </a:lnTo>
                <a:lnTo>
                  <a:pt x="690557" y="53221"/>
                </a:lnTo>
                <a:lnTo>
                  <a:pt x="690557" y="34238"/>
                </a:lnTo>
                <a:lnTo>
                  <a:pt x="701490" y="34238"/>
                </a:lnTo>
                <a:lnTo>
                  <a:pt x="701490" y="16271"/>
                </a:lnTo>
                <a:lnTo>
                  <a:pt x="725388" y="2203"/>
                </a:lnTo>
                <a:lnTo>
                  <a:pt x="725388" y="34238"/>
                </a:lnTo>
                <a:lnTo>
                  <a:pt x="741660" y="34238"/>
                </a:lnTo>
                <a:close/>
                <a:moveTo>
                  <a:pt x="818117" y="124239"/>
                </a:moveTo>
                <a:lnTo>
                  <a:pt x="818117" y="110764"/>
                </a:lnTo>
                <a:cubicBezTo>
                  <a:pt x="814840" y="115567"/>
                  <a:pt x="810532" y="119352"/>
                  <a:pt x="805193" y="122120"/>
                </a:cubicBezTo>
                <a:cubicBezTo>
                  <a:pt x="799854" y="124889"/>
                  <a:pt x="794218" y="126273"/>
                  <a:pt x="788286" y="126273"/>
                </a:cubicBezTo>
                <a:cubicBezTo>
                  <a:pt x="782240" y="126273"/>
                  <a:pt x="776817" y="124945"/>
                  <a:pt x="772014" y="122290"/>
                </a:cubicBezTo>
                <a:cubicBezTo>
                  <a:pt x="767212" y="119635"/>
                  <a:pt x="763737" y="115906"/>
                  <a:pt x="761590" y="111103"/>
                </a:cubicBezTo>
                <a:cubicBezTo>
                  <a:pt x="759444" y="106301"/>
                  <a:pt x="758370" y="99662"/>
                  <a:pt x="758370" y="91188"/>
                </a:cubicBezTo>
                <a:lnTo>
                  <a:pt x="758370" y="34238"/>
                </a:lnTo>
                <a:lnTo>
                  <a:pt x="782184" y="34238"/>
                </a:lnTo>
                <a:lnTo>
                  <a:pt x="782184" y="75499"/>
                </a:lnTo>
                <a:cubicBezTo>
                  <a:pt x="782184" y="88126"/>
                  <a:pt x="782622" y="95863"/>
                  <a:pt x="783498" y="98709"/>
                </a:cubicBezTo>
                <a:cubicBezTo>
                  <a:pt x="784373" y="101555"/>
                  <a:pt x="785969" y="103810"/>
                  <a:pt x="788286" y="105473"/>
                </a:cubicBezTo>
                <a:cubicBezTo>
                  <a:pt x="790602" y="107136"/>
                  <a:pt x="793540" y="107968"/>
                  <a:pt x="797099" y="107968"/>
                </a:cubicBezTo>
                <a:cubicBezTo>
                  <a:pt x="801167" y="107968"/>
                  <a:pt x="804811" y="106855"/>
                  <a:pt x="808032" y="104628"/>
                </a:cubicBezTo>
                <a:cubicBezTo>
                  <a:pt x="811252" y="102402"/>
                  <a:pt x="813456" y="99640"/>
                  <a:pt x="814642" y="96341"/>
                </a:cubicBezTo>
                <a:cubicBezTo>
                  <a:pt x="815829" y="93043"/>
                  <a:pt x="816422" y="84969"/>
                  <a:pt x="816422" y="72117"/>
                </a:cubicBezTo>
                <a:lnTo>
                  <a:pt x="816422" y="34238"/>
                </a:lnTo>
                <a:lnTo>
                  <a:pt x="840236" y="34238"/>
                </a:lnTo>
                <a:lnTo>
                  <a:pt x="840236" y="124239"/>
                </a:lnTo>
                <a:lnTo>
                  <a:pt x="818117" y="124239"/>
                </a:lnTo>
                <a:close/>
                <a:moveTo>
                  <a:pt x="888329" y="124239"/>
                </a:moveTo>
                <a:lnTo>
                  <a:pt x="864515" y="124239"/>
                </a:lnTo>
                <a:lnTo>
                  <a:pt x="864515" y="34238"/>
                </a:lnTo>
                <a:lnTo>
                  <a:pt x="886634" y="34238"/>
                </a:lnTo>
                <a:lnTo>
                  <a:pt x="886634" y="47035"/>
                </a:lnTo>
                <a:cubicBezTo>
                  <a:pt x="890420" y="40989"/>
                  <a:pt x="893824" y="37006"/>
                  <a:pt x="896846" y="35085"/>
                </a:cubicBezTo>
                <a:cubicBezTo>
                  <a:pt x="899869" y="33164"/>
                  <a:pt x="903301" y="32204"/>
                  <a:pt x="907143" y="32204"/>
                </a:cubicBezTo>
                <a:cubicBezTo>
                  <a:pt x="912567" y="32204"/>
                  <a:pt x="917793" y="33701"/>
                  <a:pt x="922821" y="36695"/>
                </a:cubicBezTo>
                <a:lnTo>
                  <a:pt x="915448" y="57458"/>
                </a:lnTo>
                <a:cubicBezTo>
                  <a:pt x="911437" y="54860"/>
                  <a:pt x="907708" y="53560"/>
                  <a:pt x="904262" y="53560"/>
                </a:cubicBezTo>
                <a:cubicBezTo>
                  <a:pt x="900928" y="53560"/>
                  <a:pt x="898103" y="54478"/>
                  <a:pt x="895787" y="56314"/>
                </a:cubicBezTo>
                <a:cubicBezTo>
                  <a:pt x="893470" y="58151"/>
                  <a:pt x="891648" y="61470"/>
                  <a:pt x="890321" y="66272"/>
                </a:cubicBezTo>
                <a:cubicBezTo>
                  <a:pt x="888993" y="71074"/>
                  <a:pt x="888329" y="81131"/>
                  <a:pt x="888329" y="96442"/>
                </a:cubicBezTo>
                <a:lnTo>
                  <a:pt x="888329" y="124239"/>
                </a:lnTo>
                <a:close/>
                <a:moveTo>
                  <a:pt x="984560" y="95595"/>
                </a:moveTo>
                <a:lnTo>
                  <a:pt x="1008289" y="99662"/>
                </a:lnTo>
                <a:cubicBezTo>
                  <a:pt x="1005238" y="108335"/>
                  <a:pt x="1000421" y="114938"/>
                  <a:pt x="993839" y="119472"/>
                </a:cubicBezTo>
                <a:cubicBezTo>
                  <a:pt x="987257" y="124006"/>
                  <a:pt x="979023" y="126273"/>
                  <a:pt x="969136" y="126273"/>
                </a:cubicBezTo>
                <a:cubicBezTo>
                  <a:pt x="953486" y="126273"/>
                  <a:pt x="941904" y="121160"/>
                  <a:pt x="934389" y="110934"/>
                </a:cubicBezTo>
                <a:cubicBezTo>
                  <a:pt x="928457" y="102742"/>
                  <a:pt x="925491" y="92402"/>
                  <a:pt x="925491" y="79916"/>
                </a:cubicBezTo>
                <a:cubicBezTo>
                  <a:pt x="925491" y="65001"/>
                  <a:pt x="929389" y="53320"/>
                  <a:pt x="937186" y="44874"/>
                </a:cubicBezTo>
                <a:cubicBezTo>
                  <a:pt x="944983" y="36427"/>
                  <a:pt x="954842" y="32204"/>
                  <a:pt x="966763" y="32204"/>
                </a:cubicBezTo>
                <a:cubicBezTo>
                  <a:pt x="980153" y="32204"/>
                  <a:pt x="990718" y="36625"/>
                  <a:pt x="998458" y="45467"/>
                </a:cubicBezTo>
                <a:cubicBezTo>
                  <a:pt x="1006198" y="54309"/>
                  <a:pt x="1009899" y="67854"/>
                  <a:pt x="1009560" y="86103"/>
                </a:cubicBezTo>
                <a:lnTo>
                  <a:pt x="949898" y="86103"/>
                </a:lnTo>
                <a:cubicBezTo>
                  <a:pt x="950068" y="93165"/>
                  <a:pt x="951989" y="98660"/>
                  <a:pt x="955661" y="102586"/>
                </a:cubicBezTo>
                <a:cubicBezTo>
                  <a:pt x="959333" y="106513"/>
                  <a:pt x="963910" y="108476"/>
                  <a:pt x="969390" y="108476"/>
                </a:cubicBezTo>
                <a:cubicBezTo>
                  <a:pt x="973119" y="108476"/>
                  <a:pt x="976254" y="107459"/>
                  <a:pt x="978797" y="105425"/>
                </a:cubicBezTo>
                <a:cubicBezTo>
                  <a:pt x="981339" y="103391"/>
                  <a:pt x="983260" y="100114"/>
                  <a:pt x="984560" y="95595"/>
                </a:cubicBezTo>
                <a:moveTo>
                  <a:pt x="985916" y="71526"/>
                </a:moveTo>
                <a:cubicBezTo>
                  <a:pt x="985746" y="64662"/>
                  <a:pt x="983966" y="59443"/>
                  <a:pt x="980577" y="55869"/>
                </a:cubicBezTo>
                <a:cubicBezTo>
                  <a:pt x="977187" y="52296"/>
                  <a:pt x="973062" y="50509"/>
                  <a:pt x="968203" y="50509"/>
                </a:cubicBezTo>
                <a:cubicBezTo>
                  <a:pt x="963006" y="50509"/>
                  <a:pt x="958712" y="52394"/>
                  <a:pt x="955322" y="56163"/>
                </a:cubicBezTo>
                <a:cubicBezTo>
                  <a:pt x="951932" y="59935"/>
                  <a:pt x="950265" y="65056"/>
                  <a:pt x="950322" y="71526"/>
                </a:cubicBezTo>
                <a:lnTo>
                  <a:pt x="985916" y="71526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Text EM">
            <a:extLst xmlns:a="http://schemas.openxmlformats.org/drawingml/2006/main">
              <a:ext uri="{FF2B5EF4-FFF2-40B4-BE49-F238E27FC236}">
                <a16:creationId xmlns:a16="http://schemas.microsoft.com/office/drawing/2014/main" id="{3BDD138C-DD16-4552-8CD6-2994A0F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809" y="1341926"/>
            <a:ext cx="260187" cy="137711"/>
          </a:xfrm>
          <a:custGeom xmlns:a="http://schemas.openxmlformats.org/drawingml/2006/main">
            <a:pathLst>
              <a:path w="260187" h="137711">
                <a:moveTo>
                  <a:pt x="0" y="137711"/>
                </a:moveTo>
                <a:lnTo>
                  <a:pt x="0" y="0"/>
                </a:lnTo>
                <a:lnTo>
                  <a:pt x="102109" y="0"/>
                </a:lnTo>
                <a:lnTo>
                  <a:pt x="102109" y="23296"/>
                </a:lnTo>
                <a:lnTo>
                  <a:pt x="27805" y="23296"/>
                </a:lnTo>
                <a:lnTo>
                  <a:pt x="27805" y="53732"/>
                </a:lnTo>
                <a:lnTo>
                  <a:pt x="96942" y="53732"/>
                </a:lnTo>
                <a:lnTo>
                  <a:pt x="96942" y="77028"/>
                </a:lnTo>
                <a:lnTo>
                  <a:pt x="27805" y="77028"/>
                </a:lnTo>
                <a:lnTo>
                  <a:pt x="27805" y="114415"/>
                </a:lnTo>
                <a:lnTo>
                  <a:pt x="104739" y="114415"/>
                </a:lnTo>
                <a:lnTo>
                  <a:pt x="104739" y="137711"/>
                </a:lnTo>
                <a:lnTo>
                  <a:pt x="0" y="137711"/>
                </a:lnTo>
                <a:close/>
                <a:moveTo>
                  <a:pt x="127173" y="137711"/>
                </a:moveTo>
                <a:lnTo>
                  <a:pt x="127173" y="0"/>
                </a:lnTo>
                <a:lnTo>
                  <a:pt x="168787" y="0"/>
                </a:lnTo>
                <a:lnTo>
                  <a:pt x="193774" y="93936"/>
                </a:lnTo>
                <a:lnTo>
                  <a:pt x="218480" y="0"/>
                </a:lnTo>
                <a:lnTo>
                  <a:pt x="260187" y="0"/>
                </a:lnTo>
                <a:lnTo>
                  <a:pt x="260187" y="137711"/>
                </a:lnTo>
                <a:lnTo>
                  <a:pt x="234355" y="137711"/>
                </a:lnTo>
                <a:lnTo>
                  <a:pt x="234355" y="29308"/>
                </a:lnTo>
                <a:lnTo>
                  <a:pt x="207019" y="137711"/>
                </a:lnTo>
                <a:lnTo>
                  <a:pt x="180247" y="137711"/>
                </a:lnTo>
                <a:lnTo>
                  <a:pt x="153006" y="29308"/>
                </a:lnTo>
                <a:lnTo>
                  <a:pt x="153006" y="137711"/>
                </a:lnTo>
                <a:lnTo>
                  <a:pt x="127173" y="137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Text Sniffer">
            <a:extLst xmlns:a="http://schemas.openxmlformats.org/drawingml/2006/main">
              <a:ext uri="{FF2B5EF4-FFF2-40B4-BE49-F238E27FC236}">
                <a16:creationId xmlns:a16="http://schemas.microsoft.com/office/drawing/2014/main" id="{EDC6FB26-80B7-4040-82B3-9D6CF75C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4740" y="1548602"/>
            <a:ext cx="605680" cy="142783"/>
          </a:xfrm>
          <a:custGeom xmlns:a="http://schemas.openxmlformats.org/drawingml/2006/main">
            <a:pathLst>
              <a:path w="605680" h="142783">
                <a:moveTo>
                  <a:pt x="0" y="95439"/>
                </a:moveTo>
                <a:lnTo>
                  <a:pt x="27054" y="92809"/>
                </a:lnTo>
                <a:cubicBezTo>
                  <a:pt x="28682" y="101923"/>
                  <a:pt x="31985" y="108617"/>
                  <a:pt x="36964" y="112891"/>
                </a:cubicBezTo>
                <a:cubicBezTo>
                  <a:pt x="41943" y="117163"/>
                  <a:pt x="48659" y="119299"/>
                  <a:pt x="57113" y="119299"/>
                </a:cubicBezTo>
                <a:cubicBezTo>
                  <a:pt x="66069" y="119299"/>
                  <a:pt x="72816" y="117399"/>
                  <a:pt x="77357" y="113599"/>
                </a:cubicBezTo>
                <a:cubicBezTo>
                  <a:pt x="81897" y="109798"/>
                  <a:pt x="84167" y="105353"/>
                  <a:pt x="84167" y="100262"/>
                </a:cubicBezTo>
                <a:cubicBezTo>
                  <a:pt x="84167" y="96996"/>
                  <a:pt x="83212" y="94217"/>
                  <a:pt x="81302" y="91926"/>
                </a:cubicBezTo>
                <a:cubicBezTo>
                  <a:pt x="79392" y="89632"/>
                  <a:pt x="76057" y="87637"/>
                  <a:pt x="71298" y="85940"/>
                </a:cubicBezTo>
                <a:cubicBezTo>
                  <a:pt x="68041" y="84811"/>
                  <a:pt x="60620" y="82803"/>
                  <a:pt x="49035" y="79916"/>
                </a:cubicBezTo>
                <a:cubicBezTo>
                  <a:pt x="34130" y="76214"/>
                  <a:pt x="23672" y="71664"/>
                  <a:pt x="17660" y="66266"/>
                </a:cubicBezTo>
                <a:cubicBezTo>
                  <a:pt x="9206" y="58673"/>
                  <a:pt x="4979" y="49417"/>
                  <a:pt x="4979" y="38499"/>
                </a:cubicBezTo>
                <a:cubicBezTo>
                  <a:pt x="4979" y="31472"/>
                  <a:pt x="6967" y="24899"/>
                  <a:pt x="10944" y="18781"/>
                </a:cubicBezTo>
                <a:cubicBezTo>
                  <a:pt x="14920" y="12662"/>
                  <a:pt x="20650" y="8002"/>
                  <a:pt x="28134" y="4802"/>
                </a:cubicBezTo>
                <a:cubicBezTo>
                  <a:pt x="35618" y="1601"/>
                  <a:pt x="44651" y="0"/>
                  <a:pt x="55235" y="0"/>
                </a:cubicBezTo>
                <a:cubicBezTo>
                  <a:pt x="72519" y="0"/>
                  <a:pt x="85529" y="3806"/>
                  <a:pt x="94265" y="11419"/>
                </a:cubicBezTo>
                <a:cubicBezTo>
                  <a:pt x="103001" y="19030"/>
                  <a:pt x="107589" y="29189"/>
                  <a:pt x="108027" y="41896"/>
                </a:cubicBezTo>
                <a:lnTo>
                  <a:pt x="80222" y="43023"/>
                </a:lnTo>
                <a:cubicBezTo>
                  <a:pt x="79032" y="35946"/>
                  <a:pt x="76480" y="30858"/>
                  <a:pt x="72566" y="27758"/>
                </a:cubicBezTo>
                <a:cubicBezTo>
                  <a:pt x="68652" y="24658"/>
                  <a:pt x="62781" y="23108"/>
                  <a:pt x="54953" y="23108"/>
                </a:cubicBezTo>
                <a:cubicBezTo>
                  <a:pt x="46874" y="23108"/>
                  <a:pt x="40549" y="24769"/>
                  <a:pt x="35978" y="28090"/>
                </a:cubicBezTo>
                <a:cubicBezTo>
                  <a:pt x="33034" y="30219"/>
                  <a:pt x="31563" y="33070"/>
                  <a:pt x="31563" y="36641"/>
                </a:cubicBezTo>
                <a:cubicBezTo>
                  <a:pt x="31563" y="39899"/>
                  <a:pt x="32940" y="42687"/>
                  <a:pt x="35696" y="45004"/>
                </a:cubicBezTo>
                <a:cubicBezTo>
                  <a:pt x="39203" y="47950"/>
                  <a:pt x="47720" y="51022"/>
                  <a:pt x="61247" y="54222"/>
                </a:cubicBezTo>
                <a:cubicBezTo>
                  <a:pt x="74773" y="57422"/>
                  <a:pt x="84778" y="60732"/>
                  <a:pt x="91259" y="64153"/>
                </a:cubicBezTo>
                <a:cubicBezTo>
                  <a:pt x="97741" y="67572"/>
                  <a:pt x="102813" y="72246"/>
                  <a:pt x="106477" y="78176"/>
                </a:cubicBezTo>
                <a:cubicBezTo>
                  <a:pt x="110140" y="84103"/>
                  <a:pt x="111972" y="91429"/>
                  <a:pt x="111972" y="100151"/>
                </a:cubicBezTo>
                <a:cubicBezTo>
                  <a:pt x="111972" y="108055"/>
                  <a:pt x="109780" y="115459"/>
                  <a:pt x="105397" y="122361"/>
                </a:cubicBezTo>
                <a:cubicBezTo>
                  <a:pt x="101013" y="129263"/>
                  <a:pt x="94813" y="134393"/>
                  <a:pt x="86797" y="137749"/>
                </a:cubicBezTo>
                <a:cubicBezTo>
                  <a:pt x="78781" y="141105"/>
                  <a:pt x="68793" y="142783"/>
                  <a:pt x="56832" y="142783"/>
                </a:cubicBezTo>
                <a:cubicBezTo>
                  <a:pt x="39422" y="142783"/>
                  <a:pt x="26052" y="138752"/>
                  <a:pt x="16721" y="130689"/>
                </a:cubicBezTo>
                <a:cubicBezTo>
                  <a:pt x="7390" y="122626"/>
                  <a:pt x="1816" y="110876"/>
                  <a:pt x="0" y="95439"/>
                </a:cubicBezTo>
                <a:close/>
                <a:moveTo>
                  <a:pt x="225149" y="140153"/>
                </a:moveTo>
                <a:lnTo>
                  <a:pt x="198753" y="140153"/>
                </a:lnTo>
                <a:lnTo>
                  <a:pt x="198753" y="89298"/>
                </a:lnTo>
                <a:cubicBezTo>
                  <a:pt x="198753" y="78539"/>
                  <a:pt x="198189" y="71580"/>
                  <a:pt x="197062" y="68421"/>
                </a:cubicBezTo>
                <a:cubicBezTo>
                  <a:pt x="195935" y="65262"/>
                  <a:pt x="194103" y="62807"/>
                  <a:pt x="191567" y="61056"/>
                </a:cubicBezTo>
                <a:cubicBezTo>
                  <a:pt x="189030" y="59304"/>
                  <a:pt x="185978" y="58428"/>
                  <a:pt x="182408" y="58428"/>
                </a:cubicBezTo>
                <a:cubicBezTo>
                  <a:pt x="177836" y="58428"/>
                  <a:pt x="173735" y="59680"/>
                  <a:pt x="170102" y="62183"/>
                </a:cubicBezTo>
                <a:cubicBezTo>
                  <a:pt x="166470" y="64684"/>
                  <a:pt x="163981" y="67999"/>
                  <a:pt x="162634" y="72129"/>
                </a:cubicBezTo>
                <a:cubicBezTo>
                  <a:pt x="161288" y="76256"/>
                  <a:pt x="160615" y="83887"/>
                  <a:pt x="160615" y="95023"/>
                </a:cubicBezTo>
                <a:lnTo>
                  <a:pt x="160615" y="140153"/>
                </a:lnTo>
                <a:lnTo>
                  <a:pt x="134219" y="140153"/>
                </a:lnTo>
                <a:lnTo>
                  <a:pt x="134219" y="40393"/>
                </a:lnTo>
                <a:lnTo>
                  <a:pt x="158736" y="40393"/>
                </a:lnTo>
                <a:lnTo>
                  <a:pt x="158736" y="55047"/>
                </a:lnTo>
                <a:cubicBezTo>
                  <a:pt x="167441" y="43774"/>
                  <a:pt x="178400" y="38138"/>
                  <a:pt x="191614" y="38138"/>
                </a:cubicBezTo>
                <a:cubicBezTo>
                  <a:pt x="197438" y="38138"/>
                  <a:pt x="202761" y="39187"/>
                  <a:pt x="207583" y="41285"/>
                </a:cubicBezTo>
                <a:cubicBezTo>
                  <a:pt x="212405" y="43383"/>
                  <a:pt x="216053" y="46060"/>
                  <a:pt x="218527" y="49317"/>
                </a:cubicBezTo>
                <a:cubicBezTo>
                  <a:pt x="221000" y="52573"/>
                  <a:pt x="222722" y="56268"/>
                  <a:pt x="223693" y="60401"/>
                </a:cubicBezTo>
                <a:cubicBezTo>
                  <a:pt x="224664" y="64534"/>
                  <a:pt x="225149" y="70452"/>
                  <a:pt x="225149" y="78155"/>
                </a:cubicBezTo>
                <a:lnTo>
                  <a:pt x="225149" y="140153"/>
                </a:lnTo>
                <a:close/>
                <a:moveTo>
                  <a:pt x="251567" y="26866"/>
                </a:moveTo>
                <a:lnTo>
                  <a:pt x="251567" y="2442"/>
                </a:lnTo>
                <a:lnTo>
                  <a:pt x="277963" y="2442"/>
                </a:lnTo>
                <a:lnTo>
                  <a:pt x="277963" y="26866"/>
                </a:lnTo>
                <a:lnTo>
                  <a:pt x="251567" y="26866"/>
                </a:lnTo>
                <a:moveTo>
                  <a:pt x="251567" y="140153"/>
                </a:moveTo>
                <a:lnTo>
                  <a:pt x="251567" y="40393"/>
                </a:lnTo>
                <a:lnTo>
                  <a:pt x="277963" y="40393"/>
                </a:lnTo>
                <a:lnTo>
                  <a:pt x="277963" y="140153"/>
                </a:lnTo>
                <a:lnTo>
                  <a:pt x="251567" y="140153"/>
                </a:lnTo>
                <a:close/>
                <a:moveTo>
                  <a:pt x="294380" y="40393"/>
                </a:moveTo>
                <a:lnTo>
                  <a:pt x="309034" y="40393"/>
                </a:lnTo>
                <a:lnTo>
                  <a:pt x="309034" y="32860"/>
                </a:lnTo>
                <a:cubicBezTo>
                  <a:pt x="309034" y="24449"/>
                  <a:pt x="309926" y="18172"/>
                  <a:pt x="311711" y="14029"/>
                </a:cubicBezTo>
                <a:cubicBezTo>
                  <a:pt x="313496" y="9886"/>
                  <a:pt x="316784" y="6512"/>
                  <a:pt x="321575" y="3907"/>
                </a:cubicBezTo>
                <a:cubicBezTo>
                  <a:pt x="326365" y="1302"/>
                  <a:pt x="332424" y="0"/>
                  <a:pt x="339751" y="0"/>
                </a:cubicBezTo>
                <a:cubicBezTo>
                  <a:pt x="347266" y="0"/>
                  <a:pt x="354625" y="1127"/>
                  <a:pt x="361826" y="3382"/>
                </a:cubicBezTo>
                <a:lnTo>
                  <a:pt x="358257" y="21793"/>
                </a:lnTo>
                <a:cubicBezTo>
                  <a:pt x="354061" y="20791"/>
                  <a:pt x="350022" y="20290"/>
                  <a:pt x="346139" y="20290"/>
                </a:cubicBezTo>
                <a:cubicBezTo>
                  <a:pt x="342319" y="20290"/>
                  <a:pt x="339579" y="21188"/>
                  <a:pt x="337920" y="22982"/>
                </a:cubicBezTo>
                <a:cubicBezTo>
                  <a:pt x="336260" y="24775"/>
                  <a:pt x="335430" y="28219"/>
                  <a:pt x="335430" y="33315"/>
                </a:cubicBezTo>
                <a:lnTo>
                  <a:pt x="335430" y="40393"/>
                </a:lnTo>
                <a:lnTo>
                  <a:pt x="355157" y="40393"/>
                </a:lnTo>
                <a:lnTo>
                  <a:pt x="355157" y="61247"/>
                </a:lnTo>
                <a:lnTo>
                  <a:pt x="335430" y="61247"/>
                </a:lnTo>
                <a:lnTo>
                  <a:pt x="335430" y="140153"/>
                </a:lnTo>
                <a:lnTo>
                  <a:pt x="309034" y="140153"/>
                </a:lnTo>
                <a:lnTo>
                  <a:pt x="309034" y="61247"/>
                </a:lnTo>
                <a:lnTo>
                  <a:pt x="294380" y="61247"/>
                </a:lnTo>
                <a:lnTo>
                  <a:pt x="294380" y="40393"/>
                </a:lnTo>
                <a:close/>
                <a:moveTo>
                  <a:pt x="359213" y="40393"/>
                </a:moveTo>
                <a:lnTo>
                  <a:pt x="373867" y="40393"/>
                </a:lnTo>
                <a:lnTo>
                  <a:pt x="373867" y="32860"/>
                </a:lnTo>
                <a:cubicBezTo>
                  <a:pt x="373867" y="24449"/>
                  <a:pt x="374759" y="18172"/>
                  <a:pt x="376544" y="14029"/>
                </a:cubicBezTo>
                <a:cubicBezTo>
                  <a:pt x="378329" y="9886"/>
                  <a:pt x="381617" y="6512"/>
                  <a:pt x="386407" y="3907"/>
                </a:cubicBezTo>
                <a:cubicBezTo>
                  <a:pt x="391198" y="1302"/>
                  <a:pt x="397257" y="0"/>
                  <a:pt x="404584" y="0"/>
                </a:cubicBezTo>
                <a:cubicBezTo>
                  <a:pt x="412099" y="0"/>
                  <a:pt x="419457" y="1127"/>
                  <a:pt x="426659" y="3382"/>
                </a:cubicBezTo>
                <a:lnTo>
                  <a:pt x="423089" y="21793"/>
                </a:lnTo>
                <a:cubicBezTo>
                  <a:pt x="418894" y="20791"/>
                  <a:pt x="414854" y="20290"/>
                  <a:pt x="410972" y="20290"/>
                </a:cubicBezTo>
                <a:cubicBezTo>
                  <a:pt x="407152" y="20290"/>
                  <a:pt x="404412" y="21188"/>
                  <a:pt x="402752" y="22982"/>
                </a:cubicBezTo>
                <a:cubicBezTo>
                  <a:pt x="401093" y="24775"/>
                  <a:pt x="400263" y="28219"/>
                  <a:pt x="400263" y="33315"/>
                </a:cubicBezTo>
                <a:lnTo>
                  <a:pt x="400263" y="40393"/>
                </a:lnTo>
                <a:lnTo>
                  <a:pt x="419990" y="40393"/>
                </a:lnTo>
                <a:lnTo>
                  <a:pt x="419990" y="61247"/>
                </a:lnTo>
                <a:lnTo>
                  <a:pt x="400263" y="61247"/>
                </a:lnTo>
                <a:lnTo>
                  <a:pt x="400263" y="140153"/>
                </a:lnTo>
                <a:lnTo>
                  <a:pt x="373867" y="140153"/>
                </a:lnTo>
                <a:lnTo>
                  <a:pt x="373867" y="61247"/>
                </a:lnTo>
                <a:lnTo>
                  <a:pt x="359213" y="61247"/>
                </a:lnTo>
                <a:lnTo>
                  <a:pt x="359213" y="40393"/>
                </a:lnTo>
                <a:close/>
                <a:moveTo>
                  <a:pt x="493370" y="108403"/>
                </a:moveTo>
                <a:lnTo>
                  <a:pt x="519673" y="112912"/>
                </a:lnTo>
                <a:cubicBezTo>
                  <a:pt x="516291" y="122524"/>
                  <a:pt x="510952" y="129844"/>
                  <a:pt x="503656" y="134869"/>
                </a:cubicBezTo>
                <a:cubicBezTo>
                  <a:pt x="496361" y="139895"/>
                  <a:pt x="487233" y="142408"/>
                  <a:pt x="476274" y="142408"/>
                </a:cubicBezTo>
                <a:cubicBezTo>
                  <a:pt x="458927" y="142408"/>
                  <a:pt x="446089" y="136740"/>
                  <a:pt x="437760" y="125405"/>
                </a:cubicBezTo>
                <a:cubicBezTo>
                  <a:pt x="431185" y="116325"/>
                  <a:pt x="427897" y="104864"/>
                  <a:pt x="427897" y="91024"/>
                </a:cubicBezTo>
                <a:cubicBezTo>
                  <a:pt x="427897" y="74492"/>
                  <a:pt x="432218" y="61544"/>
                  <a:pt x="440860" y="52182"/>
                </a:cubicBezTo>
                <a:cubicBezTo>
                  <a:pt x="449502" y="42819"/>
                  <a:pt x="460430" y="38138"/>
                  <a:pt x="473644" y="38138"/>
                </a:cubicBezTo>
                <a:cubicBezTo>
                  <a:pt x="488486" y="38138"/>
                  <a:pt x="500196" y="43039"/>
                  <a:pt x="508776" y="52839"/>
                </a:cubicBezTo>
                <a:cubicBezTo>
                  <a:pt x="517356" y="62640"/>
                  <a:pt x="521457" y="77654"/>
                  <a:pt x="521082" y="97882"/>
                </a:cubicBezTo>
                <a:lnTo>
                  <a:pt x="454950" y="97882"/>
                </a:lnTo>
                <a:cubicBezTo>
                  <a:pt x="455138" y="105710"/>
                  <a:pt x="457268" y="111800"/>
                  <a:pt x="461338" y="116152"/>
                </a:cubicBezTo>
                <a:cubicBezTo>
                  <a:pt x="465409" y="120505"/>
                  <a:pt x="470481" y="122681"/>
                  <a:pt x="476556" y="122681"/>
                </a:cubicBezTo>
                <a:cubicBezTo>
                  <a:pt x="480689" y="122681"/>
                  <a:pt x="484165" y="121554"/>
                  <a:pt x="486983" y="119299"/>
                </a:cubicBezTo>
                <a:cubicBezTo>
                  <a:pt x="489801" y="117045"/>
                  <a:pt x="491930" y="113413"/>
                  <a:pt x="493370" y="108403"/>
                </a:cubicBezTo>
                <a:moveTo>
                  <a:pt x="494873" y="81725"/>
                </a:moveTo>
                <a:cubicBezTo>
                  <a:pt x="494686" y="74116"/>
                  <a:pt x="492713" y="68331"/>
                  <a:pt x="488955" y="64370"/>
                </a:cubicBezTo>
                <a:cubicBezTo>
                  <a:pt x="485198" y="60409"/>
                  <a:pt x="480626" y="58428"/>
                  <a:pt x="475241" y="58428"/>
                </a:cubicBezTo>
                <a:cubicBezTo>
                  <a:pt x="469479" y="58428"/>
                  <a:pt x="464720" y="60518"/>
                  <a:pt x="460962" y="64696"/>
                </a:cubicBezTo>
                <a:cubicBezTo>
                  <a:pt x="457205" y="68876"/>
                  <a:pt x="455357" y="74552"/>
                  <a:pt x="455420" y="81725"/>
                </a:cubicBezTo>
                <a:lnTo>
                  <a:pt x="494873" y="81725"/>
                </a:lnTo>
                <a:close/>
                <a:moveTo>
                  <a:pt x="567448" y="140153"/>
                </a:moveTo>
                <a:lnTo>
                  <a:pt x="541052" y="140153"/>
                </a:lnTo>
                <a:lnTo>
                  <a:pt x="541052" y="40393"/>
                </a:lnTo>
                <a:lnTo>
                  <a:pt x="565569" y="40393"/>
                </a:lnTo>
                <a:lnTo>
                  <a:pt x="565569" y="54577"/>
                </a:lnTo>
                <a:cubicBezTo>
                  <a:pt x="569765" y="47876"/>
                  <a:pt x="573538" y="43461"/>
                  <a:pt x="576889" y="41332"/>
                </a:cubicBezTo>
                <a:cubicBezTo>
                  <a:pt x="580239" y="39203"/>
                  <a:pt x="584043" y="38138"/>
                  <a:pt x="588302" y="38138"/>
                </a:cubicBezTo>
                <a:cubicBezTo>
                  <a:pt x="594314" y="38138"/>
                  <a:pt x="600107" y="39798"/>
                  <a:pt x="605680" y="43117"/>
                </a:cubicBezTo>
                <a:lnTo>
                  <a:pt x="597508" y="66131"/>
                </a:lnTo>
                <a:cubicBezTo>
                  <a:pt x="593061" y="63251"/>
                  <a:pt x="588928" y="61810"/>
                  <a:pt x="585108" y="61810"/>
                </a:cubicBezTo>
                <a:cubicBezTo>
                  <a:pt x="581413" y="61810"/>
                  <a:pt x="578282" y="62828"/>
                  <a:pt x="575714" y="64863"/>
                </a:cubicBezTo>
                <a:cubicBezTo>
                  <a:pt x="573147" y="66898"/>
                  <a:pt x="571127" y="70578"/>
                  <a:pt x="569656" y="75901"/>
                </a:cubicBezTo>
                <a:cubicBezTo>
                  <a:pt x="568184" y="81224"/>
                  <a:pt x="567448" y="92371"/>
                  <a:pt x="567448" y="109342"/>
                </a:cubicBezTo>
                <a:lnTo>
                  <a:pt x="567448" y="1401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AB02F-4721-433C-BFF9-FFADED57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253" y="772065"/>
            <a:ext cx="309484" cy="434950"/>
          </a:xfrm>
          <a:custGeom xmlns:a="http://schemas.openxmlformats.org/drawingml/2006/main">
            <a:pathLst>
              <a:path w="309484" h="434950">
                <a:moveTo>
                  <a:pt x="0" y="108738"/>
                </a:moveTo>
                <a:lnTo>
                  <a:pt x="154742" y="108738"/>
                </a:lnTo>
                <a:lnTo>
                  <a:pt x="154742" y="0"/>
                </a:lnTo>
                <a:lnTo>
                  <a:pt x="309484" y="217475"/>
                </a:lnTo>
                <a:lnTo>
                  <a:pt x="154742" y="434950"/>
                </a:lnTo>
                <a:lnTo>
                  <a:pt x="154742" y="326213"/>
                </a:lnTo>
                <a:lnTo>
                  <a:pt x="0" y="326213"/>
                </a:lnTo>
                <a:lnTo>
                  <a:pt x="0" y="108738"/>
                </a:lnTo>
                <a:close/>
              </a:path>
            </a:pathLst>
          </a:custGeom>
          <a:solidFill xmlns:a="http://schemas.openxmlformats.org/drawingml/2006/main">
            <a:srgbClr val="AFABA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Text Attacker">
            <a:extLst xmlns:a="http://schemas.openxmlformats.org/drawingml/2006/main">
              <a:ext uri="{FF2B5EF4-FFF2-40B4-BE49-F238E27FC236}">
                <a16:creationId xmlns:a16="http://schemas.microsoft.com/office/drawing/2014/main" id="{FF34C9FF-40F8-443C-BDD6-0F71737C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323" y="2805861"/>
            <a:ext cx="765017" cy="139965"/>
          </a:xfrm>
          <a:custGeom xmlns:a="http://schemas.openxmlformats.org/drawingml/2006/main">
            <a:pathLst>
              <a:path w="765017" h="139965">
                <a:moveTo>
                  <a:pt x="138181" y="137711"/>
                </a:moveTo>
                <a:lnTo>
                  <a:pt x="107933" y="137711"/>
                </a:lnTo>
                <a:lnTo>
                  <a:pt x="95909" y="106336"/>
                </a:lnTo>
                <a:lnTo>
                  <a:pt x="40862" y="106336"/>
                </a:lnTo>
                <a:lnTo>
                  <a:pt x="29496" y="137711"/>
                </a:lnTo>
                <a:lnTo>
                  <a:pt x="0" y="137711"/>
                </a:lnTo>
                <a:lnTo>
                  <a:pt x="53638" y="0"/>
                </a:lnTo>
                <a:lnTo>
                  <a:pt x="83040" y="0"/>
                </a:lnTo>
                <a:lnTo>
                  <a:pt x="138181" y="137711"/>
                </a:lnTo>
                <a:moveTo>
                  <a:pt x="86985" y="83040"/>
                </a:moveTo>
                <a:lnTo>
                  <a:pt x="68010" y="32126"/>
                </a:lnTo>
                <a:lnTo>
                  <a:pt x="49411" y="83040"/>
                </a:lnTo>
                <a:lnTo>
                  <a:pt x="86985" y="83040"/>
                </a:lnTo>
                <a:close/>
                <a:moveTo>
                  <a:pt x="191299" y="37950"/>
                </a:moveTo>
                <a:lnTo>
                  <a:pt x="191299" y="58992"/>
                </a:lnTo>
                <a:lnTo>
                  <a:pt x="173264" y="58992"/>
                </a:lnTo>
                <a:lnTo>
                  <a:pt x="173264" y="99132"/>
                </a:lnTo>
                <a:cubicBezTo>
                  <a:pt x="173264" y="107262"/>
                  <a:pt x="173436" y="111999"/>
                  <a:pt x="173780" y="113343"/>
                </a:cubicBezTo>
                <a:cubicBezTo>
                  <a:pt x="174125" y="114686"/>
                  <a:pt x="174907" y="115795"/>
                  <a:pt x="176129" y="116672"/>
                </a:cubicBezTo>
                <a:cubicBezTo>
                  <a:pt x="177350" y="117547"/>
                  <a:pt x="178837" y="117984"/>
                  <a:pt x="180591" y="117984"/>
                </a:cubicBezTo>
                <a:cubicBezTo>
                  <a:pt x="183033" y="117984"/>
                  <a:pt x="186571" y="117139"/>
                  <a:pt x="191205" y="115448"/>
                </a:cubicBezTo>
                <a:lnTo>
                  <a:pt x="193460" y="136002"/>
                </a:lnTo>
                <a:cubicBezTo>
                  <a:pt x="187323" y="138644"/>
                  <a:pt x="180371" y="139965"/>
                  <a:pt x="172606" y="139965"/>
                </a:cubicBezTo>
                <a:cubicBezTo>
                  <a:pt x="167847" y="139965"/>
                  <a:pt x="163557" y="139167"/>
                  <a:pt x="159737" y="137570"/>
                </a:cubicBezTo>
                <a:cubicBezTo>
                  <a:pt x="155917" y="135973"/>
                  <a:pt x="153114" y="133906"/>
                  <a:pt x="151329" y="131370"/>
                </a:cubicBezTo>
                <a:cubicBezTo>
                  <a:pt x="149545" y="128834"/>
                  <a:pt x="148308" y="125405"/>
                  <a:pt x="147619" y="121084"/>
                </a:cubicBezTo>
                <a:cubicBezTo>
                  <a:pt x="147055" y="118015"/>
                  <a:pt x="146773" y="111816"/>
                  <a:pt x="146773" y="102485"/>
                </a:cubicBezTo>
                <a:lnTo>
                  <a:pt x="146773" y="58992"/>
                </a:lnTo>
                <a:lnTo>
                  <a:pt x="134656" y="58992"/>
                </a:lnTo>
                <a:lnTo>
                  <a:pt x="134656" y="37950"/>
                </a:lnTo>
                <a:lnTo>
                  <a:pt x="146773" y="37950"/>
                </a:lnTo>
                <a:lnTo>
                  <a:pt x="146773" y="18036"/>
                </a:lnTo>
                <a:lnTo>
                  <a:pt x="173264" y="2442"/>
                </a:lnTo>
                <a:lnTo>
                  <a:pt x="173264" y="37950"/>
                </a:lnTo>
                <a:lnTo>
                  <a:pt x="191299" y="37950"/>
                </a:lnTo>
                <a:close/>
                <a:moveTo>
                  <a:pt x="256113" y="37950"/>
                </a:moveTo>
                <a:lnTo>
                  <a:pt x="256113" y="58992"/>
                </a:lnTo>
                <a:lnTo>
                  <a:pt x="238077" y="58992"/>
                </a:lnTo>
                <a:lnTo>
                  <a:pt x="238077" y="99132"/>
                </a:lnTo>
                <a:cubicBezTo>
                  <a:pt x="238077" y="107262"/>
                  <a:pt x="238249" y="111999"/>
                  <a:pt x="238593" y="113343"/>
                </a:cubicBezTo>
                <a:cubicBezTo>
                  <a:pt x="238938" y="114686"/>
                  <a:pt x="239721" y="115795"/>
                  <a:pt x="240942" y="116672"/>
                </a:cubicBezTo>
                <a:cubicBezTo>
                  <a:pt x="242163" y="117547"/>
                  <a:pt x="243650" y="117984"/>
                  <a:pt x="245404" y="117984"/>
                </a:cubicBezTo>
                <a:cubicBezTo>
                  <a:pt x="247846" y="117984"/>
                  <a:pt x="251384" y="117139"/>
                  <a:pt x="256019" y="115448"/>
                </a:cubicBezTo>
                <a:lnTo>
                  <a:pt x="258273" y="136002"/>
                </a:lnTo>
                <a:cubicBezTo>
                  <a:pt x="252136" y="138644"/>
                  <a:pt x="245185" y="139965"/>
                  <a:pt x="237419" y="139965"/>
                </a:cubicBezTo>
                <a:cubicBezTo>
                  <a:pt x="232660" y="139965"/>
                  <a:pt x="228370" y="139167"/>
                  <a:pt x="224550" y="137570"/>
                </a:cubicBezTo>
                <a:cubicBezTo>
                  <a:pt x="220730" y="135973"/>
                  <a:pt x="217927" y="133906"/>
                  <a:pt x="216143" y="131370"/>
                </a:cubicBezTo>
                <a:cubicBezTo>
                  <a:pt x="214358" y="128834"/>
                  <a:pt x="213121" y="125405"/>
                  <a:pt x="212432" y="121084"/>
                </a:cubicBezTo>
                <a:cubicBezTo>
                  <a:pt x="211868" y="118015"/>
                  <a:pt x="211587" y="111816"/>
                  <a:pt x="211587" y="102485"/>
                </a:cubicBezTo>
                <a:lnTo>
                  <a:pt x="211587" y="58992"/>
                </a:lnTo>
                <a:lnTo>
                  <a:pt x="199469" y="58992"/>
                </a:lnTo>
                <a:lnTo>
                  <a:pt x="199469" y="37950"/>
                </a:lnTo>
                <a:lnTo>
                  <a:pt x="211587" y="37950"/>
                </a:lnTo>
                <a:lnTo>
                  <a:pt x="211587" y="18036"/>
                </a:lnTo>
                <a:lnTo>
                  <a:pt x="238077" y="2442"/>
                </a:lnTo>
                <a:lnTo>
                  <a:pt x="238077" y="37950"/>
                </a:lnTo>
                <a:lnTo>
                  <a:pt x="256113" y="37950"/>
                </a:lnTo>
                <a:close/>
                <a:moveTo>
                  <a:pt x="294925" y="68761"/>
                </a:moveTo>
                <a:lnTo>
                  <a:pt x="270971" y="64440"/>
                </a:lnTo>
                <a:cubicBezTo>
                  <a:pt x="273664" y="54669"/>
                  <a:pt x="278298" y="47436"/>
                  <a:pt x="284874" y="42741"/>
                </a:cubicBezTo>
                <a:cubicBezTo>
                  <a:pt x="291449" y="38044"/>
                  <a:pt x="301219" y="35696"/>
                  <a:pt x="314182" y="35696"/>
                </a:cubicBezTo>
                <a:cubicBezTo>
                  <a:pt x="325955" y="35696"/>
                  <a:pt x="334723" y="37089"/>
                  <a:pt x="340484" y="39876"/>
                </a:cubicBezTo>
                <a:cubicBezTo>
                  <a:pt x="346245" y="42663"/>
                  <a:pt x="350300" y="46201"/>
                  <a:pt x="352649" y="50491"/>
                </a:cubicBezTo>
                <a:cubicBezTo>
                  <a:pt x="354997" y="54781"/>
                  <a:pt x="356171" y="62656"/>
                  <a:pt x="356171" y="74116"/>
                </a:cubicBezTo>
                <a:lnTo>
                  <a:pt x="355890" y="104927"/>
                </a:lnTo>
                <a:cubicBezTo>
                  <a:pt x="355890" y="113694"/>
                  <a:pt x="356312" y="120160"/>
                  <a:pt x="357158" y="124325"/>
                </a:cubicBezTo>
                <a:cubicBezTo>
                  <a:pt x="358003" y="128489"/>
                  <a:pt x="359584" y="132951"/>
                  <a:pt x="361902" y="137711"/>
                </a:cubicBezTo>
                <a:lnTo>
                  <a:pt x="335787" y="137711"/>
                </a:lnTo>
                <a:cubicBezTo>
                  <a:pt x="335098" y="135957"/>
                  <a:pt x="334253" y="133358"/>
                  <a:pt x="333251" y="129914"/>
                </a:cubicBezTo>
                <a:cubicBezTo>
                  <a:pt x="332813" y="128349"/>
                  <a:pt x="332499" y="127315"/>
                  <a:pt x="332312" y="126814"/>
                </a:cubicBezTo>
                <a:cubicBezTo>
                  <a:pt x="327803" y="131198"/>
                  <a:pt x="322981" y="134486"/>
                  <a:pt x="317845" y="136678"/>
                </a:cubicBezTo>
                <a:cubicBezTo>
                  <a:pt x="312710" y="138869"/>
                  <a:pt x="307231" y="139965"/>
                  <a:pt x="301406" y="139965"/>
                </a:cubicBezTo>
                <a:cubicBezTo>
                  <a:pt x="291136" y="139965"/>
                  <a:pt x="283042" y="137190"/>
                  <a:pt x="277124" y="131640"/>
                </a:cubicBezTo>
                <a:cubicBezTo>
                  <a:pt x="271206" y="126090"/>
                  <a:pt x="268247" y="119074"/>
                  <a:pt x="268247" y="110593"/>
                </a:cubicBezTo>
                <a:cubicBezTo>
                  <a:pt x="268247" y="104980"/>
                  <a:pt x="269593" y="99976"/>
                  <a:pt x="272286" y="95580"/>
                </a:cubicBezTo>
                <a:cubicBezTo>
                  <a:pt x="274979" y="91183"/>
                  <a:pt x="278752" y="87815"/>
                  <a:pt x="283605" y="85476"/>
                </a:cubicBezTo>
                <a:cubicBezTo>
                  <a:pt x="288459" y="83138"/>
                  <a:pt x="295457" y="81096"/>
                  <a:pt x="304600" y="79350"/>
                </a:cubicBezTo>
                <a:cubicBezTo>
                  <a:pt x="316937" y="77043"/>
                  <a:pt x="325486" y="74891"/>
                  <a:pt x="330245" y="72895"/>
                </a:cubicBezTo>
                <a:lnTo>
                  <a:pt x="330245" y="70235"/>
                </a:lnTo>
                <a:cubicBezTo>
                  <a:pt x="330245" y="65106"/>
                  <a:pt x="328992" y="61449"/>
                  <a:pt x="326487" y="59265"/>
                </a:cubicBezTo>
                <a:cubicBezTo>
                  <a:pt x="323983" y="57079"/>
                  <a:pt x="319254" y="55986"/>
                  <a:pt x="312303" y="55986"/>
                </a:cubicBezTo>
                <a:cubicBezTo>
                  <a:pt x="307606" y="55986"/>
                  <a:pt x="303943" y="56931"/>
                  <a:pt x="301313" y="58822"/>
                </a:cubicBezTo>
                <a:cubicBezTo>
                  <a:pt x="298682" y="60710"/>
                  <a:pt x="296553" y="64024"/>
                  <a:pt x="294925" y="68761"/>
                </a:cubicBezTo>
                <a:moveTo>
                  <a:pt x="330245" y="90179"/>
                </a:moveTo>
                <a:cubicBezTo>
                  <a:pt x="326863" y="91293"/>
                  <a:pt x="321509" y="92623"/>
                  <a:pt x="314182" y="94171"/>
                </a:cubicBezTo>
                <a:cubicBezTo>
                  <a:pt x="306855" y="95717"/>
                  <a:pt x="302064" y="97233"/>
                  <a:pt x="299810" y="98718"/>
                </a:cubicBezTo>
                <a:cubicBezTo>
                  <a:pt x="296365" y="101131"/>
                  <a:pt x="294643" y="104194"/>
                  <a:pt x="294643" y="107907"/>
                </a:cubicBezTo>
                <a:cubicBezTo>
                  <a:pt x="294643" y="111558"/>
                  <a:pt x="296021" y="114715"/>
                  <a:pt x="298776" y="117377"/>
                </a:cubicBezTo>
                <a:cubicBezTo>
                  <a:pt x="301532" y="120036"/>
                  <a:pt x="305039" y="121366"/>
                  <a:pt x="309297" y="121366"/>
                </a:cubicBezTo>
                <a:cubicBezTo>
                  <a:pt x="314057" y="121366"/>
                  <a:pt x="318597" y="119819"/>
                  <a:pt x="322918" y="116725"/>
                </a:cubicBezTo>
                <a:cubicBezTo>
                  <a:pt x="326112" y="114374"/>
                  <a:pt x="328210" y="111497"/>
                  <a:pt x="329212" y="108092"/>
                </a:cubicBezTo>
                <a:cubicBezTo>
                  <a:pt x="329901" y="105864"/>
                  <a:pt x="330245" y="101627"/>
                  <a:pt x="330245" y="95378"/>
                </a:cubicBezTo>
                <a:lnTo>
                  <a:pt x="330245" y="90179"/>
                </a:lnTo>
                <a:close/>
                <a:moveTo>
                  <a:pt x="468763" y="67446"/>
                </a:moveTo>
                <a:lnTo>
                  <a:pt x="442743" y="72143"/>
                </a:lnTo>
                <a:cubicBezTo>
                  <a:pt x="441866" y="66977"/>
                  <a:pt x="439877" y="63086"/>
                  <a:pt x="436778" y="60472"/>
                </a:cubicBezTo>
                <a:cubicBezTo>
                  <a:pt x="433678" y="57857"/>
                  <a:pt x="429654" y="56550"/>
                  <a:pt x="424707" y="56550"/>
                </a:cubicBezTo>
                <a:cubicBezTo>
                  <a:pt x="418131" y="56550"/>
                  <a:pt x="412886" y="58813"/>
                  <a:pt x="408972" y="63340"/>
                </a:cubicBezTo>
                <a:cubicBezTo>
                  <a:pt x="405058" y="67866"/>
                  <a:pt x="403101" y="75436"/>
                  <a:pt x="403101" y="86049"/>
                </a:cubicBezTo>
                <a:cubicBezTo>
                  <a:pt x="403101" y="97849"/>
                  <a:pt x="405090" y="106185"/>
                  <a:pt x="409066" y="111056"/>
                </a:cubicBezTo>
                <a:cubicBezTo>
                  <a:pt x="413043" y="115925"/>
                  <a:pt x="418382" y="118360"/>
                  <a:pt x="425082" y="118360"/>
                </a:cubicBezTo>
                <a:cubicBezTo>
                  <a:pt x="430092" y="118360"/>
                  <a:pt x="434194" y="116935"/>
                  <a:pt x="437388" y="114086"/>
                </a:cubicBezTo>
                <a:cubicBezTo>
                  <a:pt x="440582" y="111236"/>
                  <a:pt x="442836" y="106336"/>
                  <a:pt x="444152" y="99385"/>
                </a:cubicBezTo>
                <a:lnTo>
                  <a:pt x="470078" y="103894"/>
                </a:lnTo>
                <a:cubicBezTo>
                  <a:pt x="467385" y="115792"/>
                  <a:pt x="462219" y="124779"/>
                  <a:pt x="454579" y="130853"/>
                </a:cubicBezTo>
                <a:cubicBezTo>
                  <a:pt x="446938" y="136928"/>
                  <a:pt x="436699" y="139965"/>
                  <a:pt x="423861" y="139965"/>
                </a:cubicBezTo>
                <a:cubicBezTo>
                  <a:pt x="409270" y="139965"/>
                  <a:pt x="397637" y="135362"/>
                  <a:pt x="388964" y="126157"/>
                </a:cubicBezTo>
                <a:cubicBezTo>
                  <a:pt x="380290" y="116951"/>
                  <a:pt x="375954" y="104207"/>
                  <a:pt x="375954" y="87925"/>
                </a:cubicBezTo>
                <a:cubicBezTo>
                  <a:pt x="375954" y="71454"/>
                  <a:pt x="380306" y="58632"/>
                  <a:pt x="389011" y="49458"/>
                </a:cubicBezTo>
                <a:cubicBezTo>
                  <a:pt x="397716" y="40283"/>
                  <a:pt x="409489" y="35696"/>
                  <a:pt x="424331" y="35696"/>
                </a:cubicBezTo>
                <a:cubicBezTo>
                  <a:pt x="436480" y="35696"/>
                  <a:pt x="446140" y="38310"/>
                  <a:pt x="453310" y="43540"/>
                </a:cubicBezTo>
                <a:cubicBezTo>
                  <a:pt x="460481" y="48769"/>
                  <a:pt x="465632" y="56738"/>
                  <a:pt x="468763" y="67446"/>
                </a:cubicBezTo>
                <a:close/>
                <a:moveTo>
                  <a:pt x="487417" y="137711"/>
                </a:moveTo>
                <a:lnTo>
                  <a:pt x="487417" y="0"/>
                </a:lnTo>
                <a:lnTo>
                  <a:pt x="513814" y="0"/>
                </a:lnTo>
                <a:lnTo>
                  <a:pt x="513814" y="73083"/>
                </a:lnTo>
                <a:lnTo>
                  <a:pt x="544719" y="37950"/>
                </a:lnTo>
                <a:lnTo>
                  <a:pt x="577221" y="37950"/>
                </a:lnTo>
                <a:lnTo>
                  <a:pt x="543122" y="74412"/>
                </a:lnTo>
                <a:lnTo>
                  <a:pt x="579663" y="137711"/>
                </a:lnTo>
                <a:lnTo>
                  <a:pt x="551200" y="137711"/>
                </a:lnTo>
                <a:lnTo>
                  <a:pt x="526119" y="92891"/>
                </a:lnTo>
                <a:lnTo>
                  <a:pt x="513814" y="105772"/>
                </a:lnTo>
                <a:lnTo>
                  <a:pt x="513814" y="137711"/>
                </a:lnTo>
                <a:lnTo>
                  <a:pt x="487417" y="137711"/>
                </a:lnTo>
                <a:close/>
                <a:moveTo>
                  <a:pt x="652707" y="105960"/>
                </a:moveTo>
                <a:lnTo>
                  <a:pt x="679010" y="110469"/>
                </a:lnTo>
                <a:cubicBezTo>
                  <a:pt x="675628" y="120082"/>
                  <a:pt x="670289" y="127401"/>
                  <a:pt x="662993" y="132427"/>
                </a:cubicBezTo>
                <a:cubicBezTo>
                  <a:pt x="655698" y="137453"/>
                  <a:pt x="646570" y="139965"/>
                  <a:pt x="635611" y="139965"/>
                </a:cubicBezTo>
                <a:cubicBezTo>
                  <a:pt x="618264" y="139965"/>
                  <a:pt x="605426" y="134298"/>
                  <a:pt x="597097" y="122963"/>
                </a:cubicBezTo>
                <a:cubicBezTo>
                  <a:pt x="590521" y="113882"/>
                  <a:pt x="587234" y="102422"/>
                  <a:pt x="587234" y="88582"/>
                </a:cubicBezTo>
                <a:cubicBezTo>
                  <a:pt x="587234" y="72049"/>
                  <a:pt x="591555" y="59102"/>
                  <a:pt x="600197" y="49739"/>
                </a:cubicBezTo>
                <a:cubicBezTo>
                  <a:pt x="608839" y="40377"/>
                  <a:pt x="619767" y="35696"/>
                  <a:pt x="632981" y="35696"/>
                </a:cubicBezTo>
                <a:cubicBezTo>
                  <a:pt x="647823" y="35696"/>
                  <a:pt x="659533" y="40596"/>
                  <a:pt x="668113" y="50397"/>
                </a:cubicBezTo>
                <a:cubicBezTo>
                  <a:pt x="676692" y="60198"/>
                  <a:pt x="680794" y="75212"/>
                  <a:pt x="680419" y="95439"/>
                </a:cubicBezTo>
                <a:lnTo>
                  <a:pt x="614287" y="95439"/>
                </a:lnTo>
                <a:cubicBezTo>
                  <a:pt x="614475" y="103267"/>
                  <a:pt x="616604" y="109358"/>
                  <a:pt x="620675" y="113710"/>
                </a:cubicBezTo>
                <a:cubicBezTo>
                  <a:pt x="624746" y="118062"/>
                  <a:pt x="629818" y="120239"/>
                  <a:pt x="635893" y="120239"/>
                </a:cubicBezTo>
                <a:cubicBezTo>
                  <a:pt x="640026" y="120239"/>
                  <a:pt x="643502" y="119111"/>
                  <a:pt x="646320" y="116857"/>
                </a:cubicBezTo>
                <a:cubicBezTo>
                  <a:pt x="649138" y="114602"/>
                  <a:pt x="651267" y="110970"/>
                  <a:pt x="652707" y="105960"/>
                </a:cubicBezTo>
                <a:moveTo>
                  <a:pt x="654210" y="79282"/>
                </a:moveTo>
                <a:cubicBezTo>
                  <a:pt x="654022" y="71674"/>
                  <a:pt x="652050" y="65889"/>
                  <a:pt x="648292" y="61928"/>
                </a:cubicBezTo>
                <a:cubicBezTo>
                  <a:pt x="644535" y="57967"/>
                  <a:pt x="639963" y="55986"/>
                  <a:pt x="634578" y="55986"/>
                </a:cubicBezTo>
                <a:cubicBezTo>
                  <a:pt x="628816" y="55986"/>
                  <a:pt x="624057" y="58075"/>
                  <a:pt x="620299" y="62253"/>
                </a:cubicBezTo>
                <a:cubicBezTo>
                  <a:pt x="616542" y="66434"/>
                  <a:pt x="614694" y="72110"/>
                  <a:pt x="614757" y="79282"/>
                </a:cubicBezTo>
                <a:lnTo>
                  <a:pt x="654210" y="79282"/>
                </a:lnTo>
                <a:close/>
                <a:moveTo>
                  <a:pt x="726785" y="137711"/>
                </a:moveTo>
                <a:lnTo>
                  <a:pt x="700389" y="137711"/>
                </a:lnTo>
                <a:lnTo>
                  <a:pt x="700389" y="37950"/>
                </a:lnTo>
                <a:lnTo>
                  <a:pt x="724906" y="37950"/>
                </a:lnTo>
                <a:lnTo>
                  <a:pt x="724906" y="52135"/>
                </a:lnTo>
                <a:cubicBezTo>
                  <a:pt x="729102" y="45434"/>
                  <a:pt x="732875" y="41019"/>
                  <a:pt x="736226" y="38890"/>
                </a:cubicBezTo>
                <a:cubicBezTo>
                  <a:pt x="739576" y="36760"/>
                  <a:pt x="743380" y="35696"/>
                  <a:pt x="747639" y="35696"/>
                </a:cubicBezTo>
                <a:cubicBezTo>
                  <a:pt x="753651" y="35696"/>
                  <a:pt x="759444" y="37355"/>
                  <a:pt x="765017" y="40674"/>
                </a:cubicBezTo>
                <a:lnTo>
                  <a:pt x="756845" y="63689"/>
                </a:lnTo>
                <a:cubicBezTo>
                  <a:pt x="752398" y="60808"/>
                  <a:pt x="748265" y="59368"/>
                  <a:pt x="744445" y="59368"/>
                </a:cubicBezTo>
                <a:cubicBezTo>
                  <a:pt x="740750" y="59368"/>
                  <a:pt x="737619" y="60385"/>
                  <a:pt x="735051" y="62421"/>
                </a:cubicBezTo>
                <a:cubicBezTo>
                  <a:pt x="732484" y="64456"/>
                  <a:pt x="730464" y="68135"/>
                  <a:pt x="728992" y="73458"/>
                </a:cubicBezTo>
                <a:cubicBezTo>
                  <a:pt x="727521" y="78781"/>
                  <a:pt x="726785" y="89928"/>
                  <a:pt x="726785" y="106900"/>
                </a:cubicBezTo>
                <a:lnTo>
                  <a:pt x="726785" y="137711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2D32A-1E65-4C98-BB0C-11D8AB7E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730" y="623595"/>
            <a:ext cx="3429416" cy="1145927"/>
          </a:xfrm>
          <a:custGeom xmlns:a="http://schemas.openxmlformats.org/drawingml/2006/main">
            <a:pathLst>
              <a:path w="3429416" h="1145927" fill="none">
                <a:moveTo>
                  <a:pt x="0" y="77685"/>
                </a:moveTo>
                <a:cubicBezTo>
                  <a:pt x="0" y="34782"/>
                  <a:pt x="34782" y="0"/>
                  <a:pt x="77685" y="0"/>
                </a:cubicBezTo>
                <a:lnTo>
                  <a:pt x="3351731" y="0"/>
                </a:lnTo>
                <a:cubicBezTo>
                  <a:pt x="3394634" y="0"/>
                  <a:pt x="3429416" y="34782"/>
                  <a:pt x="3429416" y="77685"/>
                </a:cubicBezTo>
                <a:lnTo>
                  <a:pt x="3429416" y="1068242"/>
                </a:lnTo>
                <a:cubicBezTo>
                  <a:pt x="3429416" y="1111145"/>
                  <a:pt x="3394634" y="1145927"/>
                  <a:pt x="3351731" y="1145927"/>
                </a:cubicBezTo>
                <a:lnTo>
                  <a:pt x="77685" y="1145927"/>
                </a:lnTo>
                <a:cubicBezTo>
                  <a:pt x="34782" y="1145927"/>
                  <a:pt x="0" y="1111145"/>
                  <a:pt x="0" y="1068242"/>
                </a:cubicBezTo>
                <a:lnTo>
                  <a:pt x="0" y="776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69" cap="flat">
            <a:solidFill>
              <a:srgbClr val="C00000"/>
            </a:solidFill>
            <a:custDash>
              <a:ds d="400000" sp="300000"/>
            </a:custDash>
            <a:miter/>
          </a:ln>
        </p:spPr>
      </p:sp>
      <p:pic>
        <p:nvPicPr>
          <p:cNvPr id="9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889f107adb4033"/>
          <a:stretch xmlns:a="http://schemas.openxmlformats.org/drawingml/2006/main"/>
        </p:blipFill>
        <p:spPr>
          <a:xfrm xmlns:a="http://schemas.openxmlformats.org/drawingml/2006/main">
            <a:off x="1866730" y="1762815"/>
            <a:ext cx="3429416" cy="693028"/>
          </a:xfrm>
          <a:prstGeom xmlns:a="http://schemas.openxmlformats.org/drawingml/2006/main" prst="rect">
            <a:avLst/>
          </a:prstGeom>
        </p:spPr>
      </p:pic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C8F1B-3D44-42D1-A7E7-62C6A4AD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0" y="528452"/>
            <a:ext cx="5367872" cy="2781173"/>
          </a:xfrm>
          <a:custGeom xmlns:a="http://schemas.openxmlformats.org/drawingml/2006/main">
            <a:pathLst>
              <a:path w="5367872" h="2781173" fill="none">
                <a:moveTo>
                  <a:pt x="0" y="0"/>
                </a:moveTo>
                <a:lnTo>
                  <a:pt x="5367872" y="0"/>
                </a:lnTo>
                <a:lnTo>
                  <a:pt x="5367872" y="2781173"/>
                </a:lnTo>
                <a:lnTo>
                  <a:pt x="0" y="27811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6139" cap="flat">
            <a:solidFill>
              <a:srgbClr val="000000"/>
            </a:solidFill>
            <a:miter/>
          </a:ln>
        </p:spPr>
      </p:sp>
      <p:sp>
        <p:nvSpPr>
          <p:cNvPr id="443" name="Text ModelSpy">
            <a:extLst xmlns:a="http://schemas.openxmlformats.org/drawingml/2006/main">
              <a:ext uri="{FF2B5EF4-FFF2-40B4-BE49-F238E27FC236}">
                <a16:creationId xmlns:a16="http://schemas.microsoft.com/office/drawing/2014/main" id="{6998C1DB-45BF-4F5D-A091-7E282317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1588" y="226180"/>
            <a:ext cx="1317713" cy="261278"/>
          </a:xfrm>
          <a:custGeom xmlns:a="http://schemas.openxmlformats.org/drawingml/2006/main">
            <a:pathLst>
              <a:path w="1317713" h="261278">
                <a:moveTo>
                  <a:pt x="114615" y="202613"/>
                </a:moveTo>
                <a:lnTo>
                  <a:pt x="75776" y="202613"/>
                </a:lnTo>
                <a:lnTo>
                  <a:pt x="68579" y="36258"/>
                </a:lnTo>
                <a:lnTo>
                  <a:pt x="36937" y="202613"/>
                </a:lnTo>
                <a:lnTo>
                  <a:pt x="0" y="202613"/>
                </a:lnTo>
                <a:lnTo>
                  <a:pt x="41555" y="3531"/>
                </a:lnTo>
                <a:lnTo>
                  <a:pt x="99948" y="3531"/>
                </a:lnTo>
                <a:lnTo>
                  <a:pt x="106059" y="142937"/>
                </a:lnTo>
                <a:lnTo>
                  <a:pt x="173959" y="3531"/>
                </a:lnTo>
                <a:lnTo>
                  <a:pt x="233032" y="3531"/>
                </a:lnTo>
                <a:lnTo>
                  <a:pt x="191341" y="202613"/>
                </a:lnTo>
                <a:lnTo>
                  <a:pt x="153997" y="202613"/>
                </a:lnTo>
                <a:lnTo>
                  <a:pt x="193243" y="37481"/>
                </a:lnTo>
                <a:lnTo>
                  <a:pt x="114615" y="202613"/>
                </a:lnTo>
                <a:close/>
                <a:moveTo>
                  <a:pt x="235599" y="142746"/>
                </a:moveTo>
                <a:cubicBezTo>
                  <a:pt x="235599" y="115991"/>
                  <a:pt x="243135" y="94655"/>
                  <a:pt x="258209" y="78738"/>
                </a:cubicBezTo>
                <a:cubicBezTo>
                  <a:pt x="273283" y="62821"/>
                  <a:pt x="293087" y="54863"/>
                  <a:pt x="317621" y="54863"/>
                </a:cubicBezTo>
                <a:cubicBezTo>
                  <a:pt x="338897" y="54863"/>
                  <a:pt x="355509" y="60736"/>
                  <a:pt x="367460" y="72483"/>
                </a:cubicBezTo>
                <a:cubicBezTo>
                  <a:pt x="379410" y="84227"/>
                  <a:pt x="385385" y="100030"/>
                  <a:pt x="385385" y="119894"/>
                </a:cubicBezTo>
                <a:cubicBezTo>
                  <a:pt x="385385" y="143291"/>
                  <a:pt x="377916" y="163515"/>
                  <a:pt x="362978" y="180567"/>
                </a:cubicBezTo>
                <a:cubicBezTo>
                  <a:pt x="348040" y="197618"/>
                  <a:pt x="328033" y="206144"/>
                  <a:pt x="302955" y="206144"/>
                </a:cubicBezTo>
                <a:cubicBezTo>
                  <a:pt x="289375" y="206144"/>
                  <a:pt x="277334" y="203423"/>
                  <a:pt x="266832" y="197983"/>
                </a:cubicBezTo>
                <a:cubicBezTo>
                  <a:pt x="256331" y="192540"/>
                  <a:pt x="248499" y="184830"/>
                  <a:pt x="243339" y="174854"/>
                </a:cubicBezTo>
                <a:cubicBezTo>
                  <a:pt x="238179" y="164876"/>
                  <a:pt x="235599" y="154173"/>
                  <a:pt x="235599" y="142746"/>
                </a:cubicBezTo>
                <a:moveTo>
                  <a:pt x="346682" y="114840"/>
                </a:moveTo>
                <a:cubicBezTo>
                  <a:pt x="346682" y="105580"/>
                  <a:pt x="343989" y="98158"/>
                  <a:pt x="338602" y="92573"/>
                </a:cubicBezTo>
                <a:cubicBezTo>
                  <a:pt x="333216" y="86988"/>
                  <a:pt x="326267" y="84196"/>
                  <a:pt x="317757" y="84196"/>
                </a:cubicBezTo>
                <a:cubicBezTo>
                  <a:pt x="309338" y="84196"/>
                  <a:pt x="301869" y="86807"/>
                  <a:pt x="295350" y="92030"/>
                </a:cubicBezTo>
                <a:cubicBezTo>
                  <a:pt x="288832" y="97249"/>
                  <a:pt x="283762" y="104831"/>
                  <a:pt x="280141" y="114776"/>
                </a:cubicBezTo>
                <a:cubicBezTo>
                  <a:pt x="276519" y="124718"/>
                  <a:pt x="274709" y="133864"/>
                  <a:pt x="274709" y="142216"/>
                </a:cubicBezTo>
                <a:cubicBezTo>
                  <a:pt x="274709" y="152568"/>
                  <a:pt x="277515" y="160787"/>
                  <a:pt x="283128" y="166872"/>
                </a:cubicBezTo>
                <a:cubicBezTo>
                  <a:pt x="288741" y="172955"/>
                  <a:pt x="295803" y="175996"/>
                  <a:pt x="304313" y="175996"/>
                </a:cubicBezTo>
                <a:cubicBezTo>
                  <a:pt x="314996" y="175996"/>
                  <a:pt x="323959" y="171410"/>
                  <a:pt x="331201" y="162238"/>
                </a:cubicBezTo>
                <a:cubicBezTo>
                  <a:pt x="341522" y="149255"/>
                  <a:pt x="346682" y="133455"/>
                  <a:pt x="346682" y="114840"/>
                </a:cubicBezTo>
                <a:close/>
                <a:moveTo>
                  <a:pt x="532487" y="202613"/>
                </a:moveTo>
                <a:lnTo>
                  <a:pt x="495550" y="202613"/>
                </a:lnTo>
                <a:lnTo>
                  <a:pt x="498809" y="187009"/>
                </a:lnTo>
                <a:cubicBezTo>
                  <a:pt x="491748" y="193844"/>
                  <a:pt x="484799" y="198742"/>
                  <a:pt x="477964" y="201705"/>
                </a:cubicBezTo>
                <a:cubicBezTo>
                  <a:pt x="471129" y="204664"/>
                  <a:pt x="463411" y="206144"/>
                  <a:pt x="454810" y="206144"/>
                </a:cubicBezTo>
                <a:cubicBezTo>
                  <a:pt x="439872" y="206144"/>
                  <a:pt x="427763" y="201043"/>
                  <a:pt x="418484" y="190841"/>
                </a:cubicBezTo>
                <a:cubicBezTo>
                  <a:pt x="409204" y="180636"/>
                  <a:pt x="404564" y="165556"/>
                  <a:pt x="404564" y="145602"/>
                </a:cubicBezTo>
                <a:cubicBezTo>
                  <a:pt x="404564" y="122477"/>
                  <a:pt x="411083" y="101572"/>
                  <a:pt x="424119" y="82889"/>
                </a:cubicBezTo>
                <a:cubicBezTo>
                  <a:pt x="437156" y="64205"/>
                  <a:pt x="454403" y="54863"/>
                  <a:pt x="475859" y="54863"/>
                </a:cubicBezTo>
                <a:cubicBezTo>
                  <a:pt x="495233" y="54863"/>
                  <a:pt x="509764" y="62558"/>
                  <a:pt x="519451" y="77949"/>
                </a:cubicBezTo>
                <a:lnTo>
                  <a:pt x="535068" y="3531"/>
                </a:lnTo>
                <a:lnTo>
                  <a:pt x="574042" y="3531"/>
                </a:lnTo>
                <a:lnTo>
                  <a:pt x="532487" y="202613"/>
                </a:lnTo>
                <a:moveTo>
                  <a:pt x="442452" y="143901"/>
                </a:moveTo>
                <a:cubicBezTo>
                  <a:pt x="442452" y="154236"/>
                  <a:pt x="445055" y="162304"/>
                  <a:pt x="450261" y="168107"/>
                </a:cubicBezTo>
                <a:cubicBezTo>
                  <a:pt x="455466" y="173910"/>
                  <a:pt x="461872" y="176811"/>
                  <a:pt x="469476" y="176811"/>
                </a:cubicBezTo>
                <a:cubicBezTo>
                  <a:pt x="476538" y="176811"/>
                  <a:pt x="483124" y="174386"/>
                  <a:pt x="489235" y="169537"/>
                </a:cubicBezTo>
                <a:cubicBezTo>
                  <a:pt x="495346" y="164685"/>
                  <a:pt x="500235" y="157273"/>
                  <a:pt x="503902" y="147300"/>
                </a:cubicBezTo>
                <a:cubicBezTo>
                  <a:pt x="507568" y="137327"/>
                  <a:pt x="509401" y="127762"/>
                  <a:pt x="509401" y="118604"/>
                </a:cubicBezTo>
                <a:cubicBezTo>
                  <a:pt x="509401" y="108178"/>
                  <a:pt x="506595" y="99748"/>
                  <a:pt x="500982" y="93311"/>
                </a:cubicBezTo>
                <a:cubicBezTo>
                  <a:pt x="495369" y="86872"/>
                  <a:pt x="488896" y="83652"/>
                  <a:pt x="481563" y="83652"/>
                </a:cubicBezTo>
                <a:cubicBezTo>
                  <a:pt x="470155" y="83652"/>
                  <a:pt x="460785" y="90000"/>
                  <a:pt x="453452" y="102694"/>
                </a:cubicBezTo>
                <a:cubicBezTo>
                  <a:pt x="446119" y="115386"/>
                  <a:pt x="442452" y="129121"/>
                  <a:pt x="442452" y="143901"/>
                </a:cubicBezTo>
                <a:close/>
                <a:moveTo>
                  <a:pt x="709058" y="142589"/>
                </a:moveTo>
                <a:lnTo>
                  <a:pt x="611283" y="142589"/>
                </a:lnTo>
                <a:cubicBezTo>
                  <a:pt x="611192" y="144128"/>
                  <a:pt x="611147" y="145305"/>
                  <a:pt x="611147" y="146120"/>
                </a:cubicBezTo>
                <a:cubicBezTo>
                  <a:pt x="611147" y="155717"/>
                  <a:pt x="613885" y="163457"/>
                  <a:pt x="619363" y="169342"/>
                </a:cubicBezTo>
                <a:cubicBezTo>
                  <a:pt x="624840" y="175227"/>
                  <a:pt x="631517" y="178169"/>
                  <a:pt x="639393" y="178169"/>
                </a:cubicBezTo>
                <a:cubicBezTo>
                  <a:pt x="652339" y="178169"/>
                  <a:pt x="662434" y="171469"/>
                  <a:pt x="669676" y="158071"/>
                </a:cubicBezTo>
                <a:lnTo>
                  <a:pt x="704577" y="164046"/>
                </a:lnTo>
                <a:cubicBezTo>
                  <a:pt x="697787" y="178078"/>
                  <a:pt x="688711" y="188603"/>
                  <a:pt x="677349" y="195619"/>
                </a:cubicBezTo>
                <a:cubicBezTo>
                  <a:pt x="665987" y="202635"/>
                  <a:pt x="653245" y="206144"/>
                  <a:pt x="639121" y="206144"/>
                </a:cubicBezTo>
                <a:cubicBezTo>
                  <a:pt x="619747" y="206144"/>
                  <a:pt x="603995" y="199999"/>
                  <a:pt x="591863" y="187709"/>
                </a:cubicBezTo>
                <a:cubicBezTo>
                  <a:pt x="579732" y="175419"/>
                  <a:pt x="573666" y="159163"/>
                  <a:pt x="573666" y="138940"/>
                </a:cubicBezTo>
                <a:cubicBezTo>
                  <a:pt x="573666" y="119167"/>
                  <a:pt x="579143" y="101571"/>
                  <a:pt x="590098" y="86152"/>
                </a:cubicBezTo>
                <a:cubicBezTo>
                  <a:pt x="605036" y="65293"/>
                  <a:pt x="626356" y="54863"/>
                  <a:pt x="654059" y="54863"/>
                </a:cubicBezTo>
                <a:cubicBezTo>
                  <a:pt x="671713" y="54863"/>
                  <a:pt x="685746" y="60326"/>
                  <a:pt x="696157" y="71252"/>
                </a:cubicBezTo>
                <a:cubicBezTo>
                  <a:pt x="706569" y="82178"/>
                  <a:pt x="711774" y="97480"/>
                  <a:pt x="711774" y="117157"/>
                </a:cubicBezTo>
                <a:cubicBezTo>
                  <a:pt x="711774" y="126586"/>
                  <a:pt x="710869" y="135064"/>
                  <a:pt x="709058" y="142589"/>
                </a:cubicBezTo>
                <a:moveTo>
                  <a:pt x="676195" y="118689"/>
                </a:moveTo>
                <a:cubicBezTo>
                  <a:pt x="676285" y="116974"/>
                  <a:pt x="676331" y="115667"/>
                  <a:pt x="676331" y="114767"/>
                </a:cubicBezTo>
                <a:cubicBezTo>
                  <a:pt x="676331" y="104124"/>
                  <a:pt x="673931" y="96142"/>
                  <a:pt x="669133" y="90820"/>
                </a:cubicBezTo>
                <a:cubicBezTo>
                  <a:pt x="664335" y="85498"/>
                  <a:pt x="657907" y="82838"/>
                  <a:pt x="649850" y="82838"/>
                </a:cubicBezTo>
                <a:cubicBezTo>
                  <a:pt x="641792" y="82838"/>
                  <a:pt x="634572" y="85859"/>
                  <a:pt x="628190" y="91902"/>
                </a:cubicBezTo>
                <a:cubicBezTo>
                  <a:pt x="621807" y="97945"/>
                  <a:pt x="617484" y="106874"/>
                  <a:pt x="615221" y="118689"/>
                </a:cubicBezTo>
                <a:lnTo>
                  <a:pt x="676195" y="118689"/>
                </a:lnTo>
                <a:close/>
                <a:moveTo>
                  <a:pt x="723114" y="202613"/>
                </a:moveTo>
                <a:lnTo>
                  <a:pt x="764805" y="3531"/>
                </a:lnTo>
                <a:lnTo>
                  <a:pt x="803643" y="3531"/>
                </a:lnTo>
                <a:lnTo>
                  <a:pt x="762089" y="202613"/>
                </a:lnTo>
                <a:lnTo>
                  <a:pt x="723114" y="202613"/>
                </a:lnTo>
                <a:close/>
                <a:moveTo>
                  <a:pt x="807276" y="138117"/>
                </a:moveTo>
                <a:lnTo>
                  <a:pt x="846251" y="136071"/>
                </a:lnTo>
                <a:cubicBezTo>
                  <a:pt x="846794" y="148522"/>
                  <a:pt x="848922" y="156929"/>
                  <a:pt x="852633" y="161292"/>
                </a:cubicBezTo>
                <a:cubicBezTo>
                  <a:pt x="858609" y="168379"/>
                  <a:pt x="869654" y="171922"/>
                  <a:pt x="885768" y="171922"/>
                </a:cubicBezTo>
                <a:cubicBezTo>
                  <a:pt x="899167" y="171922"/>
                  <a:pt x="908854" y="169520"/>
                  <a:pt x="914830" y="164716"/>
                </a:cubicBezTo>
                <a:cubicBezTo>
                  <a:pt x="920805" y="159909"/>
                  <a:pt x="923792" y="154105"/>
                  <a:pt x="923792" y="147304"/>
                </a:cubicBezTo>
                <a:cubicBezTo>
                  <a:pt x="923792" y="141411"/>
                  <a:pt x="921348" y="136423"/>
                  <a:pt x="916459" y="132341"/>
                </a:cubicBezTo>
                <a:cubicBezTo>
                  <a:pt x="913019" y="129350"/>
                  <a:pt x="903581" y="124500"/>
                  <a:pt x="888145" y="117789"/>
                </a:cubicBezTo>
                <a:cubicBezTo>
                  <a:pt x="872709" y="111078"/>
                  <a:pt x="861438" y="105479"/>
                  <a:pt x="854331" y="100992"/>
                </a:cubicBezTo>
                <a:cubicBezTo>
                  <a:pt x="847224" y="96502"/>
                  <a:pt x="841634" y="90676"/>
                  <a:pt x="837560" y="83512"/>
                </a:cubicBezTo>
                <a:cubicBezTo>
                  <a:pt x="833486" y="76349"/>
                  <a:pt x="831449" y="67962"/>
                  <a:pt x="831449" y="58351"/>
                </a:cubicBezTo>
                <a:cubicBezTo>
                  <a:pt x="831449" y="41574"/>
                  <a:pt x="837514" y="27655"/>
                  <a:pt x="849646" y="16593"/>
                </a:cubicBezTo>
                <a:cubicBezTo>
                  <a:pt x="861777" y="5531"/>
                  <a:pt x="879341" y="0"/>
                  <a:pt x="902336" y="0"/>
                </a:cubicBezTo>
                <a:cubicBezTo>
                  <a:pt x="925693" y="0"/>
                  <a:pt x="943777" y="5501"/>
                  <a:pt x="956588" y="16504"/>
                </a:cubicBezTo>
                <a:cubicBezTo>
                  <a:pt x="969398" y="27506"/>
                  <a:pt x="976437" y="42146"/>
                  <a:pt x="977705" y="60422"/>
                </a:cubicBezTo>
                <a:lnTo>
                  <a:pt x="938459" y="62196"/>
                </a:lnTo>
                <a:cubicBezTo>
                  <a:pt x="937463" y="52648"/>
                  <a:pt x="934023" y="45327"/>
                  <a:pt x="928138" y="40235"/>
                </a:cubicBezTo>
                <a:cubicBezTo>
                  <a:pt x="922253" y="35140"/>
                  <a:pt x="913562" y="32592"/>
                  <a:pt x="902064" y="32592"/>
                </a:cubicBezTo>
                <a:cubicBezTo>
                  <a:pt x="890748" y="32592"/>
                  <a:pt x="882668" y="34585"/>
                  <a:pt x="877824" y="38571"/>
                </a:cubicBezTo>
                <a:cubicBezTo>
                  <a:pt x="872981" y="42558"/>
                  <a:pt x="870559" y="47586"/>
                  <a:pt x="870559" y="53658"/>
                </a:cubicBezTo>
                <a:cubicBezTo>
                  <a:pt x="870559" y="59364"/>
                  <a:pt x="872777" y="64075"/>
                  <a:pt x="877213" y="67789"/>
                </a:cubicBezTo>
                <a:cubicBezTo>
                  <a:pt x="881649" y="71597"/>
                  <a:pt x="891472" y="76807"/>
                  <a:pt x="906682" y="83419"/>
                </a:cubicBezTo>
                <a:cubicBezTo>
                  <a:pt x="929586" y="93296"/>
                  <a:pt x="944162" y="101315"/>
                  <a:pt x="950409" y="107477"/>
                </a:cubicBezTo>
                <a:cubicBezTo>
                  <a:pt x="959734" y="116536"/>
                  <a:pt x="964396" y="128178"/>
                  <a:pt x="964396" y="142403"/>
                </a:cubicBezTo>
                <a:cubicBezTo>
                  <a:pt x="964396" y="159980"/>
                  <a:pt x="957448" y="174999"/>
                  <a:pt x="943551" y="187458"/>
                </a:cubicBezTo>
                <a:cubicBezTo>
                  <a:pt x="929654" y="199915"/>
                  <a:pt x="910303" y="206144"/>
                  <a:pt x="885497" y="206144"/>
                </a:cubicBezTo>
                <a:cubicBezTo>
                  <a:pt x="868386" y="206144"/>
                  <a:pt x="853561" y="203263"/>
                  <a:pt x="841023" y="197503"/>
                </a:cubicBezTo>
                <a:cubicBezTo>
                  <a:pt x="828484" y="191743"/>
                  <a:pt x="819634" y="183739"/>
                  <a:pt x="814474" y="173492"/>
                </a:cubicBezTo>
                <a:cubicBezTo>
                  <a:pt x="809313" y="163242"/>
                  <a:pt x="806914" y="151450"/>
                  <a:pt x="807276" y="138117"/>
                </a:cubicBezTo>
                <a:close/>
                <a:moveTo>
                  <a:pt x="1015799" y="58394"/>
                </a:moveTo>
                <a:lnTo>
                  <a:pt x="1052737" y="58394"/>
                </a:lnTo>
                <a:lnTo>
                  <a:pt x="1049613" y="73230"/>
                </a:lnTo>
                <a:cubicBezTo>
                  <a:pt x="1057490" y="66652"/>
                  <a:pt x="1064868" y="61947"/>
                  <a:pt x="1071749" y="59115"/>
                </a:cubicBezTo>
                <a:cubicBezTo>
                  <a:pt x="1078629" y="56280"/>
                  <a:pt x="1086008" y="54863"/>
                  <a:pt x="1093884" y="54863"/>
                </a:cubicBezTo>
                <a:cubicBezTo>
                  <a:pt x="1109003" y="54863"/>
                  <a:pt x="1121157" y="60079"/>
                  <a:pt x="1130346" y="70510"/>
                </a:cubicBezTo>
                <a:cubicBezTo>
                  <a:pt x="1139535" y="80938"/>
                  <a:pt x="1144130" y="96491"/>
                  <a:pt x="1144130" y="117169"/>
                </a:cubicBezTo>
                <a:cubicBezTo>
                  <a:pt x="1144130" y="143200"/>
                  <a:pt x="1136208" y="165194"/>
                  <a:pt x="1120365" y="183151"/>
                </a:cubicBezTo>
                <a:cubicBezTo>
                  <a:pt x="1106785" y="198479"/>
                  <a:pt x="1090715" y="206144"/>
                  <a:pt x="1072156" y="206144"/>
                </a:cubicBezTo>
                <a:cubicBezTo>
                  <a:pt x="1053054" y="206144"/>
                  <a:pt x="1038614" y="198440"/>
                  <a:pt x="1028836" y="183032"/>
                </a:cubicBezTo>
                <a:lnTo>
                  <a:pt x="1013219" y="257747"/>
                </a:lnTo>
                <a:lnTo>
                  <a:pt x="974245" y="257747"/>
                </a:lnTo>
                <a:lnTo>
                  <a:pt x="1015799" y="58394"/>
                </a:lnTo>
                <a:moveTo>
                  <a:pt x="1039293" y="141062"/>
                </a:moveTo>
                <a:cubicBezTo>
                  <a:pt x="1039293" y="152384"/>
                  <a:pt x="1042031" y="161173"/>
                  <a:pt x="1047509" y="167428"/>
                </a:cubicBezTo>
                <a:cubicBezTo>
                  <a:pt x="1052986" y="173683"/>
                  <a:pt x="1059436" y="176811"/>
                  <a:pt x="1066860" y="176811"/>
                </a:cubicBezTo>
                <a:cubicBezTo>
                  <a:pt x="1073288" y="176811"/>
                  <a:pt x="1079489" y="174473"/>
                  <a:pt x="1085465" y="169796"/>
                </a:cubicBezTo>
                <a:cubicBezTo>
                  <a:pt x="1091440" y="165119"/>
                  <a:pt x="1096396" y="157356"/>
                  <a:pt x="1100335" y="146506"/>
                </a:cubicBezTo>
                <a:cubicBezTo>
                  <a:pt x="1104273" y="135657"/>
                  <a:pt x="1106242" y="125602"/>
                  <a:pt x="1106242" y="116342"/>
                </a:cubicBezTo>
                <a:cubicBezTo>
                  <a:pt x="1106242" y="105537"/>
                  <a:pt x="1103662" y="97252"/>
                  <a:pt x="1098501" y="91486"/>
                </a:cubicBezTo>
                <a:cubicBezTo>
                  <a:pt x="1093341" y="85721"/>
                  <a:pt x="1086777" y="82838"/>
                  <a:pt x="1078810" y="82838"/>
                </a:cubicBezTo>
                <a:cubicBezTo>
                  <a:pt x="1071387" y="82838"/>
                  <a:pt x="1064619" y="85484"/>
                  <a:pt x="1058508" y="90778"/>
                </a:cubicBezTo>
                <a:cubicBezTo>
                  <a:pt x="1052397" y="96071"/>
                  <a:pt x="1047667" y="103853"/>
                  <a:pt x="1044317" y="114122"/>
                </a:cubicBezTo>
                <a:cubicBezTo>
                  <a:pt x="1040968" y="124392"/>
                  <a:pt x="1039293" y="133372"/>
                  <a:pt x="1039293" y="141062"/>
                </a:cubicBezTo>
                <a:close/>
                <a:moveTo>
                  <a:pt x="1168334" y="58394"/>
                </a:moveTo>
                <a:lnTo>
                  <a:pt x="1207172" y="58394"/>
                </a:lnTo>
                <a:lnTo>
                  <a:pt x="1216950" y="130227"/>
                </a:lnTo>
                <a:cubicBezTo>
                  <a:pt x="1219394" y="148710"/>
                  <a:pt x="1220752" y="161613"/>
                  <a:pt x="1221024" y="168934"/>
                </a:cubicBezTo>
                <a:cubicBezTo>
                  <a:pt x="1226094" y="154291"/>
                  <a:pt x="1233065" y="138764"/>
                  <a:pt x="1241937" y="122355"/>
                </a:cubicBezTo>
                <a:lnTo>
                  <a:pt x="1276430" y="58394"/>
                </a:lnTo>
                <a:lnTo>
                  <a:pt x="1317713" y="58394"/>
                </a:lnTo>
                <a:lnTo>
                  <a:pt x="1228629" y="216736"/>
                </a:lnTo>
                <a:cubicBezTo>
                  <a:pt x="1221296" y="229903"/>
                  <a:pt x="1215524" y="239120"/>
                  <a:pt x="1211314" y="244388"/>
                </a:cubicBezTo>
                <a:cubicBezTo>
                  <a:pt x="1207104" y="249656"/>
                  <a:pt x="1202035" y="253788"/>
                  <a:pt x="1196105" y="256784"/>
                </a:cubicBezTo>
                <a:cubicBezTo>
                  <a:pt x="1190175" y="259780"/>
                  <a:pt x="1183045" y="261278"/>
                  <a:pt x="1174716" y="261278"/>
                </a:cubicBezTo>
                <a:cubicBezTo>
                  <a:pt x="1166478" y="261278"/>
                  <a:pt x="1157198" y="259824"/>
                  <a:pt x="1146877" y="256916"/>
                </a:cubicBezTo>
                <a:lnTo>
                  <a:pt x="1150272" y="227736"/>
                </a:lnTo>
                <a:cubicBezTo>
                  <a:pt x="1154980" y="229094"/>
                  <a:pt x="1159552" y="229773"/>
                  <a:pt x="1163988" y="229773"/>
                </a:cubicBezTo>
                <a:cubicBezTo>
                  <a:pt x="1175939" y="229773"/>
                  <a:pt x="1185761" y="220719"/>
                  <a:pt x="1193457" y="202613"/>
                </a:cubicBezTo>
                <a:lnTo>
                  <a:pt x="1168334" y="583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Text Subsequent">
            <a:extLst xmlns:a="http://schemas.openxmlformats.org/drawingml/2006/main">
              <a:ext uri="{FF2B5EF4-FFF2-40B4-BE49-F238E27FC236}">
                <a16:creationId xmlns:a16="http://schemas.microsoft.com/office/drawing/2014/main" id="{04F1E7DF-CB65-49A3-9A6E-0BAB91A0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2779" y="116416"/>
            <a:ext cx="1105273" cy="193999"/>
          </a:xfrm>
          <a:custGeom xmlns:a="http://schemas.openxmlformats.org/drawingml/2006/main">
            <a:pathLst>
              <a:path w="1105273" h="193999">
                <a:moveTo>
                  <a:pt x="0" y="104147"/>
                </a:moveTo>
                <a:lnTo>
                  <a:pt x="18685" y="102513"/>
                </a:lnTo>
                <a:cubicBezTo>
                  <a:pt x="19570" y="110001"/>
                  <a:pt x="21629" y="116144"/>
                  <a:pt x="24863" y="120943"/>
                </a:cubicBezTo>
                <a:cubicBezTo>
                  <a:pt x="28096" y="125742"/>
                  <a:pt x="33116" y="129622"/>
                  <a:pt x="39923" y="132583"/>
                </a:cubicBezTo>
                <a:cubicBezTo>
                  <a:pt x="46730" y="135544"/>
                  <a:pt x="54388" y="137025"/>
                  <a:pt x="62897" y="137025"/>
                </a:cubicBezTo>
                <a:cubicBezTo>
                  <a:pt x="70452" y="137025"/>
                  <a:pt x="77123" y="135902"/>
                  <a:pt x="82909" y="133655"/>
                </a:cubicBezTo>
                <a:cubicBezTo>
                  <a:pt x="88695" y="131409"/>
                  <a:pt x="93000" y="128329"/>
                  <a:pt x="95825" y="124415"/>
                </a:cubicBezTo>
                <a:cubicBezTo>
                  <a:pt x="98650" y="120501"/>
                  <a:pt x="100063" y="116229"/>
                  <a:pt x="100063" y="111601"/>
                </a:cubicBezTo>
                <a:cubicBezTo>
                  <a:pt x="100063" y="106904"/>
                  <a:pt x="98701" y="102803"/>
                  <a:pt x="95979" y="99297"/>
                </a:cubicBezTo>
                <a:cubicBezTo>
                  <a:pt x="93256" y="95791"/>
                  <a:pt x="88763" y="92847"/>
                  <a:pt x="82501" y="90465"/>
                </a:cubicBezTo>
                <a:cubicBezTo>
                  <a:pt x="78485" y="88899"/>
                  <a:pt x="69601" y="86466"/>
                  <a:pt x="55851" y="83164"/>
                </a:cubicBezTo>
                <a:cubicBezTo>
                  <a:pt x="42101" y="79863"/>
                  <a:pt x="32469" y="76749"/>
                  <a:pt x="26956" y="73822"/>
                </a:cubicBezTo>
                <a:cubicBezTo>
                  <a:pt x="19808" y="70078"/>
                  <a:pt x="14482" y="65432"/>
                  <a:pt x="10976" y="59884"/>
                </a:cubicBezTo>
                <a:cubicBezTo>
                  <a:pt x="7471" y="54337"/>
                  <a:pt x="5718" y="48125"/>
                  <a:pt x="5718" y="41250"/>
                </a:cubicBezTo>
                <a:cubicBezTo>
                  <a:pt x="5718" y="33695"/>
                  <a:pt x="7862" y="26632"/>
                  <a:pt x="12150" y="20064"/>
                </a:cubicBezTo>
                <a:cubicBezTo>
                  <a:pt x="16439" y="13495"/>
                  <a:pt x="22701" y="8509"/>
                  <a:pt x="30938" y="5105"/>
                </a:cubicBezTo>
                <a:cubicBezTo>
                  <a:pt x="39174" y="1702"/>
                  <a:pt x="48330" y="0"/>
                  <a:pt x="58404" y="0"/>
                </a:cubicBezTo>
                <a:cubicBezTo>
                  <a:pt x="69499" y="0"/>
                  <a:pt x="79284" y="1787"/>
                  <a:pt x="87759" y="5360"/>
                </a:cubicBezTo>
                <a:cubicBezTo>
                  <a:pt x="96234" y="8934"/>
                  <a:pt x="102752" y="14193"/>
                  <a:pt x="107312" y="21136"/>
                </a:cubicBezTo>
                <a:cubicBezTo>
                  <a:pt x="111873" y="28079"/>
                  <a:pt x="114323" y="35941"/>
                  <a:pt x="114664" y="44722"/>
                </a:cubicBezTo>
                <a:lnTo>
                  <a:pt x="95672" y="46151"/>
                </a:lnTo>
                <a:cubicBezTo>
                  <a:pt x="94651" y="36656"/>
                  <a:pt x="91197" y="29483"/>
                  <a:pt x="85309" y="24633"/>
                </a:cubicBezTo>
                <a:cubicBezTo>
                  <a:pt x="79421" y="19783"/>
                  <a:pt x="70725" y="17358"/>
                  <a:pt x="59221" y="17358"/>
                </a:cubicBezTo>
                <a:cubicBezTo>
                  <a:pt x="47241" y="17358"/>
                  <a:pt x="38511" y="19555"/>
                  <a:pt x="33031" y="23950"/>
                </a:cubicBezTo>
                <a:cubicBezTo>
                  <a:pt x="27551" y="28343"/>
                  <a:pt x="24811" y="33638"/>
                  <a:pt x="24811" y="39837"/>
                </a:cubicBezTo>
                <a:cubicBezTo>
                  <a:pt x="24811" y="45219"/>
                  <a:pt x="26751" y="49646"/>
                  <a:pt x="30631" y="53120"/>
                </a:cubicBezTo>
                <a:cubicBezTo>
                  <a:pt x="34443" y="56596"/>
                  <a:pt x="44399" y="60156"/>
                  <a:pt x="60497" y="63800"/>
                </a:cubicBezTo>
                <a:cubicBezTo>
                  <a:pt x="76596" y="67443"/>
                  <a:pt x="87640" y="70628"/>
                  <a:pt x="93630" y="73353"/>
                </a:cubicBezTo>
                <a:cubicBezTo>
                  <a:pt x="102343" y="77371"/>
                  <a:pt x="108776" y="82463"/>
                  <a:pt x="112928" y="88630"/>
                </a:cubicBezTo>
                <a:cubicBezTo>
                  <a:pt x="117080" y="94795"/>
                  <a:pt x="119156" y="101896"/>
                  <a:pt x="119156" y="109935"/>
                </a:cubicBezTo>
                <a:cubicBezTo>
                  <a:pt x="119156" y="117903"/>
                  <a:pt x="116876" y="125413"/>
                  <a:pt x="112315" y="132465"/>
                </a:cubicBezTo>
                <a:cubicBezTo>
                  <a:pt x="107755" y="139515"/>
                  <a:pt x="101203" y="144998"/>
                  <a:pt x="92660" y="148917"/>
                </a:cubicBezTo>
                <a:cubicBezTo>
                  <a:pt x="84117" y="152833"/>
                  <a:pt x="74503" y="154791"/>
                  <a:pt x="63816" y="154791"/>
                </a:cubicBezTo>
                <a:cubicBezTo>
                  <a:pt x="50270" y="154791"/>
                  <a:pt x="38919" y="152817"/>
                  <a:pt x="29764" y="148869"/>
                </a:cubicBezTo>
                <a:cubicBezTo>
                  <a:pt x="20608" y="144921"/>
                  <a:pt x="13427" y="138982"/>
                  <a:pt x="8219" y="131052"/>
                </a:cubicBezTo>
                <a:cubicBezTo>
                  <a:pt x="3012" y="123121"/>
                  <a:pt x="272" y="114153"/>
                  <a:pt x="0" y="104147"/>
                </a:cubicBezTo>
                <a:close/>
                <a:moveTo>
                  <a:pt x="215560" y="152340"/>
                </a:moveTo>
                <a:lnTo>
                  <a:pt x="215560" y="136412"/>
                </a:lnTo>
                <a:cubicBezTo>
                  <a:pt x="207119" y="148665"/>
                  <a:pt x="195649" y="154791"/>
                  <a:pt x="181150" y="154791"/>
                </a:cubicBezTo>
                <a:cubicBezTo>
                  <a:pt x="174752" y="154791"/>
                  <a:pt x="168779" y="153566"/>
                  <a:pt x="163231" y="151115"/>
                </a:cubicBezTo>
                <a:cubicBezTo>
                  <a:pt x="157683" y="148665"/>
                  <a:pt x="153565" y="145584"/>
                  <a:pt x="150876" y="141875"/>
                </a:cubicBezTo>
                <a:cubicBezTo>
                  <a:pt x="148187" y="138165"/>
                  <a:pt x="146298" y="133621"/>
                  <a:pt x="145209" y="128244"/>
                </a:cubicBezTo>
                <a:cubicBezTo>
                  <a:pt x="144461" y="124636"/>
                  <a:pt x="144086" y="118918"/>
                  <a:pt x="144086" y="111090"/>
                </a:cubicBezTo>
                <a:lnTo>
                  <a:pt x="144086" y="43905"/>
                </a:lnTo>
                <a:lnTo>
                  <a:pt x="162465" y="43905"/>
                </a:lnTo>
                <a:lnTo>
                  <a:pt x="162465" y="104045"/>
                </a:lnTo>
                <a:cubicBezTo>
                  <a:pt x="162465" y="113643"/>
                  <a:pt x="162839" y="120109"/>
                  <a:pt x="163588" y="123445"/>
                </a:cubicBezTo>
                <a:cubicBezTo>
                  <a:pt x="164745" y="128278"/>
                  <a:pt x="167196" y="132073"/>
                  <a:pt x="170940" y="134829"/>
                </a:cubicBezTo>
                <a:cubicBezTo>
                  <a:pt x="174684" y="137586"/>
                  <a:pt x="179312" y="138965"/>
                  <a:pt x="184826" y="138965"/>
                </a:cubicBezTo>
                <a:cubicBezTo>
                  <a:pt x="190340" y="138965"/>
                  <a:pt x="195513" y="137552"/>
                  <a:pt x="200346" y="134727"/>
                </a:cubicBezTo>
                <a:cubicBezTo>
                  <a:pt x="205179" y="131902"/>
                  <a:pt x="208599" y="128056"/>
                  <a:pt x="210607" y="123189"/>
                </a:cubicBezTo>
                <a:cubicBezTo>
                  <a:pt x="212616" y="118322"/>
                  <a:pt x="213620" y="111260"/>
                  <a:pt x="213620" y="102003"/>
                </a:cubicBezTo>
                <a:lnTo>
                  <a:pt x="213620" y="43905"/>
                </a:lnTo>
                <a:lnTo>
                  <a:pt x="231998" y="43905"/>
                </a:lnTo>
                <a:lnTo>
                  <a:pt x="231998" y="152340"/>
                </a:lnTo>
                <a:lnTo>
                  <a:pt x="215560" y="152340"/>
                </a:lnTo>
                <a:close/>
                <a:moveTo>
                  <a:pt x="278546" y="152340"/>
                </a:moveTo>
                <a:lnTo>
                  <a:pt x="261495" y="152340"/>
                </a:lnTo>
                <a:lnTo>
                  <a:pt x="261495" y="2655"/>
                </a:lnTo>
                <a:lnTo>
                  <a:pt x="279874" y="2655"/>
                </a:lnTo>
                <a:lnTo>
                  <a:pt x="279874" y="56253"/>
                </a:lnTo>
                <a:cubicBezTo>
                  <a:pt x="287634" y="46387"/>
                  <a:pt x="297538" y="41455"/>
                  <a:pt x="309586" y="41455"/>
                </a:cubicBezTo>
                <a:cubicBezTo>
                  <a:pt x="316257" y="41455"/>
                  <a:pt x="322571" y="42799"/>
                  <a:pt x="328527" y="45488"/>
                </a:cubicBezTo>
                <a:cubicBezTo>
                  <a:pt x="334483" y="48176"/>
                  <a:pt x="339384" y="51954"/>
                  <a:pt x="343230" y="56821"/>
                </a:cubicBezTo>
                <a:cubicBezTo>
                  <a:pt x="347076" y="61688"/>
                  <a:pt x="350088" y="67559"/>
                  <a:pt x="352266" y="74434"/>
                </a:cubicBezTo>
                <a:cubicBezTo>
                  <a:pt x="354444" y="81309"/>
                  <a:pt x="355533" y="88661"/>
                  <a:pt x="355533" y="96489"/>
                </a:cubicBezTo>
                <a:cubicBezTo>
                  <a:pt x="355533" y="115072"/>
                  <a:pt x="350939" y="129435"/>
                  <a:pt x="341749" y="139577"/>
                </a:cubicBezTo>
                <a:cubicBezTo>
                  <a:pt x="332560" y="149720"/>
                  <a:pt x="321532" y="154791"/>
                  <a:pt x="308667" y="154791"/>
                </a:cubicBezTo>
                <a:cubicBezTo>
                  <a:pt x="295870" y="154791"/>
                  <a:pt x="285830" y="149379"/>
                  <a:pt x="278546" y="138556"/>
                </a:cubicBezTo>
                <a:lnTo>
                  <a:pt x="278546" y="152340"/>
                </a:lnTo>
                <a:moveTo>
                  <a:pt x="278342" y="97309"/>
                </a:moveTo>
                <a:cubicBezTo>
                  <a:pt x="278342" y="110247"/>
                  <a:pt x="280112" y="119595"/>
                  <a:pt x="283652" y="125353"/>
                </a:cubicBezTo>
                <a:cubicBezTo>
                  <a:pt x="289438" y="134768"/>
                  <a:pt x="297266" y="139475"/>
                  <a:pt x="307136" y="139475"/>
                </a:cubicBezTo>
                <a:cubicBezTo>
                  <a:pt x="315168" y="139475"/>
                  <a:pt x="322111" y="136004"/>
                  <a:pt x="327965" y="129061"/>
                </a:cubicBezTo>
                <a:cubicBezTo>
                  <a:pt x="333819" y="122117"/>
                  <a:pt x="336746" y="111771"/>
                  <a:pt x="336746" y="98021"/>
                </a:cubicBezTo>
                <a:cubicBezTo>
                  <a:pt x="336746" y="83932"/>
                  <a:pt x="333938" y="73536"/>
                  <a:pt x="328322" y="66831"/>
                </a:cubicBezTo>
                <a:cubicBezTo>
                  <a:pt x="322707" y="60124"/>
                  <a:pt x="315917" y="56770"/>
                  <a:pt x="307953" y="56770"/>
                </a:cubicBezTo>
                <a:cubicBezTo>
                  <a:pt x="299920" y="56770"/>
                  <a:pt x="292977" y="60242"/>
                  <a:pt x="287123" y="67185"/>
                </a:cubicBezTo>
                <a:cubicBezTo>
                  <a:pt x="281269" y="74128"/>
                  <a:pt x="278342" y="84169"/>
                  <a:pt x="278342" y="97309"/>
                </a:cubicBezTo>
                <a:close/>
                <a:moveTo>
                  <a:pt x="371347" y="119871"/>
                </a:moveTo>
                <a:lnTo>
                  <a:pt x="389522" y="117012"/>
                </a:lnTo>
                <a:cubicBezTo>
                  <a:pt x="390543" y="124264"/>
                  <a:pt x="393385" y="129821"/>
                  <a:pt x="398048" y="133684"/>
                </a:cubicBezTo>
                <a:cubicBezTo>
                  <a:pt x="402711" y="137545"/>
                  <a:pt x="409228" y="139475"/>
                  <a:pt x="417601" y="139475"/>
                </a:cubicBezTo>
                <a:cubicBezTo>
                  <a:pt x="426042" y="139475"/>
                  <a:pt x="432304" y="137770"/>
                  <a:pt x="436388" y="134360"/>
                </a:cubicBezTo>
                <a:cubicBezTo>
                  <a:pt x="440472" y="130948"/>
                  <a:pt x="442515" y="126947"/>
                  <a:pt x="442515" y="122357"/>
                </a:cubicBezTo>
                <a:cubicBezTo>
                  <a:pt x="442515" y="118236"/>
                  <a:pt x="440711" y="114995"/>
                  <a:pt x="437103" y="112631"/>
                </a:cubicBezTo>
                <a:cubicBezTo>
                  <a:pt x="434584" y="111010"/>
                  <a:pt x="428322" y="108950"/>
                  <a:pt x="418316" y="106451"/>
                </a:cubicBezTo>
                <a:cubicBezTo>
                  <a:pt x="404838" y="103045"/>
                  <a:pt x="395495" y="100099"/>
                  <a:pt x="390288" y="97612"/>
                </a:cubicBezTo>
                <a:cubicBezTo>
                  <a:pt x="385081" y="95126"/>
                  <a:pt x="381133" y="91685"/>
                  <a:pt x="378444" y="87290"/>
                </a:cubicBezTo>
                <a:cubicBezTo>
                  <a:pt x="375755" y="82895"/>
                  <a:pt x="374411" y="78041"/>
                  <a:pt x="374411" y="72727"/>
                </a:cubicBezTo>
                <a:cubicBezTo>
                  <a:pt x="374411" y="67890"/>
                  <a:pt x="375517" y="63410"/>
                  <a:pt x="377729" y="59288"/>
                </a:cubicBezTo>
                <a:cubicBezTo>
                  <a:pt x="379941" y="55165"/>
                  <a:pt x="382953" y="51742"/>
                  <a:pt x="386765" y="49017"/>
                </a:cubicBezTo>
                <a:cubicBezTo>
                  <a:pt x="389624" y="46904"/>
                  <a:pt x="393521" y="45117"/>
                  <a:pt x="398456" y="43653"/>
                </a:cubicBezTo>
                <a:cubicBezTo>
                  <a:pt x="403391" y="42187"/>
                  <a:pt x="408684" y="41455"/>
                  <a:pt x="414334" y="41455"/>
                </a:cubicBezTo>
                <a:cubicBezTo>
                  <a:pt x="422842" y="41455"/>
                  <a:pt x="430313" y="42688"/>
                  <a:pt x="436746" y="45156"/>
                </a:cubicBezTo>
                <a:cubicBezTo>
                  <a:pt x="443178" y="47621"/>
                  <a:pt x="447926" y="50962"/>
                  <a:pt x="450989" y="55178"/>
                </a:cubicBezTo>
                <a:cubicBezTo>
                  <a:pt x="454052" y="59392"/>
                  <a:pt x="456163" y="65028"/>
                  <a:pt x="457320" y="72086"/>
                </a:cubicBezTo>
                <a:lnTo>
                  <a:pt x="439349" y="74537"/>
                </a:lnTo>
                <a:cubicBezTo>
                  <a:pt x="438532" y="68955"/>
                  <a:pt x="436167" y="64598"/>
                  <a:pt x="432253" y="61467"/>
                </a:cubicBezTo>
                <a:cubicBezTo>
                  <a:pt x="428339" y="58336"/>
                  <a:pt x="422808" y="56770"/>
                  <a:pt x="415661" y="56770"/>
                </a:cubicBezTo>
                <a:cubicBezTo>
                  <a:pt x="407220" y="56770"/>
                  <a:pt x="401196" y="58159"/>
                  <a:pt x="397588" y="60937"/>
                </a:cubicBezTo>
                <a:cubicBezTo>
                  <a:pt x="393981" y="63713"/>
                  <a:pt x="392177" y="66965"/>
                  <a:pt x="392177" y="70692"/>
                </a:cubicBezTo>
                <a:cubicBezTo>
                  <a:pt x="392177" y="73061"/>
                  <a:pt x="392926" y="75195"/>
                  <a:pt x="394423" y="77092"/>
                </a:cubicBezTo>
                <a:cubicBezTo>
                  <a:pt x="395921" y="79056"/>
                  <a:pt x="398269" y="80681"/>
                  <a:pt x="401468" y="81968"/>
                </a:cubicBezTo>
                <a:cubicBezTo>
                  <a:pt x="403306" y="82646"/>
                  <a:pt x="408718" y="84205"/>
                  <a:pt x="417703" y="86642"/>
                </a:cubicBezTo>
                <a:cubicBezTo>
                  <a:pt x="430704" y="90112"/>
                  <a:pt x="439775" y="92952"/>
                  <a:pt x="444914" y="95162"/>
                </a:cubicBezTo>
                <a:cubicBezTo>
                  <a:pt x="450053" y="97372"/>
                  <a:pt x="454086" y="100586"/>
                  <a:pt x="457013" y="104804"/>
                </a:cubicBezTo>
                <a:cubicBezTo>
                  <a:pt x="459940" y="109020"/>
                  <a:pt x="461404" y="114256"/>
                  <a:pt x="461404" y="120512"/>
                </a:cubicBezTo>
                <a:cubicBezTo>
                  <a:pt x="461404" y="126634"/>
                  <a:pt x="459617" y="132399"/>
                  <a:pt x="456043" y="137806"/>
                </a:cubicBezTo>
                <a:cubicBezTo>
                  <a:pt x="452470" y="143212"/>
                  <a:pt x="447313" y="147394"/>
                  <a:pt x="440575" y="150353"/>
                </a:cubicBezTo>
                <a:cubicBezTo>
                  <a:pt x="433836" y="153311"/>
                  <a:pt x="426212" y="154791"/>
                  <a:pt x="417703" y="154791"/>
                </a:cubicBezTo>
                <a:cubicBezTo>
                  <a:pt x="403613" y="154791"/>
                  <a:pt x="392875" y="151855"/>
                  <a:pt x="385489" y="145984"/>
                </a:cubicBezTo>
                <a:cubicBezTo>
                  <a:pt x="378103" y="140113"/>
                  <a:pt x="373390" y="131409"/>
                  <a:pt x="371347" y="119871"/>
                </a:cubicBezTo>
                <a:close/>
                <a:moveTo>
                  <a:pt x="557485" y="117421"/>
                </a:moveTo>
                <a:lnTo>
                  <a:pt x="576476" y="119769"/>
                </a:lnTo>
                <a:cubicBezTo>
                  <a:pt x="573481" y="130864"/>
                  <a:pt x="567933" y="139475"/>
                  <a:pt x="559833" y="145602"/>
                </a:cubicBezTo>
                <a:cubicBezTo>
                  <a:pt x="551733" y="151728"/>
                  <a:pt x="541386" y="154791"/>
                  <a:pt x="528793" y="154791"/>
                </a:cubicBezTo>
                <a:cubicBezTo>
                  <a:pt x="512933" y="154791"/>
                  <a:pt x="500357" y="149907"/>
                  <a:pt x="491065" y="140139"/>
                </a:cubicBezTo>
                <a:cubicBezTo>
                  <a:pt x="481774" y="130371"/>
                  <a:pt x="477128" y="116672"/>
                  <a:pt x="477128" y="99042"/>
                </a:cubicBezTo>
                <a:cubicBezTo>
                  <a:pt x="477128" y="80799"/>
                  <a:pt x="481825" y="66640"/>
                  <a:pt x="491219" y="56566"/>
                </a:cubicBezTo>
                <a:cubicBezTo>
                  <a:pt x="500612" y="46492"/>
                  <a:pt x="512797" y="41455"/>
                  <a:pt x="527772" y="41455"/>
                </a:cubicBezTo>
                <a:cubicBezTo>
                  <a:pt x="542271" y="41455"/>
                  <a:pt x="554115" y="46382"/>
                  <a:pt x="563305" y="56237"/>
                </a:cubicBezTo>
                <a:cubicBezTo>
                  <a:pt x="572494" y="66091"/>
                  <a:pt x="577089" y="79953"/>
                  <a:pt x="577089" y="97826"/>
                </a:cubicBezTo>
                <a:cubicBezTo>
                  <a:pt x="577089" y="98913"/>
                  <a:pt x="577055" y="100543"/>
                  <a:pt x="576987" y="102717"/>
                </a:cubicBezTo>
                <a:lnTo>
                  <a:pt x="496120" y="102717"/>
                </a:lnTo>
                <a:cubicBezTo>
                  <a:pt x="496800" y="114596"/>
                  <a:pt x="500170" y="123692"/>
                  <a:pt x="506228" y="130005"/>
                </a:cubicBezTo>
                <a:cubicBezTo>
                  <a:pt x="512286" y="136318"/>
                  <a:pt x="519842" y="139475"/>
                  <a:pt x="528895" y="139475"/>
                </a:cubicBezTo>
                <a:cubicBezTo>
                  <a:pt x="535634" y="139475"/>
                  <a:pt x="541386" y="137722"/>
                  <a:pt x="546151" y="134217"/>
                </a:cubicBezTo>
                <a:cubicBezTo>
                  <a:pt x="550916" y="130709"/>
                  <a:pt x="554694" y="125110"/>
                  <a:pt x="557485" y="117421"/>
                </a:cubicBezTo>
                <a:moveTo>
                  <a:pt x="497141" y="87402"/>
                </a:moveTo>
                <a:lnTo>
                  <a:pt x="557689" y="87402"/>
                </a:lnTo>
                <a:cubicBezTo>
                  <a:pt x="556872" y="78429"/>
                  <a:pt x="554558" y="71700"/>
                  <a:pt x="550746" y="67214"/>
                </a:cubicBezTo>
                <a:cubicBezTo>
                  <a:pt x="544892" y="60251"/>
                  <a:pt x="537302" y="56770"/>
                  <a:pt x="527976" y="56770"/>
                </a:cubicBezTo>
                <a:cubicBezTo>
                  <a:pt x="519536" y="56770"/>
                  <a:pt x="512439" y="59549"/>
                  <a:pt x="506687" y="65108"/>
                </a:cubicBezTo>
                <a:cubicBezTo>
                  <a:pt x="500936" y="70664"/>
                  <a:pt x="497753" y="78095"/>
                  <a:pt x="497141" y="87402"/>
                </a:cubicBezTo>
                <a:close/>
                <a:moveTo>
                  <a:pt x="669481" y="193999"/>
                </a:moveTo>
                <a:lnTo>
                  <a:pt x="669481" y="140614"/>
                </a:lnTo>
                <a:cubicBezTo>
                  <a:pt x="666622" y="144684"/>
                  <a:pt x="662623" y="148064"/>
                  <a:pt x="657484" y="150755"/>
                </a:cubicBezTo>
                <a:cubicBezTo>
                  <a:pt x="652345" y="153445"/>
                  <a:pt x="646882" y="154791"/>
                  <a:pt x="641096" y="154791"/>
                </a:cubicBezTo>
                <a:cubicBezTo>
                  <a:pt x="628231" y="154791"/>
                  <a:pt x="617152" y="149652"/>
                  <a:pt x="607861" y="139373"/>
                </a:cubicBezTo>
                <a:cubicBezTo>
                  <a:pt x="598569" y="129095"/>
                  <a:pt x="593924" y="115004"/>
                  <a:pt x="593924" y="97102"/>
                </a:cubicBezTo>
                <a:cubicBezTo>
                  <a:pt x="593924" y="86211"/>
                  <a:pt x="595812" y="76442"/>
                  <a:pt x="599590" y="67798"/>
                </a:cubicBezTo>
                <a:cubicBezTo>
                  <a:pt x="603368" y="59153"/>
                  <a:pt x="608848" y="52601"/>
                  <a:pt x="616029" y="48142"/>
                </a:cubicBezTo>
                <a:cubicBezTo>
                  <a:pt x="623211" y="43684"/>
                  <a:pt x="631090" y="41455"/>
                  <a:pt x="639667" y="41455"/>
                </a:cubicBezTo>
                <a:cubicBezTo>
                  <a:pt x="653076" y="41455"/>
                  <a:pt x="663627" y="47036"/>
                  <a:pt x="671319" y="58200"/>
                </a:cubicBezTo>
                <a:lnTo>
                  <a:pt x="671319" y="43905"/>
                </a:lnTo>
                <a:lnTo>
                  <a:pt x="687860" y="43905"/>
                </a:lnTo>
                <a:lnTo>
                  <a:pt x="687860" y="193999"/>
                </a:lnTo>
                <a:lnTo>
                  <a:pt x="669481" y="193999"/>
                </a:lnTo>
                <a:moveTo>
                  <a:pt x="612813" y="97612"/>
                </a:moveTo>
                <a:cubicBezTo>
                  <a:pt x="612813" y="111567"/>
                  <a:pt x="615740" y="122032"/>
                  <a:pt x="621594" y="129009"/>
                </a:cubicBezTo>
                <a:cubicBezTo>
                  <a:pt x="627448" y="135987"/>
                  <a:pt x="634459" y="139475"/>
                  <a:pt x="642628" y="139475"/>
                </a:cubicBezTo>
                <a:cubicBezTo>
                  <a:pt x="650456" y="139475"/>
                  <a:pt x="657195" y="136157"/>
                  <a:pt x="662844" y="129520"/>
                </a:cubicBezTo>
                <a:cubicBezTo>
                  <a:pt x="668494" y="122883"/>
                  <a:pt x="671319" y="112792"/>
                  <a:pt x="671319" y="99246"/>
                </a:cubicBezTo>
                <a:cubicBezTo>
                  <a:pt x="671319" y="84815"/>
                  <a:pt x="668341" y="73958"/>
                  <a:pt x="662385" y="66674"/>
                </a:cubicBezTo>
                <a:cubicBezTo>
                  <a:pt x="656429" y="59391"/>
                  <a:pt x="649435" y="55749"/>
                  <a:pt x="641402" y="55749"/>
                </a:cubicBezTo>
                <a:cubicBezTo>
                  <a:pt x="633438" y="55749"/>
                  <a:pt x="626682" y="59136"/>
                  <a:pt x="621134" y="65909"/>
                </a:cubicBezTo>
                <a:cubicBezTo>
                  <a:pt x="615587" y="72682"/>
                  <a:pt x="612813" y="83249"/>
                  <a:pt x="612813" y="97612"/>
                </a:cubicBezTo>
                <a:close/>
                <a:moveTo>
                  <a:pt x="786432" y="152340"/>
                </a:moveTo>
                <a:lnTo>
                  <a:pt x="786432" y="136412"/>
                </a:lnTo>
                <a:cubicBezTo>
                  <a:pt x="777992" y="148665"/>
                  <a:pt x="766522" y="154791"/>
                  <a:pt x="752023" y="154791"/>
                </a:cubicBezTo>
                <a:cubicBezTo>
                  <a:pt x="745624" y="154791"/>
                  <a:pt x="739651" y="153566"/>
                  <a:pt x="734104" y="151115"/>
                </a:cubicBezTo>
                <a:cubicBezTo>
                  <a:pt x="728556" y="148665"/>
                  <a:pt x="724438" y="145584"/>
                  <a:pt x="721749" y="141875"/>
                </a:cubicBezTo>
                <a:cubicBezTo>
                  <a:pt x="719060" y="138165"/>
                  <a:pt x="717171" y="133621"/>
                  <a:pt x="716082" y="128244"/>
                </a:cubicBezTo>
                <a:cubicBezTo>
                  <a:pt x="715333" y="124636"/>
                  <a:pt x="714959" y="118918"/>
                  <a:pt x="714959" y="111090"/>
                </a:cubicBezTo>
                <a:lnTo>
                  <a:pt x="714959" y="43905"/>
                </a:lnTo>
                <a:lnTo>
                  <a:pt x="733338" y="43905"/>
                </a:lnTo>
                <a:lnTo>
                  <a:pt x="733338" y="104045"/>
                </a:lnTo>
                <a:cubicBezTo>
                  <a:pt x="733338" y="113643"/>
                  <a:pt x="733712" y="120109"/>
                  <a:pt x="734461" y="123445"/>
                </a:cubicBezTo>
                <a:cubicBezTo>
                  <a:pt x="735618" y="128278"/>
                  <a:pt x="738069" y="132073"/>
                  <a:pt x="741813" y="134829"/>
                </a:cubicBezTo>
                <a:cubicBezTo>
                  <a:pt x="745556" y="137586"/>
                  <a:pt x="750185" y="138965"/>
                  <a:pt x="755699" y="138965"/>
                </a:cubicBezTo>
                <a:cubicBezTo>
                  <a:pt x="761212" y="138965"/>
                  <a:pt x="766386" y="137552"/>
                  <a:pt x="771219" y="134727"/>
                </a:cubicBezTo>
                <a:cubicBezTo>
                  <a:pt x="776052" y="131902"/>
                  <a:pt x="779472" y="128056"/>
                  <a:pt x="781480" y="123189"/>
                </a:cubicBezTo>
                <a:cubicBezTo>
                  <a:pt x="783488" y="118322"/>
                  <a:pt x="784492" y="111260"/>
                  <a:pt x="784492" y="102003"/>
                </a:cubicBezTo>
                <a:lnTo>
                  <a:pt x="784492" y="43905"/>
                </a:lnTo>
                <a:lnTo>
                  <a:pt x="802871" y="43905"/>
                </a:lnTo>
                <a:lnTo>
                  <a:pt x="802871" y="152340"/>
                </a:lnTo>
                <a:lnTo>
                  <a:pt x="786432" y="152340"/>
                </a:lnTo>
                <a:close/>
                <a:moveTo>
                  <a:pt x="906699" y="117421"/>
                </a:moveTo>
                <a:lnTo>
                  <a:pt x="925691" y="119769"/>
                </a:lnTo>
                <a:cubicBezTo>
                  <a:pt x="922696" y="130864"/>
                  <a:pt x="917148" y="139475"/>
                  <a:pt x="909048" y="145602"/>
                </a:cubicBezTo>
                <a:cubicBezTo>
                  <a:pt x="900947" y="151728"/>
                  <a:pt x="890601" y="154791"/>
                  <a:pt x="878008" y="154791"/>
                </a:cubicBezTo>
                <a:cubicBezTo>
                  <a:pt x="862148" y="154791"/>
                  <a:pt x="849572" y="149907"/>
                  <a:pt x="840280" y="140139"/>
                </a:cubicBezTo>
                <a:cubicBezTo>
                  <a:pt x="830989" y="130371"/>
                  <a:pt x="826343" y="116672"/>
                  <a:pt x="826343" y="99042"/>
                </a:cubicBezTo>
                <a:cubicBezTo>
                  <a:pt x="826343" y="80799"/>
                  <a:pt x="831040" y="66640"/>
                  <a:pt x="840433" y="56566"/>
                </a:cubicBezTo>
                <a:cubicBezTo>
                  <a:pt x="849827" y="46492"/>
                  <a:pt x="862011" y="41455"/>
                  <a:pt x="876987" y="41455"/>
                </a:cubicBezTo>
                <a:cubicBezTo>
                  <a:pt x="891486" y="41455"/>
                  <a:pt x="903330" y="46382"/>
                  <a:pt x="912519" y="56237"/>
                </a:cubicBezTo>
                <a:cubicBezTo>
                  <a:pt x="921709" y="66091"/>
                  <a:pt x="926304" y="79953"/>
                  <a:pt x="926304" y="97826"/>
                </a:cubicBezTo>
                <a:cubicBezTo>
                  <a:pt x="926304" y="98913"/>
                  <a:pt x="926269" y="100543"/>
                  <a:pt x="926201" y="102717"/>
                </a:cubicBezTo>
                <a:lnTo>
                  <a:pt x="845334" y="102717"/>
                </a:lnTo>
                <a:cubicBezTo>
                  <a:pt x="846015" y="114596"/>
                  <a:pt x="849385" y="123692"/>
                  <a:pt x="855443" y="130005"/>
                </a:cubicBezTo>
                <a:cubicBezTo>
                  <a:pt x="861501" y="136318"/>
                  <a:pt x="869057" y="139475"/>
                  <a:pt x="878110" y="139475"/>
                </a:cubicBezTo>
                <a:cubicBezTo>
                  <a:pt x="884849" y="139475"/>
                  <a:pt x="890601" y="137722"/>
                  <a:pt x="895366" y="134217"/>
                </a:cubicBezTo>
                <a:cubicBezTo>
                  <a:pt x="900131" y="130709"/>
                  <a:pt x="903909" y="125110"/>
                  <a:pt x="906699" y="117421"/>
                </a:cubicBezTo>
                <a:moveTo>
                  <a:pt x="846355" y="87402"/>
                </a:moveTo>
                <a:lnTo>
                  <a:pt x="906904" y="87402"/>
                </a:lnTo>
                <a:cubicBezTo>
                  <a:pt x="906087" y="78429"/>
                  <a:pt x="903772" y="71700"/>
                  <a:pt x="899960" y="67214"/>
                </a:cubicBezTo>
                <a:cubicBezTo>
                  <a:pt x="894106" y="60251"/>
                  <a:pt x="886517" y="56770"/>
                  <a:pt x="877191" y="56770"/>
                </a:cubicBezTo>
                <a:cubicBezTo>
                  <a:pt x="868750" y="56770"/>
                  <a:pt x="861654" y="59549"/>
                  <a:pt x="855902" y="65108"/>
                </a:cubicBezTo>
                <a:cubicBezTo>
                  <a:pt x="850150" y="70664"/>
                  <a:pt x="846968" y="78095"/>
                  <a:pt x="846355" y="87402"/>
                </a:cubicBezTo>
                <a:close/>
                <a:moveTo>
                  <a:pt x="947480" y="152340"/>
                </a:moveTo>
                <a:lnTo>
                  <a:pt x="947480" y="43905"/>
                </a:lnTo>
                <a:lnTo>
                  <a:pt x="964021" y="43905"/>
                </a:lnTo>
                <a:lnTo>
                  <a:pt x="964021" y="59221"/>
                </a:lnTo>
                <a:cubicBezTo>
                  <a:pt x="971986" y="47377"/>
                  <a:pt x="983489" y="41455"/>
                  <a:pt x="998533" y="41455"/>
                </a:cubicBezTo>
                <a:cubicBezTo>
                  <a:pt x="1005068" y="41455"/>
                  <a:pt x="1011075" y="42629"/>
                  <a:pt x="1016554" y="44977"/>
                </a:cubicBezTo>
                <a:cubicBezTo>
                  <a:pt x="1022034" y="47326"/>
                  <a:pt x="1026135" y="50406"/>
                  <a:pt x="1028858" y="54218"/>
                </a:cubicBezTo>
                <a:cubicBezTo>
                  <a:pt x="1031581" y="58030"/>
                  <a:pt x="1033487" y="62556"/>
                  <a:pt x="1034576" y="67798"/>
                </a:cubicBezTo>
                <a:cubicBezTo>
                  <a:pt x="1035257" y="71201"/>
                  <a:pt x="1035597" y="77157"/>
                  <a:pt x="1035597" y="85666"/>
                </a:cubicBezTo>
                <a:lnTo>
                  <a:pt x="1035597" y="152340"/>
                </a:lnTo>
                <a:lnTo>
                  <a:pt x="1017218" y="152340"/>
                </a:lnTo>
                <a:lnTo>
                  <a:pt x="1017218" y="86310"/>
                </a:lnTo>
                <a:cubicBezTo>
                  <a:pt x="1017218" y="78814"/>
                  <a:pt x="1016503" y="73209"/>
                  <a:pt x="1015074" y="69495"/>
                </a:cubicBezTo>
                <a:cubicBezTo>
                  <a:pt x="1013644" y="65781"/>
                  <a:pt x="1011109" y="62817"/>
                  <a:pt x="1007467" y="60602"/>
                </a:cubicBezTo>
                <a:cubicBezTo>
                  <a:pt x="1003825" y="58388"/>
                  <a:pt x="999554" y="57281"/>
                  <a:pt x="994653" y="57281"/>
                </a:cubicBezTo>
                <a:cubicBezTo>
                  <a:pt x="986825" y="57281"/>
                  <a:pt x="980069" y="59769"/>
                  <a:pt x="974385" y="64744"/>
                </a:cubicBezTo>
                <a:cubicBezTo>
                  <a:pt x="968701" y="69717"/>
                  <a:pt x="965859" y="79155"/>
                  <a:pt x="965859" y="93056"/>
                </a:cubicBezTo>
                <a:lnTo>
                  <a:pt x="965859" y="152340"/>
                </a:lnTo>
                <a:lnTo>
                  <a:pt x="947480" y="152340"/>
                </a:lnTo>
                <a:close/>
                <a:moveTo>
                  <a:pt x="1102619" y="136106"/>
                </a:moveTo>
                <a:lnTo>
                  <a:pt x="1105273" y="152340"/>
                </a:lnTo>
                <a:cubicBezTo>
                  <a:pt x="1100100" y="153293"/>
                  <a:pt x="1095471" y="153770"/>
                  <a:pt x="1091387" y="153770"/>
                </a:cubicBezTo>
                <a:cubicBezTo>
                  <a:pt x="1084716" y="153770"/>
                  <a:pt x="1079543" y="152715"/>
                  <a:pt x="1075867" y="150605"/>
                </a:cubicBezTo>
                <a:cubicBezTo>
                  <a:pt x="1072191" y="148494"/>
                  <a:pt x="1069605" y="145721"/>
                  <a:pt x="1068107" y="142283"/>
                </a:cubicBezTo>
                <a:cubicBezTo>
                  <a:pt x="1066610" y="138846"/>
                  <a:pt x="1065861" y="131613"/>
                  <a:pt x="1065861" y="120586"/>
                </a:cubicBezTo>
                <a:lnTo>
                  <a:pt x="1065861" y="58200"/>
                </a:lnTo>
                <a:lnTo>
                  <a:pt x="1052383" y="58200"/>
                </a:lnTo>
                <a:lnTo>
                  <a:pt x="1052383" y="43905"/>
                </a:lnTo>
                <a:lnTo>
                  <a:pt x="1065861" y="43905"/>
                </a:lnTo>
                <a:lnTo>
                  <a:pt x="1065861" y="16978"/>
                </a:lnTo>
                <a:lnTo>
                  <a:pt x="1084138" y="5922"/>
                </a:lnTo>
                <a:lnTo>
                  <a:pt x="1084138" y="43905"/>
                </a:lnTo>
                <a:lnTo>
                  <a:pt x="1102619" y="43905"/>
                </a:lnTo>
                <a:lnTo>
                  <a:pt x="1102619" y="58200"/>
                </a:lnTo>
                <a:lnTo>
                  <a:pt x="1084138" y="58200"/>
                </a:lnTo>
                <a:lnTo>
                  <a:pt x="1084138" y="121607"/>
                </a:lnTo>
                <a:cubicBezTo>
                  <a:pt x="1084138" y="126848"/>
                  <a:pt x="1084461" y="130218"/>
                  <a:pt x="1085108" y="131715"/>
                </a:cubicBezTo>
                <a:cubicBezTo>
                  <a:pt x="1085754" y="133213"/>
                  <a:pt x="1086809" y="134404"/>
                  <a:pt x="1088273" y="135289"/>
                </a:cubicBezTo>
                <a:cubicBezTo>
                  <a:pt x="1089736" y="136174"/>
                  <a:pt x="1091829" y="136616"/>
                  <a:pt x="1094552" y="136616"/>
                </a:cubicBezTo>
                <a:cubicBezTo>
                  <a:pt x="1096594" y="136616"/>
                  <a:pt x="1099283" y="136446"/>
                  <a:pt x="1102619" y="13610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Text AdversarialAttacks">
            <a:extLst xmlns:a="http://schemas.openxmlformats.org/drawingml/2006/main">
              <a:ext uri="{FF2B5EF4-FFF2-40B4-BE49-F238E27FC236}">
                <a16:creationId xmlns:a16="http://schemas.microsoft.com/office/drawing/2014/main" id="{791A5AB7-7E53-45DF-9614-56F0FF25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2685" y="328182"/>
            <a:ext cx="1769703" cy="152136"/>
          </a:xfrm>
          <a:custGeom xmlns:a="http://schemas.openxmlformats.org/drawingml/2006/main">
            <a:pathLst>
              <a:path w="1769703" h="152136">
                <a:moveTo>
                  <a:pt x="0" y="149686"/>
                </a:moveTo>
                <a:lnTo>
                  <a:pt x="57485" y="0"/>
                </a:lnTo>
                <a:lnTo>
                  <a:pt x="78825" y="0"/>
                </a:lnTo>
                <a:lnTo>
                  <a:pt x="140088" y="149686"/>
                </a:lnTo>
                <a:lnTo>
                  <a:pt x="117523" y="149686"/>
                </a:lnTo>
                <a:lnTo>
                  <a:pt x="100063" y="104555"/>
                </a:lnTo>
                <a:lnTo>
                  <a:pt x="37472" y="104555"/>
                </a:lnTo>
                <a:lnTo>
                  <a:pt x="21034" y="149686"/>
                </a:lnTo>
                <a:lnTo>
                  <a:pt x="0" y="149686"/>
                </a:lnTo>
                <a:moveTo>
                  <a:pt x="43190" y="88219"/>
                </a:moveTo>
                <a:lnTo>
                  <a:pt x="93936" y="88219"/>
                </a:lnTo>
                <a:lnTo>
                  <a:pt x="78314" y="46764"/>
                </a:lnTo>
                <a:cubicBezTo>
                  <a:pt x="73550" y="34171"/>
                  <a:pt x="70010" y="23824"/>
                  <a:pt x="67696" y="15724"/>
                </a:cubicBezTo>
                <a:cubicBezTo>
                  <a:pt x="65790" y="25322"/>
                  <a:pt x="63101" y="34852"/>
                  <a:pt x="59629" y="44313"/>
                </a:cubicBezTo>
                <a:lnTo>
                  <a:pt x="43190" y="88219"/>
                </a:lnTo>
                <a:close/>
                <a:moveTo>
                  <a:pt x="224545" y="149686"/>
                </a:moveTo>
                <a:lnTo>
                  <a:pt x="224545" y="136004"/>
                </a:lnTo>
                <a:cubicBezTo>
                  <a:pt x="217670" y="146759"/>
                  <a:pt x="207562" y="152136"/>
                  <a:pt x="194220" y="152136"/>
                </a:cubicBezTo>
                <a:cubicBezTo>
                  <a:pt x="185575" y="152136"/>
                  <a:pt x="177628" y="149754"/>
                  <a:pt x="170378" y="144989"/>
                </a:cubicBezTo>
                <a:cubicBezTo>
                  <a:pt x="163129" y="140224"/>
                  <a:pt x="157513" y="133570"/>
                  <a:pt x="153531" y="125027"/>
                </a:cubicBezTo>
                <a:cubicBezTo>
                  <a:pt x="149549" y="116485"/>
                  <a:pt x="147558" y="106666"/>
                  <a:pt x="147558" y="95570"/>
                </a:cubicBezTo>
                <a:cubicBezTo>
                  <a:pt x="147558" y="84747"/>
                  <a:pt x="149362" y="74928"/>
                  <a:pt x="152970" y="66113"/>
                </a:cubicBezTo>
                <a:cubicBezTo>
                  <a:pt x="156577" y="57298"/>
                  <a:pt x="161989" y="50542"/>
                  <a:pt x="169204" y="45845"/>
                </a:cubicBezTo>
                <a:cubicBezTo>
                  <a:pt x="176420" y="41148"/>
                  <a:pt x="184486" y="38800"/>
                  <a:pt x="193403" y="38800"/>
                </a:cubicBezTo>
                <a:cubicBezTo>
                  <a:pt x="199938" y="38800"/>
                  <a:pt x="205758" y="40178"/>
                  <a:pt x="210863" y="42935"/>
                </a:cubicBezTo>
                <a:cubicBezTo>
                  <a:pt x="215968" y="45692"/>
                  <a:pt x="220121" y="49283"/>
                  <a:pt x="223320" y="53707"/>
                </a:cubicBezTo>
                <a:lnTo>
                  <a:pt x="223320" y="0"/>
                </a:lnTo>
                <a:lnTo>
                  <a:pt x="241597" y="0"/>
                </a:lnTo>
                <a:lnTo>
                  <a:pt x="241597" y="149686"/>
                </a:lnTo>
                <a:lnTo>
                  <a:pt x="224545" y="149686"/>
                </a:lnTo>
                <a:moveTo>
                  <a:pt x="166447" y="95519"/>
                </a:moveTo>
                <a:cubicBezTo>
                  <a:pt x="166447" y="109354"/>
                  <a:pt x="169374" y="119697"/>
                  <a:pt x="175228" y="126546"/>
                </a:cubicBezTo>
                <a:cubicBezTo>
                  <a:pt x="181082" y="133396"/>
                  <a:pt x="187992" y="136820"/>
                  <a:pt x="195956" y="136820"/>
                </a:cubicBezTo>
                <a:cubicBezTo>
                  <a:pt x="203988" y="136820"/>
                  <a:pt x="210812" y="133549"/>
                  <a:pt x="216428" y="127006"/>
                </a:cubicBezTo>
                <a:cubicBezTo>
                  <a:pt x="222044" y="120460"/>
                  <a:pt x="224851" y="110473"/>
                  <a:pt x="224851" y="97044"/>
                </a:cubicBezTo>
                <a:cubicBezTo>
                  <a:pt x="224851" y="82260"/>
                  <a:pt x="221992" y="71410"/>
                  <a:pt x="216275" y="64492"/>
                </a:cubicBezTo>
                <a:cubicBezTo>
                  <a:pt x="210557" y="57574"/>
                  <a:pt x="203511" y="54116"/>
                  <a:pt x="195139" y="54116"/>
                </a:cubicBezTo>
                <a:cubicBezTo>
                  <a:pt x="186970" y="54116"/>
                  <a:pt x="180146" y="57439"/>
                  <a:pt x="174667" y="64087"/>
                </a:cubicBezTo>
                <a:cubicBezTo>
                  <a:pt x="169187" y="70732"/>
                  <a:pt x="166447" y="81210"/>
                  <a:pt x="166447" y="95519"/>
                </a:cubicBezTo>
                <a:close/>
                <a:moveTo>
                  <a:pt x="301418" y="149686"/>
                </a:moveTo>
                <a:lnTo>
                  <a:pt x="260167" y="41250"/>
                </a:lnTo>
                <a:lnTo>
                  <a:pt x="279567" y="41250"/>
                </a:lnTo>
                <a:lnTo>
                  <a:pt x="302847" y="106189"/>
                </a:lnTo>
                <a:cubicBezTo>
                  <a:pt x="305366" y="113200"/>
                  <a:pt x="307680" y="120484"/>
                  <a:pt x="309790" y="128039"/>
                </a:cubicBezTo>
                <a:cubicBezTo>
                  <a:pt x="311424" y="122322"/>
                  <a:pt x="313704" y="115447"/>
                  <a:pt x="316631" y="107414"/>
                </a:cubicBezTo>
                <a:lnTo>
                  <a:pt x="340728" y="41250"/>
                </a:lnTo>
                <a:lnTo>
                  <a:pt x="359618" y="41250"/>
                </a:lnTo>
                <a:lnTo>
                  <a:pt x="318571" y="149686"/>
                </a:lnTo>
                <a:lnTo>
                  <a:pt x="301418" y="149686"/>
                </a:lnTo>
                <a:close/>
                <a:moveTo>
                  <a:pt x="447991" y="114766"/>
                </a:moveTo>
                <a:lnTo>
                  <a:pt x="466983" y="117114"/>
                </a:lnTo>
                <a:cubicBezTo>
                  <a:pt x="463988" y="128210"/>
                  <a:pt x="458440" y="136820"/>
                  <a:pt x="450340" y="142947"/>
                </a:cubicBezTo>
                <a:cubicBezTo>
                  <a:pt x="442239" y="149073"/>
                  <a:pt x="431893" y="152136"/>
                  <a:pt x="419300" y="152136"/>
                </a:cubicBezTo>
                <a:cubicBezTo>
                  <a:pt x="403440" y="152136"/>
                  <a:pt x="390864" y="147252"/>
                  <a:pt x="381572" y="137484"/>
                </a:cubicBezTo>
                <a:cubicBezTo>
                  <a:pt x="372281" y="127716"/>
                  <a:pt x="367635" y="114017"/>
                  <a:pt x="367635" y="96387"/>
                </a:cubicBezTo>
                <a:cubicBezTo>
                  <a:pt x="367635" y="78144"/>
                  <a:pt x="372332" y="63986"/>
                  <a:pt x="381725" y="53911"/>
                </a:cubicBezTo>
                <a:cubicBezTo>
                  <a:pt x="391119" y="43837"/>
                  <a:pt x="403303" y="38800"/>
                  <a:pt x="418279" y="38800"/>
                </a:cubicBezTo>
                <a:cubicBezTo>
                  <a:pt x="432778" y="38800"/>
                  <a:pt x="444622" y="43727"/>
                  <a:pt x="453811" y="53583"/>
                </a:cubicBezTo>
                <a:cubicBezTo>
                  <a:pt x="463001" y="63436"/>
                  <a:pt x="467595" y="77299"/>
                  <a:pt x="467595" y="95171"/>
                </a:cubicBezTo>
                <a:cubicBezTo>
                  <a:pt x="467595" y="96258"/>
                  <a:pt x="467561" y="97889"/>
                  <a:pt x="467493" y="100063"/>
                </a:cubicBezTo>
                <a:lnTo>
                  <a:pt x="386626" y="100063"/>
                </a:lnTo>
                <a:cubicBezTo>
                  <a:pt x="387307" y="111941"/>
                  <a:pt x="390677" y="121037"/>
                  <a:pt x="396735" y="127350"/>
                </a:cubicBezTo>
                <a:cubicBezTo>
                  <a:pt x="402793" y="133664"/>
                  <a:pt x="410349" y="136820"/>
                  <a:pt x="419402" y="136820"/>
                </a:cubicBezTo>
                <a:cubicBezTo>
                  <a:pt x="426141" y="136820"/>
                  <a:pt x="431893" y="135068"/>
                  <a:pt x="436658" y="131562"/>
                </a:cubicBezTo>
                <a:cubicBezTo>
                  <a:pt x="441423" y="128054"/>
                  <a:pt x="445200" y="122456"/>
                  <a:pt x="447991" y="114766"/>
                </a:cubicBezTo>
                <a:moveTo>
                  <a:pt x="387647" y="84747"/>
                </a:moveTo>
                <a:lnTo>
                  <a:pt x="448196" y="84747"/>
                </a:lnTo>
                <a:cubicBezTo>
                  <a:pt x="447379" y="75775"/>
                  <a:pt x="445064" y="69045"/>
                  <a:pt x="441252" y="64559"/>
                </a:cubicBezTo>
                <a:cubicBezTo>
                  <a:pt x="435398" y="57597"/>
                  <a:pt x="427809" y="54116"/>
                  <a:pt x="418483" y="54116"/>
                </a:cubicBezTo>
                <a:cubicBezTo>
                  <a:pt x="410042" y="54116"/>
                  <a:pt x="402946" y="56895"/>
                  <a:pt x="397194" y="62453"/>
                </a:cubicBezTo>
                <a:cubicBezTo>
                  <a:pt x="391442" y="68009"/>
                  <a:pt x="388260" y="75441"/>
                  <a:pt x="387647" y="84747"/>
                </a:cubicBezTo>
                <a:close/>
                <a:moveTo>
                  <a:pt x="490659" y="149686"/>
                </a:moveTo>
                <a:lnTo>
                  <a:pt x="490659" y="41250"/>
                </a:lnTo>
                <a:lnTo>
                  <a:pt x="507200" y="41250"/>
                </a:lnTo>
                <a:lnTo>
                  <a:pt x="507200" y="57587"/>
                </a:lnTo>
                <a:cubicBezTo>
                  <a:pt x="511420" y="49938"/>
                  <a:pt x="515317" y="44894"/>
                  <a:pt x="518891" y="42456"/>
                </a:cubicBezTo>
                <a:cubicBezTo>
                  <a:pt x="522465" y="40019"/>
                  <a:pt x="526396" y="38800"/>
                  <a:pt x="530684" y="38800"/>
                </a:cubicBezTo>
                <a:cubicBezTo>
                  <a:pt x="536878" y="38800"/>
                  <a:pt x="543175" y="40765"/>
                  <a:pt x="549573" y="44696"/>
                </a:cubicBezTo>
                <a:lnTo>
                  <a:pt x="543243" y="61671"/>
                </a:lnTo>
                <a:cubicBezTo>
                  <a:pt x="538750" y="59017"/>
                  <a:pt x="534258" y="57689"/>
                  <a:pt x="529765" y="57689"/>
                </a:cubicBezTo>
                <a:cubicBezTo>
                  <a:pt x="525749" y="57689"/>
                  <a:pt x="522141" y="58900"/>
                  <a:pt x="518942" y="61320"/>
                </a:cubicBezTo>
                <a:cubicBezTo>
                  <a:pt x="515743" y="63739"/>
                  <a:pt x="513462" y="67095"/>
                  <a:pt x="512101" y="71387"/>
                </a:cubicBezTo>
                <a:cubicBezTo>
                  <a:pt x="510059" y="77928"/>
                  <a:pt x="509038" y="85083"/>
                  <a:pt x="509038" y="92852"/>
                </a:cubicBezTo>
                <a:lnTo>
                  <a:pt x="509038" y="149686"/>
                </a:lnTo>
                <a:lnTo>
                  <a:pt x="490659" y="149686"/>
                </a:lnTo>
                <a:close/>
                <a:moveTo>
                  <a:pt x="552518" y="117216"/>
                </a:moveTo>
                <a:lnTo>
                  <a:pt x="570693" y="114357"/>
                </a:lnTo>
                <a:cubicBezTo>
                  <a:pt x="571714" y="121609"/>
                  <a:pt x="574556" y="127166"/>
                  <a:pt x="579218" y="131029"/>
                </a:cubicBezTo>
                <a:cubicBezTo>
                  <a:pt x="583881" y="134890"/>
                  <a:pt x="590399" y="136820"/>
                  <a:pt x="598771" y="136820"/>
                </a:cubicBezTo>
                <a:cubicBezTo>
                  <a:pt x="607212" y="136820"/>
                  <a:pt x="613475" y="135116"/>
                  <a:pt x="617559" y="131706"/>
                </a:cubicBezTo>
                <a:cubicBezTo>
                  <a:pt x="621643" y="128294"/>
                  <a:pt x="623685" y="124292"/>
                  <a:pt x="623685" y="119702"/>
                </a:cubicBezTo>
                <a:cubicBezTo>
                  <a:pt x="623685" y="115582"/>
                  <a:pt x="621881" y="112340"/>
                  <a:pt x="618274" y="109976"/>
                </a:cubicBezTo>
                <a:cubicBezTo>
                  <a:pt x="615755" y="108356"/>
                  <a:pt x="609492" y="106295"/>
                  <a:pt x="599486" y="103796"/>
                </a:cubicBezTo>
                <a:cubicBezTo>
                  <a:pt x="586008" y="100390"/>
                  <a:pt x="576666" y="97444"/>
                  <a:pt x="571458" y="94958"/>
                </a:cubicBezTo>
                <a:cubicBezTo>
                  <a:pt x="566251" y="92471"/>
                  <a:pt x="562303" y="89030"/>
                  <a:pt x="559614" y="84635"/>
                </a:cubicBezTo>
                <a:cubicBezTo>
                  <a:pt x="556926" y="80241"/>
                  <a:pt x="555581" y="75386"/>
                  <a:pt x="555581" y="70073"/>
                </a:cubicBezTo>
                <a:cubicBezTo>
                  <a:pt x="555581" y="65235"/>
                  <a:pt x="556687" y="60756"/>
                  <a:pt x="558900" y="56633"/>
                </a:cubicBezTo>
                <a:cubicBezTo>
                  <a:pt x="561112" y="52511"/>
                  <a:pt x="564124" y="49087"/>
                  <a:pt x="567936" y="46362"/>
                </a:cubicBezTo>
                <a:cubicBezTo>
                  <a:pt x="570795" y="44250"/>
                  <a:pt x="574692" y="42462"/>
                  <a:pt x="579627" y="40998"/>
                </a:cubicBezTo>
                <a:cubicBezTo>
                  <a:pt x="584562" y="39533"/>
                  <a:pt x="589854" y="38800"/>
                  <a:pt x="595504" y="38800"/>
                </a:cubicBezTo>
                <a:cubicBezTo>
                  <a:pt x="604013" y="38800"/>
                  <a:pt x="611484" y="40034"/>
                  <a:pt x="617916" y="42501"/>
                </a:cubicBezTo>
                <a:cubicBezTo>
                  <a:pt x="624349" y="44967"/>
                  <a:pt x="629097" y="48307"/>
                  <a:pt x="632160" y="52523"/>
                </a:cubicBezTo>
                <a:cubicBezTo>
                  <a:pt x="635223" y="56737"/>
                  <a:pt x="637333" y="62373"/>
                  <a:pt x="638490" y="69431"/>
                </a:cubicBezTo>
                <a:lnTo>
                  <a:pt x="620520" y="71882"/>
                </a:lnTo>
                <a:cubicBezTo>
                  <a:pt x="619703" y="66300"/>
                  <a:pt x="617338" y="61944"/>
                  <a:pt x="613424" y="58812"/>
                </a:cubicBezTo>
                <a:cubicBezTo>
                  <a:pt x="609510" y="55681"/>
                  <a:pt x="603979" y="54116"/>
                  <a:pt x="596831" y="54116"/>
                </a:cubicBezTo>
                <a:cubicBezTo>
                  <a:pt x="588391" y="54116"/>
                  <a:pt x="582367" y="55505"/>
                  <a:pt x="578759" y="58283"/>
                </a:cubicBezTo>
                <a:cubicBezTo>
                  <a:pt x="575151" y="61059"/>
                  <a:pt x="573347" y="64310"/>
                  <a:pt x="573347" y="68037"/>
                </a:cubicBezTo>
                <a:cubicBezTo>
                  <a:pt x="573347" y="70407"/>
                  <a:pt x="574096" y="72540"/>
                  <a:pt x="575594" y="74438"/>
                </a:cubicBezTo>
                <a:cubicBezTo>
                  <a:pt x="577091" y="76401"/>
                  <a:pt x="579440" y="78026"/>
                  <a:pt x="582639" y="79313"/>
                </a:cubicBezTo>
                <a:cubicBezTo>
                  <a:pt x="584477" y="79992"/>
                  <a:pt x="589888" y="81550"/>
                  <a:pt x="598874" y="83988"/>
                </a:cubicBezTo>
                <a:cubicBezTo>
                  <a:pt x="611875" y="87457"/>
                  <a:pt x="620945" y="90297"/>
                  <a:pt x="626085" y="92507"/>
                </a:cubicBezTo>
                <a:cubicBezTo>
                  <a:pt x="631224" y="94717"/>
                  <a:pt x="635257" y="97931"/>
                  <a:pt x="638184" y="102150"/>
                </a:cubicBezTo>
                <a:cubicBezTo>
                  <a:pt x="641111" y="106366"/>
                  <a:pt x="642574" y="111602"/>
                  <a:pt x="642574" y="117858"/>
                </a:cubicBezTo>
                <a:cubicBezTo>
                  <a:pt x="642574" y="123980"/>
                  <a:pt x="640788" y="129744"/>
                  <a:pt x="637214" y="135152"/>
                </a:cubicBezTo>
                <a:cubicBezTo>
                  <a:pt x="633640" y="140557"/>
                  <a:pt x="628484" y="144739"/>
                  <a:pt x="621745" y="147698"/>
                </a:cubicBezTo>
                <a:cubicBezTo>
                  <a:pt x="615006" y="150657"/>
                  <a:pt x="607382" y="152136"/>
                  <a:pt x="598874" y="152136"/>
                </a:cubicBezTo>
                <a:cubicBezTo>
                  <a:pt x="584783" y="152136"/>
                  <a:pt x="574045" y="149201"/>
                  <a:pt x="566660" y="143330"/>
                </a:cubicBezTo>
                <a:cubicBezTo>
                  <a:pt x="559274" y="137459"/>
                  <a:pt x="554560" y="128754"/>
                  <a:pt x="552518" y="117216"/>
                </a:cubicBezTo>
                <a:close/>
                <a:moveTo>
                  <a:pt x="735184" y="136297"/>
                </a:moveTo>
                <a:cubicBezTo>
                  <a:pt x="728377" y="142087"/>
                  <a:pt x="721825" y="146175"/>
                  <a:pt x="715528" y="148559"/>
                </a:cubicBezTo>
                <a:cubicBezTo>
                  <a:pt x="709232" y="150944"/>
                  <a:pt x="702476" y="152136"/>
                  <a:pt x="695261" y="152136"/>
                </a:cubicBezTo>
                <a:cubicBezTo>
                  <a:pt x="683348" y="152136"/>
                  <a:pt x="674193" y="149224"/>
                  <a:pt x="667794" y="143400"/>
                </a:cubicBezTo>
                <a:cubicBezTo>
                  <a:pt x="661396" y="137576"/>
                  <a:pt x="658196" y="130134"/>
                  <a:pt x="658196" y="121074"/>
                </a:cubicBezTo>
                <a:cubicBezTo>
                  <a:pt x="658196" y="115762"/>
                  <a:pt x="659405" y="110910"/>
                  <a:pt x="661821" y="106518"/>
                </a:cubicBezTo>
                <a:cubicBezTo>
                  <a:pt x="664238" y="102123"/>
                  <a:pt x="667403" y="98597"/>
                  <a:pt x="671317" y="95940"/>
                </a:cubicBezTo>
                <a:cubicBezTo>
                  <a:pt x="675231" y="93283"/>
                  <a:pt x="679639" y="91274"/>
                  <a:pt x="684540" y="89913"/>
                </a:cubicBezTo>
                <a:cubicBezTo>
                  <a:pt x="688147" y="88958"/>
                  <a:pt x="693593" y="88038"/>
                  <a:pt x="700876" y="87153"/>
                </a:cubicBezTo>
                <a:cubicBezTo>
                  <a:pt x="715716" y="85396"/>
                  <a:pt x="726641" y="83301"/>
                  <a:pt x="733652" y="80867"/>
                </a:cubicBezTo>
                <a:cubicBezTo>
                  <a:pt x="733720" y="78359"/>
                  <a:pt x="733754" y="76766"/>
                  <a:pt x="733754" y="76087"/>
                </a:cubicBezTo>
                <a:cubicBezTo>
                  <a:pt x="733754" y="68627"/>
                  <a:pt x="732018" y="63372"/>
                  <a:pt x="728547" y="60322"/>
                </a:cubicBezTo>
                <a:cubicBezTo>
                  <a:pt x="723850" y="56184"/>
                  <a:pt x="716873" y="54116"/>
                  <a:pt x="707615" y="54116"/>
                </a:cubicBezTo>
                <a:cubicBezTo>
                  <a:pt x="698970" y="54116"/>
                  <a:pt x="692589" y="55630"/>
                  <a:pt x="688471" y="58659"/>
                </a:cubicBezTo>
                <a:cubicBezTo>
                  <a:pt x="684352" y="61688"/>
                  <a:pt x="681306" y="67049"/>
                  <a:pt x="679332" y="74741"/>
                </a:cubicBezTo>
                <a:lnTo>
                  <a:pt x="661362" y="72290"/>
                </a:lnTo>
                <a:cubicBezTo>
                  <a:pt x="662995" y="64575"/>
                  <a:pt x="665684" y="58344"/>
                  <a:pt x="669428" y="53599"/>
                </a:cubicBezTo>
                <a:cubicBezTo>
                  <a:pt x="673172" y="48853"/>
                  <a:pt x="678583" y="45201"/>
                  <a:pt x="685663" y="42642"/>
                </a:cubicBezTo>
                <a:cubicBezTo>
                  <a:pt x="692742" y="40080"/>
                  <a:pt x="700944" y="38800"/>
                  <a:pt x="710270" y="38800"/>
                </a:cubicBezTo>
                <a:cubicBezTo>
                  <a:pt x="719527" y="38800"/>
                  <a:pt x="727049" y="39889"/>
                  <a:pt x="732835" y="42067"/>
                </a:cubicBezTo>
                <a:cubicBezTo>
                  <a:pt x="738621" y="44245"/>
                  <a:pt x="742875" y="46985"/>
                  <a:pt x="745598" y="50287"/>
                </a:cubicBezTo>
                <a:cubicBezTo>
                  <a:pt x="748321" y="53588"/>
                  <a:pt x="750227" y="57757"/>
                  <a:pt x="751316" y="62794"/>
                </a:cubicBezTo>
                <a:cubicBezTo>
                  <a:pt x="751929" y="65926"/>
                  <a:pt x="752235" y="71575"/>
                  <a:pt x="752235" y="79744"/>
                </a:cubicBezTo>
                <a:lnTo>
                  <a:pt x="752235" y="104249"/>
                </a:lnTo>
                <a:cubicBezTo>
                  <a:pt x="752235" y="121335"/>
                  <a:pt x="752626" y="132141"/>
                  <a:pt x="753409" y="136667"/>
                </a:cubicBezTo>
                <a:cubicBezTo>
                  <a:pt x="754192" y="141194"/>
                  <a:pt x="755741" y="145533"/>
                  <a:pt x="758055" y="149686"/>
                </a:cubicBezTo>
                <a:lnTo>
                  <a:pt x="738859" y="149686"/>
                </a:lnTo>
                <a:cubicBezTo>
                  <a:pt x="736953" y="145870"/>
                  <a:pt x="735728" y="141407"/>
                  <a:pt x="735184" y="136297"/>
                </a:cubicBezTo>
                <a:moveTo>
                  <a:pt x="733652" y="95162"/>
                </a:moveTo>
                <a:cubicBezTo>
                  <a:pt x="726981" y="97908"/>
                  <a:pt x="716975" y="100241"/>
                  <a:pt x="703633" y="102162"/>
                </a:cubicBezTo>
                <a:cubicBezTo>
                  <a:pt x="696077" y="103256"/>
                  <a:pt x="690734" y="104486"/>
                  <a:pt x="687603" y="105854"/>
                </a:cubicBezTo>
                <a:cubicBezTo>
                  <a:pt x="684471" y="107220"/>
                  <a:pt x="682055" y="109219"/>
                  <a:pt x="680353" y="111853"/>
                </a:cubicBezTo>
                <a:cubicBezTo>
                  <a:pt x="678652" y="114484"/>
                  <a:pt x="677801" y="117406"/>
                  <a:pt x="677801" y="120618"/>
                </a:cubicBezTo>
                <a:cubicBezTo>
                  <a:pt x="677801" y="125538"/>
                  <a:pt x="679656" y="129639"/>
                  <a:pt x="683365" y="132921"/>
                </a:cubicBezTo>
                <a:cubicBezTo>
                  <a:pt x="687075" y="136201"/>
                  <a:pt x="692504" y="137842"/>
                  <a:pt x="699651" y="137842"/>
                </a:cubicBezTo>
                <a:cubicBezTo>
                  <a:pt x="706730" y="137842"/>
                  <a:pt x="713027" y="136286"/>
                  <a:pt x="718540" y="133173"/>
                </a:cubicBezTo>
                <a:cubicBezTo>
                  <a:pt x="724054" y="130061"/>
                  <a:pt x="728104" y="125804"/>
                  <a:pt x="730691" y="120401"/>
                </a:cubicBezTo>
                <a:cubicBezTo>
                  <a:pt x="732665" y="116227"/>
                  <a:pt x="733652" y="110071"/>
                  <a:pt x="733652" y="101933"/>
                </a:cubicBezTo>
                <a:lnTo>
                  <a:pt x="733652" y="95162"/>
                </a:lnTo>
                <a:close/>
                <a:moveTo>
                  <a:pt x="781322" y="149686"/>
                </a:moveTo>
                <a:lnTo>
                  <a:pt x="781322" y="41250"/>
                </a:lnTo>
                <a:lnTo>
                  <a:pt x="797863" y="41250"/>
                </a:lnTo>
                <a:lnTo>
                  <a:pt x="797863" y="57587"/>
                </a:lnTo>
                <a:cubicBezTo>
                  <a:pt x="802084" y="49938"/>
                  <a:pt x="805981" y="44894"/>
                  <a:pt x="809554" y="42456"/>
                </a:cubicBezTo>
                <a:cubicBezTo>
                  <a:pt x="813128" y="40019"/>
                  <a:pt x="817059" y="38800"/>
                  <a:pt x="821348" y="38800"/>
                </a:cubicBezTo>
                <a:cubicBezTo>
                  <a:pt x="827542" y="38800"/>
                  <a:pt x="833838" y="40765"/>
                  <a:pt x="840237" y="44696"/>
                </a:cubicBezTo>
                <a:lnTo>
                  <a:pt x="833906" y="61671"/>
                </a:lnTo>
                <a:cubicBezTo>
                  <a:pt x="829414" y="59017"/>
                  <a:pt x="824921" y="57689"/>
                  <a:pt x="820429" y="57689"/>
                </a:cubicBezTo>
                <a:cubicBezTo>
                  <a:pt x="816412" y="57689"/>
                  <a:pt x="812805" y="58900"/>
                  <a:pt x="809606" y="61320"/>
                </a:cubicBezTo>
                <a:cubicBezTo>
                  <a:pt x="806406" y="63739"/>
                  <a:pt x="804126" y="67095"/>
                  <a:pt x="802764" y="71387"/>
                </a:cubicBezTo>
                <a:cubicBezTo>
                  <a:pt x="800722" y="77928"/>
                  <a:pt x="799701" y="85083"/>
                  <a:pt x="799701" y="92852"/>
                </a:cubicBezTo>
                <a:lnTo>
                  <a:pt x="799701" y="149686"/>
                </a:lnTo>
                <a:lnTo>
                  <a:pt x="781322" y="149686"/>
                </a:lnTo>
                <a:close/>
                <a:moveTo>
                  <a:pt x="850636" y="21238"/>
                </a:moveTo>
                <a:lnTo>
                  <a:pt x="850636" y="0"/>
                </a:lnTo>
                <a:lnTo>
                  <a:pt x="869015" y="0"/>
                </a:lnTo>
                <a:lnTo>
                  <a:pt x="869015" y="21238"/>
                </a:lnTo>
                <a:lnTo>
                  <a:pt x="850636" y="21238"/>
                </a:lnTo>
                <a:moveTo>
                  <a:pt x="850636" y="149686"/>
                </a:moveTo>
                <a:lnTo>
                  <a:pt x="850636" y="41250"/>
                </a:lnTo>
                <a:lnTo>
                  <a:pt x="869015" y="41250"/>
                </a:lnTo>
                <a:lnTo>
                  <a:pt x="869015" y="149686"/>
                </a:lnTo>
                <a:lnTo>
                  <a:pt x="850636" y="149686"/>
                </a:lnTo>
                <a:close/>
                <a:moveTo>
                  <a:pt x="967297" y="136297"/>
                </a:moveTo>
                <a:cubicBezTo>
                  <a:pt x="960490" y="142087"/>
                  <a:pt x="953938" y="146175"/>
                  <a:pt x="947641" y="148559"/>
                </a:cubicBezTo>
                <a:cubicBezTo>
                  <a:pt x="941345" y="150944"/>
                  <a:pt x="934589" y="152136"/>
                  <a:pt x="927374" y="152136"/>
                </a:cubicBezTo>
                <a:cubicBezTo>
                  <a:pt x="915461" y="152136"/>
                  <a:pt x="906306" y="149224"/>
                  <a:pt x="899907" y="143400"/>
                </a:cubicBezTo>
                <a:cubicBezTo>
                  <a:pt x="893509" y="137576"/>
                  <a:pt x="890310" y="130134"/>
                  <a:pt x="890310" y="121074"/>
                </a:cubicBezTo>
                <a:cubicBezTo>
                  <a:pt x="890310" y="115762"/>
                  <a:pt x="891518" y="110910"/>
                  <a:pt x="893934" y="106518"/>
                </a:cubicBezTo>
                <a:cubicBezTo>
                  <a:pt x="896351" y="102123"/>
                  <a:pt x="899516" y="98597"/>
                  <a:pt x="903430" y="95940"/>
                </a:cubicBezTo>
                <a:cubicBezTo>
                  <a:pt x="907344" y="93283"/>
                  <a:pt x="911752" y="91274"/>
                  <a:pt x="916653" y="89913"/>
                </a:cubicBezTo>
                <a:cubicBezTo>
                  <a:pt x="920260" y="88958"/>
                  <a:pt x="925706" y="88038"/>
                  <a:pt x="932989" y="87153"/>
                </a:cubicBezTo>
                <a:cubicBezTo>
                  <a:pt x="947829" y="85396"/>
                  <a:pt x="958754" y="83301"/>
                  <a:pt x="965765" y="80867"/>
                </a:cubicBezTo>
                <a:cubicBezTo>
                  <a:pt x="965833" y="78359"/>
                  <a:pt x="965867" y="76766"/>
                  <a:pt x="965867" y="76087"/>
                </a:cubicBezTo>
                <a:cubicBezTo>
                  <a:pt x="965867" y="68627"/>
                  <a:pt x="964131" y="63372"/>
                  <a:pt x="960660" y="60322"/>
                </a:cubicBezTo>
                <a:cubicBezTo>
                  <a:pt x="955963" y="56184"/>
                  <a:pt x="948986" y="54116"/>
                  <a:pt x="939728" y="54116"/>
                </a:cubicBezTo>
                <a:cubicBezTo>
                  <a:pt x="931083" y="54116"/>
                  <a:pt x="924702" y="55630"/>
                  <a:pt x="920584" y="58659"/>
                </a:cubicBezTo>
                <a:cubicBezTo>
                  <a:pt x="916465" y="61688"/>
                  <a:pt x="913419" y="67049"/>
                  <a:pt x="911445" y="74741"/>
                </a:cubicBezTo>
                <a:lnTo>
                  <a:pt x="893475" y="72290"/>
                </a:lnTo>
                <a:cubicBezTo>
                  <a:pt x="895108" y="64575"/>
                  <a:pt x="897797" y="58344"/>
                  <a:pt x="901541" y="53599"/>
                </a:cubicBezTo>
                <a:cubicBezTo>
                  <a:pt x="905285" y="48853"/>
                  <a:pt x="910696" y="45201"/>
                  <a:pt x="917776" y="42642"/>
                </a:cubicBezTo>
                <a:cubicBezTo>
                  <a:pt x="924855" y="40080"/>
                  <a:pt x="933057" y="38800"/>
                  <a:pt x="942383" y="38800"/>
                </a:cubicBezTo>
                <a:cubicBezTo>
                  <a:pt x="951640" y="38800"/>
                  <a:pt x="959162" y="39889"/>
                  <a:pt x="964948" y="42067"/>
                </a:cubicBezTo>
                <a:cubicBezTo>
                  <a:pt x="970734" y="44245"/>
                  <a:pt x="974988" y="46985"/>
                  <a:pt x="977711" y="50287"/>
                </a:cubicBezTo>
                <a:cubicBezTo>
                  <a:pt x="980434" y="53588"/>
                  <a:pt x="982340" y="57757"/>
                  <a:pt x="983429" y="62794"/>
                </a:cubicBezTo>
                <a:cubicBezTo>
                  <a:pt x="984042" y="65926"/>
                  <a:pt x="984348" y="71575"/>
                  <a:pt x="984348" y="79744"/>
                </a:cubicBezTo>
                <a:lnTo>
                  <a:pt x="984348" y="104249"/>
                </a:lnTo>
                <a:cubicBezTo>
                  <a:pt x="984348" y="121335"/>
                  <a:pt x="984739" y="132141"/>
                  <a:pt x="985522" y="136667"/>
                </a:cubicBezTo>
                <a:cubicBezTo>
                  <a:pt x="986305" y="141194"/>
                  <a:pt x="987854" y="145533"/>
                  <a:pt x="990168" y="149686"/>
                </a:cubicBezTo>
                <a:lnTo>
                  <a:pt x="970972" y="149686"/>
                </a:lnTo>
                <a:cubicBezTo>
                  <a:pt x="969066" y="145870"/>
                  <a:pt x="967841" y="141407"/>
                  <a:pt x="967297" y="136297"/>
                </a:cubicBezTo>
                <a:moveTo>
                  <a:pt x="965765" y="95162"/>
                </a:moveTo>
                <a:cubicBezTo>
                  <a:pt x="959094" y="97908"/>
                  <a:pt x="949088" y="100241"/>
                  <a:pt x="935746" y="102162"/>
                </a:cubicBezTo>
                <a:cubicBezTo>
                  <a:pt x="928190" y="103256"/>
                  <a:pt x="922847" y="104486"/>
                  <a:pt x="919716" y="105854"/>
                </a:cubicBezTo>
                <a:cubicBezTo>
                  <a:pt x="916584" y="107220"/>
                  <a:pt x="914168" y="109219"/>
                  <a:pt x="912466" y="111853"/>
                </a:cubicBezTo>
                <a:cubicBezTo>
                  <a:pt x="910765" y="114484"/>
                  <a:pt x="909914" y="117406"/>
                  <a:pt x="909914" y="120618"/>
                </a:cubicBezTo>
                <a:cubicBezTo>
                  <a:pt x="909914" y="125538"/>
                  <a:pt x="911769" y="129639"/>
                  <a:pt x="915478" y="132921"/>
                </a:cubicBezTo>
                <a:cubicBezTo>
                  <a:pt x="919188" y="136201"/>
                  <a:pt x="924617" y="137842"/>
                  <a:pt x="931764" y="137842"/>
                </a:cubicBezTo>
                <a:cubicBezTo>
                  <a:pt x="938843" y="137842"/>
                  <a:pt x="945140" y="136286"/>
                  <a:pt x="950653" y="133173"/>
                </a:cubicBezTo>
                <a:cubicBezTo>
                  <a:pt x="956167" y="130061"/>
                  <a:pt x="960217" y="125804"/>
                  <a:pt x="962804" y="120401"/>
                </a:cubicBezTo>
                <a:cubicBezTo>
                  <a:pt x="964778" y="116227"/>
                  <a:pt x="965765" y="110071"/>
                  <a:pt x="965765" y="101933"/>
                </a:cubicBezTo>
                <a:lnTo>
                  <a:pt x="965765" y="95162"/>
                </a:lnTo>
                <a:close/>
                <a:moveTo>
                  <a:pt x="1013232" y="149686"/>
                </a:moveTo>
                <a:lnTo>
                  <a:pt x="1013232" y="0"/>
                </a:lnTo>
                <a:lnTo>
                  <a:pt x="1031610" y="0"/>
                </a:lnTo>
                <a:lnTo>
                  <a:pt x="1031610" y="149686"/>
                </a:lnTo>
                <a:lnTo>
                  <a:pt x="1013232" y="149686"/>
                </a:lnTo>
                <a:close/>
                <a:moveTo>
                  <a:pt x="1089467" y="149686"/>
                </a:moveTo>
                <a:lnTo>
                  <a:pt x="1146952" y="0"/>
                </a:lnTo>
                <a:lnTo>
                  <a:pt x="1168292" y="0"/>
                </a:lnTo>
                <a:lnTo>
                  <a:pt x="1229555" y="149686"/>
                </a:lnTo>
                <a:lnTo>
                  <a:pt x="1206990" y="149686"/>
                </a:lnTo>
                <a:lnTo>
                  <a:pt x="1189530" y="104555"/>
                </a:lnTo>
                <a:lnTo>
                  <a:pt x="1126940" y="104555"/>
                </a:lnTo>
                <a:lnTo>
                  <a:pt x="1110501" y="149686"/>
                </a:lnTo>
                <a:lnTo>
                  <a:pt x="1089467" y="149686"/>
                </a:lnTo>
                <a:moveTo>
                  <a:pt x="1132657" y="88219"/>
                </a:moveTo>
                <a:lnTo>
                  <a:pt x="1183403" y="88219"/>
                </a:lnTo>
                <a:lnTo>
                  <a:pt x="1167781" y="46764"/>
                </a:lnTo>
                <a:cubicBezTo>
                  <a:pt x="1163017" y="34171"/>
                  <a:pt x="1159477" y="23824"/>
                  <a:pt x="1157163" y="15724"/>
                </a:cubicBezTo>
                <a:cubicBezTo>
                  <a:pt x="1155257" y="25322"/>
                  <a:pt x="1152568" y="34852"/>
                  <a:pt x="1149096" y="44313"/>
                </a:cubicBezTo>
                <a:lnTo>
                  <a:pt x="1132657" y="88219"/>
                </a:lnTo>
                <a:close/>
                <a:moveTo>
                  <a:pt x="1283789" y="133451"/>
                </a:moveTo>
                <a:lnTo>
                  <a:pt x="1286444" y="149686"/>
                </a:lnTo>
                <a:cubicBezTo>
                  <a:pt x="1281271" y="150639"/>
                  <a:pt x="1276642" y="151115"/>
                  <a:pt x="1272558" y="151115"/>
                </a:cubicBezTo>
                <a:cubicBezTo>
                  <a:pt x="1265887" y="151115"/>
                  <a:pt x="1260714" y="150060"/>
                  <a:pt x="1257038" y="147950"/>
                </a:cubicBezTo>
                <a:cubicBezTo>
                  <a:pt x="1253362" y="145840"/>
                  <a:pt x="1250775" y="143066"/>
                  <a:pt x="1249278" y="139628"/>
                </a:cubicBezTo>
                <a:cubicBezTo>
                  <a:pt x="1247780" y="136191"/>
                  <a:pt x="1247032" y="128958"/>
                  <a:pt x="1247032" y="117931"/>
                </a:cubicBezTo>
                <a:lnTo>
                  <a:pt x="1247032" y="55545"/>
                </a:lnTo>
                <a:lnTo>
                  <a:pt x="1233554" y="55545"/>
                </a:lnTo>
                <a:lnTo>
                  <a:pt x="1233554" y="41250"/>
                </a:lnTo>
                <a:lnTo>
                  <a:pt x="1247032" y="41250"/>
                </a:lnTo>
                <a:lnTo>
                  <a:pt x="1247032" y="14323"/>
                </a:lnTo>
                <a:lnTo>
                  <a:pt x="1265308" y="3267"/>
                </a:lnTo>
                <a:lnTo>
                  <a:pt x="1265308" y="41250"/>
                </a:lnTo>
                <a:lnTo>
                  <a:pt x="1283789" y="41250"/>
                </a:lnTo>
                <a:lnTo>
                  <a:pt x="1283789" y="55545"/>
                </a:lnTo>
                <a:lnTo>
                  <a:pt x="1265308" y="55545"/>
                </a:lnTo>
                <a:lnTo>
                  <a:pt x="1265308" y="118952"/>
                </a:lnTo>
                <a:cubicBezTo>
                  <a:pt x="1265308" y="124194"/>
                  <a:pt x="1265632" y="127563"/>
                  <a:pt x="1266278" y="129061"/>
                </a:cubicBezTo>
                <a:cubicBezTo>
                  <a:pt x="1266925" y="130558"/>
                  <a:pt x="1267980" y="131749"/>
                  <a:pt x="1269444" y="132634"/>
                </a:cubicBezTo>
                <a:cubicBezTo>
                  <a:pt x="1270907" y="133519"/>
                  <a:pt x="1273000" y="133962"/>
                  <a:pt x="1275723" y="133962"/>
                </a:cubicBezTo>
                <a:cubicBezTo>
                  <a:pt x="1277765" y="133962"/>
                  <a:pt x="1280454" y="133791"/>
                  <a:pt x="1283789" y="133451"/>
                </a:cubicBezTo>
                <a:close/>
                <a:moveTo>
                  <a:pt x="1342340" y="133451"/>
                </a:moveTo>
                <a:lnTo>
                  <a:pt x="1344995" y="149686"/>
                </a:lnTo>
                <a:cubicBezTo>
                  <a:pt x="1339822" y="150639"/>
                  <a:pt x="1335193" y="151115"/>
                  <a:pt x="1331109" y="151115"/>
                </a:cubicBezTo>
                <a:cubicBezTo>
                  <a:pt x="1324438" y="151115"/>
                  <a:pt x="1319265" y="150060"/>
                  <a:pt x="1315589" y="147950"/>
                </a:cubicBezTo>
                <a:cubicBezTo>
                  <a:pt x="1311913" y="145840"/>
                  <a:pt x="1309326" y="143066"/>
                  <a:pt x="1307829" y="139628"/>
                </a:cubicBezTo>
                <a:cubicBezTo>
                  <a:pt x="1306331" y="136191"/>
                  <a:pt x="1305583" y="128958"/>
                  <a:pt x="1305583" y="117931"/>
                </a:cubicBezTo>
                <a:lnTo>
                  <a:pt x="1305583" y="55545"/>
                </a:lnTo>
                <a:lnTo>
                  <a:pt x="1292105" y="55545"/>
                </a:lnTo>
                <a:lnTo>
                  <a:pt x="1292105" y="41250"/>
                </a:lnTo>
                <a:lnTo>
                  <a:pt x="1305583" y="41250"/>
                </a:lnTo>
                <a:lnTo>
                  <a:pt x="1305583" y="14323"/>
                </a:lnTo>
                <a:lnTo>
                  <a:pt x="1323859" y="3267"/>
                </a:lnTo>
                <a:lnTo>
                  <a:pt x="1323859" y="41250"/>
                </a:lnTo>
                <a:lnTo>
                  <a:pt x="1342340" y="41250"/>
                </a:lnTo>
                <a:lnTo>
                  <a:pt x="1342340" y="55545"/>
                </a:lnTo>
                <a:lnTo>
                  <a:pt x="1323859" y="55545"/>
                </a:lnTo>
                <a:lnTo>
                  <a:pt x="1323859" y="118952"/>
                </a:lnTo>
                <a:cubicBezTo>
                  <a:pt x="1323859" y="124194"/>
                  <a:pt x="1324183" y="127563"/>
                  <a:pt x="1324829" y="129061"/>
                </a:cubicBezTo>
                <a:cubicBezTo>
                  <a:pt x="1325476" y="130558"/>
                  <a:pt x="1326531" y="131749"/>
                  <a:pt x="1327995" y="132634"/>
                </a:cubicBezTo>
                <a:cubicBezTo>
                  <a:pt x="1329458" y="133519"/>
                  <a:pt x="1331551" y="133962"/>
                  <a:pt x="1334274" y="133962"/>
                </a:cubicBezTo>
                <a:cubicBezTo>
                  <a:pt x="1336316" y="133962"/>
                  <a:pt x="1339005" y="133791"/>
                  <a:pt x="1342340" y="133451"/>
                </a:cubicBezTo>
                <a:close/>
                <a:moveTo>
                  <a:pt x="1431523" y="136297"/>
                </a:moveTo>
                <a:cubicBezTo>
                  <a:pt x="1424716" y="142087"/>
                  <a:pt x="1418164" y="146175"/>
                  <a:pt x="1411868" y="148559"/>
                </a:cubicBezTo>
                <a:cubicBezTo>
                  <a:pt x="1405572" y="150944"/>
                  <a:pt x="1398816" y="152136"/>
                  <a:pt x="1391600" y="152136"/>
                </a:cubicBezTo>
                <a:cubicBezTo>
                  <a:pt x="1379688" y="152136"/>
                  <a:pt x="1370533" y="149224"/>
                  <a:pt x="1364134" y="143400"/>
                </a:cubicBezTo>
                <a:cubicBezTo>
                  <a:pt x="1357735" y="137576"/>
                  <a:pt x="1354536" y="130134"/>
                  <a:pt x="1354536" y="121074"/>
                </a:cubicBezTo>
                <a:cubicBezTo>
                  <a:pt x="1354536" y="115762"/>
                  <a:pt x="1355744" y="110910"/>
                  <a:pt x="1358161" y="106518"/>
                </a:cubicBezTo>
                <a:cubicBezTo>
                  <a:pt x="1360577" y="102123"/>
                  <a:pt x="1363743" y="98597"/>
                  <a:pt x="1367657" y="95940"/>
                </a:cubicBezTo>
                <a:cubicBezTo>
                  <a:pt x="1371571" y="93283"/>
                  <a:pt x="1375978" y="91274"/>
                  <a:pt x="1380879" y="89913"/>
                </a:cubicBezTo>
                <a:cubicBezTo>
                  <a:pt x="1384487" y="88958"/>
                  <a:pt x="1389932" y="88038"/>
                  <a:pt x="1397216" y="87153"/>
                </a:cubicBezTo>
                <a:cubicBezTo>
                  <a:pt x="1412055" y="85396"/>
                  <a:pt x="1422980" y="83301"/>
                  <a:pt x="1429992" y="80867"/>
                </a:cubicBezTo>
                <a:cubicBezTo>
                  <a:pt x="1430060" y="78359"/>
                  <a:pt x="1430094" y="76766"/>
                  <a:pt x="1430094" y="76087"/>
                </a:cubicBezTo>
                <a:cubicBezTo>
                  <a:pt x="1430094" y="68627"/>
                  <a:pt x="1428358" y="63372"/>
                  <a:pt x="1424886" y="60322"/>
                </a:cubicBezTo>
                <a:cubicBezTo>
                  <a:pt x="1420190" y="56184"/>
                  <a:pt x="1413212" y="54116"/>
                  <a:pt x="1403955" y="54116"/>
                </a:cubicBezTo>
                <a:cubicBezTo>
                  <a:pt x="1395310" y="54116"/>
                  <a:pt x="1388928" y="55630"/>
                  <a:pt x="1384810" y="58659"/>
                </a:cubicBezTo>
                <a:cubicBezTo>
                  <a:pt x="1380692" y="61688"/>
                  <a:pt x="1377646" y="67049"/>
                  <a:pt x="1375672" y="74741"/>
                </a:cubicBezTo>
                <a:lnTo>
                  <a:pt x="1357701" y="72290"/>
                </a:lnTo>
                <a:cubicBezTo>
                  <a:pt x="1359335" y="64575"/>
                  <a:pt x="1362024" y="58344"/>
                  <a:pt x="1365768" y="53599"/>
                </a:cubicBezTo>
                <a:cubicBezTo>
                  <a:pt x="1369511" y="48853"/>
                  <a:pt x="1374923" y="45201"/>
                  <a:pt x="1382002" y="42642"/>
                </a:cubicBezTo>
                <a:cubicBezTo>
                  <a:pt x="1389082" y="40080"/>
                  <a:pt x="1397284" y="38800"/>
                  <a:pt x="1406610" y="38800"/>
                </a:cubicBezTo>
                <a:cubicBezTo>
                  <a:pt x="1415867" y="38800"/>
                  <a:pt x="1423389" y="39889"/>
                  <a:pt x="1429175" y="42067"/>
                </a:cubicBezTo>
                <a:cubicBezTo>
                  <a:pt x="1434961" y="44245"/>
                  <a:pt x="1439215" y="46985"/>
                  <a:pt x="1441938" y="50287"/>
                </a:cubicBezTo>
                <a:cubicBezTo>
                  <a:pt x="1444661" y="53588"/>
                  <a:pt x="1446567" y="57757"/>
                  <a:pt x="1447656" y="62794"/>
                </a:cubicBezTo>
                <a:cubicBezTo>
                  <a:pt x="1448268" y="65926"/>
                  <a:pt x="1448575" y="71575"/>
                  <a:pt x="1448575" y="79744"/>
                </a:cubicBezTo>
                <a:lnTo>
                  <a:pt x="1448575" y="104249"/>
                </a:lnTo>
                <a:cubicBezTo>
                  <a:pt x="1448575" y="121335"/>
                  <a:pt x="1448966" y="132141"/>
                  <a:pt x="1449749" y="136667"/>
                </a:cubicBezTo>
                <a:cubicBezTo>
                  <a:pt x="1450532" y="141194"/>
                  <a:pt x="1452080" y="145533"/>
                  <a:pt x="1454395" y="149686"/>
                </a:cubicBezTo>
                <a:lnTo>
                  <a:pt x="1435199" y="149686"/>
                </a:lnTo>
                <a:cubicBezTo>
                  <a:pt x="1433293" y="145870"/>
                  <a:pt x="1432068" y="141407"/>
                  <a:pt x="1431523" y="136297"/>
                </a:cubicBezTo>
                <a:moveTo>
                  <a:pt x="1429992" y="95162"/>
                </a:moveTo>
                <a:cubicBezTo>
                  <a:pt x="1423321" y="97908"/>
                  <a:pt x="1413314" y="100241"/>
                  <a:pt x="1399973" y="102162"/>
                </a:cubicBezTo>
                <a:cubicBezTo>
                  <a:pt x="1392417" y="103256"/>
                  <a:pt x="1387074" y="104486"/>
                  <a:pt x="1383942" y="105854"/>
                </a:cubicBezTo>
                <a:cubicBezTo>
                  <a:pt x="1380811" y="107220"/>
                  <a:pt x="1378395" y="109219"/>
                  <a:pt x="1376693" y="111853"/>
                </a:cubicBezTo>
                <a:cubicBezTo>
                  <a:pt x="1374991" y="114484"/>
                  <a:pt x="1374140" y="117406"/>
                  <a:pt x="1374140" y="120618"/>
                </a:cubicBezTo>
                <a:cubicBezTo>
                  <a:pt x="1374140" y="125538"/>
                  <a:pt x="1375995" y="129639"/>
                  <a:pt x="1379705" y="132921"/>
                </a:cubicBezTo>
                <a:cubicBezTo>
                  <a:pt x="1383415" y="136201"/>
                  <a:pt x="1388843" y="137842"/>
                  <a:pt x="1395991" y="137842"/>
                </a:cubicBezTo>
                <a:cubicBezTo>
                  <a:pt x="1403070" y="137842"/>
                  <a:pt x="1409366" y="136286"/>
                  <a:pt x="1414880" y="133173"/>
                </a:cubicBezTo>
                <a:cubicBezTo>
                  <a:pt x="1420394" y="130061"/>
                  <a:pt x="1424444" y="125804"/>
                  <a:pt x="1427031" y="120401"/>
                </a:cubicBezTo>
                <a:cubicBezTo>
                  <a:pt x="1429005" y="116227"/>
                  <a:pt x="1429992" y="110071"/>
                  <a:pt x="1429992" y="101933"/>
                </a:cubicBezTo>
                <a:lnTo>
                  <a:pt x="1429992" y="95162"/>
                </a:lnTo>
                <a:close/>
                <a:moveTo>
                  <a:pt x="1548625" y="109865"/>
                </a:moveTo>
                <a:lnTo>
                  <a:pt x="1566698" y="112213"/>
                </a:lnTo>
                <a:cubicBezTo>
                  <a:pt x="1564724" y="124702"/>
                  <a:pt x="1559670" y="134478"/>
                  <a:pt x="1551535" y="141543"/>
                </a:cubicBezTo>
                <a:cubicBezTo>
                  <a:pt x="1543401" y="148605"/>
                  <a:pt x="1533412" y="152136"/>
                  <a:pt x="1521567" y="152136"/>
                </a:cubicBezTo>
                <a:cubicBezTo>
                  <a:pt x="1506728" y="152136"/>
                  <a:pt x="1494799" y="147286"/>
                  <a:pt x="1485780" y="137586"/>
                </a:cubicBezTo>
                <a:cubicBezTo>
                  <a:pt x="1476760" y="127886"/>
                  <a:pt x="1472251" y="113983"/>
                  <a:pt x="1472251" y="95876"/>
                </a:cubicBezTo>
                <a:cubicBezTo>
                  <a:pt x="1472251" y="84168"/>
                  <a:pt x="1474191" y="73924"/>
                  <a:pt x="1478071" y="65143"/>
                </a:cubicBezTo>
                <a:cubicBezTo>
                  <a:pt x="1481951" y="56362"/>
                  <a:pt x="1487856" y="49776"/>
                  <a:pt x="1495786" y="45386"/>
                </a:cubicBezTo>
                <a:cubicBezTo>
                  <a:pt x="1503716" y="40995"/>
                  <a:pt x="1512344" y="38800"/>
                  <a:pt x="1521670" y="38800"/>
                </a:cubicBezTo>
                <a:cubicBezTo>
                  <a:pt x="1533446" y="38800"/>
                  <a:pt x="1543078" y="41787"/>
                  <a:pt x="1550565" y="47763"/>
                </a:cubicBezTo>
                <a:cubicBezTo>
                  <a:pt x="1558053" y="53736"/>
                  <a:pt x="1562852" y="62218"/>
                  <a:pt x="1564962" y="73209"/>
                </a:cubicBezTo>
                <a:lnTo>
                  <a:pt x="1547094" y="75966"/>
                </a:lnTo>
                <a:cubicBezTo>
                  <a:pt x="1545392" y="68717"/>
                  <a:pt x="1542380" y="63262"/>
                  <a:pt x="1538057" y="59604"/>
                </a:cubicBezTo>
                <a:cubicBezTo>
                  <a:pt x="1533735" y="55945"/>
                  <a:pt x="1528511" y="54116"/>
                  <a:pt x="1522384" y="54116"/>
                </a:cubicBezTo>
                <a:cubicBezTo>
                  <a:pt x="1513127" y="54116"/>
                  <a:pt x="1505605" y="57418"/>
                  <a:pt x="1499819" y="64023"/>
                </a:cubicBezTo>
                <a:cubicBezTo>
                  <a:pt x="1494033" y="70626"/>
                  <a:pt x="1491140" y="81073"/>
                  <a:pt x="1491140" y="95366"/>
                </a:cubicBezTo>
                <a:cubicBezTo>
                  <a:pt x="1491140" y="109863"/>
                  <a:pt x="1493931" y="120397"/>
                  <a:pt x="1499513" y="126967"/>
                </a:cubicBezTo>
                <a:cubicBezTo>
                  <a:pt x="1505095" y="133536"/>
                  <a:pt x="1512378" y="136820"/>
                  <a:pt x="1521363" y="136820"/>
                </a:cubicBezTo>
                <a:cubicBezTo>
                  <a:pt x="1528579" y="136820"/>
                  <a:pt x="1534603" y="134617"/>
                  <a:pt x="1539436" y="130209"/>
                </a:cubicBezTo>
                <a:cubicBezTo>
                  <a:pt x="1544269" y="125802"/>
                  <a:pt x="1547332" y="119020"/>
                  <a:pt x="1548625" y="109865"/>
                </a:cubicBezTo>
                <a:close/>
                <a:moveTo>
                  <a:pt x="1582524" y="149686"/>
                </a:moveTo>
                <a:lnTo>
                  <a:pt x="1582524" y="0"/>
                </a:lnTo>
                <a:lnTo>
                  <a:pt x="1600903" y="0"/>
                </a:lnTo>
                <a:lnTo>
                  <a:pt x="1600903" y="85360"/>
                </a:lnTo>
                <a:lnTo>
                  <a:pt x="1644399" y="41250"/>
                </a:lnTo>
                <a:lnTo>
                  <a:pt x="1668190" y="41250"/>
                </a:lnTo>
                <a:lnTo>
                  <a:pt x="1626735" y="81480"/>
                </a:lnTo>
                <a:lnTo>
                  <a:pt x="1672376" y="149686"/>
                </a:lnTo>
                <a:lnTo>
                  <a:pt x="1649709" y="149686"/>
                </a:lnTo>
                <a:lnTo>
                  <a:pt x="1613870" y="94243"/>
                </a:lnTo>
                <a:lnTo>
                  <a:pt x="1600903" y="106700"/>
                </a:lnTo>
                <a:lnTo>
                  <a:pt x="1600903" y="149686"/>
                </a:lnTo>
                <a:lnTo>
                  <a:pt x="1582524" y="149686"/>
                </a:lnTo>
                <a:close/>
                <a:moveTo>
                  <a:pt x="1679647" y="117216"/>
                </a:moveTo>
                <a:lnTo>
                  <a:pt x="1697821" y="114357"/>
                </a:lnTo>
                <a:cubicBezTo>
                  <a:pt x="1698842" y="121609"/>
                  <a:pt x="1701684" y="127166"/>
                  <a:pt x="1706347" y="131029"/>
                </a:cubicBezTo>
                <a:cubicBezTo>
                  <a:pt x="1711010" y="134890"/>
                  <a:pt x="1717527" y="136820"/>
                  <a:pt x="1725900" y="136820"/>
                </a:cubicBezTo>
                <a:cubicBezTo>
                  <a:pt x="1734341" y="136820"/>
                  <a:pt x="1740603" y="135116"/>
                  <a:pt x="1744687" y="131706"/>
                </a:cubicBezTo>
                <a:cubicBezTo>
                  <a:pt x="1748772" y="128294"/>
                  <a:pt x="1750814" y="124292"/>
                  <a:pt x="1750814" y="119702"/>
                </a:cubicBezTo>
                <a:cubicBezTo>
                  <a:pt x="1750814" y="115582"/>
                  <a:pt x="1749010" y="112340"/>
                  <a:pt x="1745402" y="109976"/>
                </a:cubicBezTo>
                <a:cubicBezTo>
                  <a:pt x="1742884" y="108356"/>
                  <a:pt x="1736621" y="106295"/>
                  <a:pt x="1726615" y="103796"/>
                </a:cubicBezTo>
                <a:cubicBezTo>
                  <a:pt x="1713137" y="100390"/>
                  <a:pt x="1703794" y="97444"/>
                  <a:pt x="1698587" y="94958"/>
                </a:cubicBezTo>
                <a:cubicBezTo>
                  <a:pt x="1693380" y="92471"/>
                  <a:pt x="1689432" y="89030"/>
                  <a:pt x="1686743" y="84635"/>
                </a:cubicBezTo>
                <a:cubicBezTo>
                  <a:pt x="1684054" y="80241"/>
                  <a:pt x="1682710" y="75386"/>
                  <a:pt x="1682710" y="70073"/>
                </a:cubicBezTo>
                <a:cubicBezTo>
                  <a:pt x="1682710" y="65235"/>
                  <a:pt x="1683816" y="60756"/>
                  <a:pt x="1686028" y="56633"/>
                </a:cubicBezTo>
                <a:cubicBezTo>
                  <a:pt x="1688240" y="52511"/>
                  <a:pt x="1691252" y="49087"/>
                  <a:pt x="1695064" y="46362"/>
                </a:cubicBezTo>
                <a:cubicBezTo>
                  <a:pt x="1697923" y="44250"/>
                  <a:pt x="1701820" y="42462"/>
                  <a:pt x="1706755" y="40998"/>
                </a:cubicBezTo>
                <a:cubicBezTo>
                  <a:pt x="1711690" y="39533"/>
                  <a:pt x="1716983" y="38800"/>
                  <a:pt x="1722633" y="38800"/>
                </a:cubicBezTo>
                <a:cubicBezTo>
                  <a:pt x="1731141" y="38800"/>
                  <a:pt x="1738612" y="40034"/>
                  <a:pt x="1745045" y="42501"/>
                </a:cubicBezTo>
                <a:cubicBezTo>
                  <a:pt x="1751477" y="44967"/>
                  <a:pt x="1756225" y="48307"/>
                  <a:pt x="1759288" y="52523"/>
                </a:cubicBezTo>
                <a:cubicBezTo>
                  <a:pt x="1762352" y="56737"/>
                  <a:pt x="1764462" y="62373"/>
                  <a:pt x="1765619" y="69431"/>
                </a:cubicBezTo>
                <a:lnTo>
                  <a:pt x="1747648" y="71882"/>
                </a:lnTo>
                <a:cubicBezTo>
                  <a:pt x="1746832" y="66300"/>
                  <a:pt x="1744466" y="61944"/>
                  <a:pt x="1740552" y="58812"/>
                </a:cubicBezTo>
                <a:cubicBezTo>
                  <a:pt x="1736638" y="55681"/>
                  <a:pt x="1731107" y="54116"/>
                  <a:pt x="1723960" y="54116"/>
                </a:cubicBezTo>
                <a:cubicBezTo>
                  <a:pt x="1715519" y="54116"/>
                  <a:pt x="1709495" y="55505"/>
                  <a:pt x="1705888" y="58283"/>
                </a:cubicBezTo>
                <a:cubicBezTo>
                  <a:pt x="1702280" y="61059"/>
                  <a:pt x="1700476" y="64310"/>
                  <a:pt x="1700476" y="68037"/>
                </a:cubicBezTo>
                <a:cubicBezTo>
                  <a:pt x="1700476" y="70407"/>
                  <a:pt x="1701225" y="72540"/>
                  <a:pt x="1702722" y="74438"/>
                </a:cubicBezTo>
                <a:cubicBezTo>
                  <a:pt x="1704220" y="76401"/>
                  <a:pt x="1706568" y="78026"/>
                  <a:pt x="1709768" y="79313"/>
                </a:cubicBezTo>
                <a:cubicBezTo>
                  <a:pt x="1711605" y="79992"/>
                  <a:pt x="1717017" y="81550"/>
                  <a:pt x="1726002" y="83988"/>
                </a:cubicBezTo>
                <a:cubicBezTo>
                  <a:pt x="1739004" y="87457"/>
                  <a:pt x="1748074" y="90297"/>
                  <a:pt x="1753213" y="92507"/>
                </a:cubicBezTo>
                <a:cubicBezTo>
                  <a:pt x="1758352" y="94717"/>
                  <a:pt x="1762386" y="97931"/>
                  <a:pt x="1765313" y="102150"/>
                </a:cubicBezTo>
                <a:cubicBezTo>
                  <a:pt x="1768240" y="106366"/>
                  <a:pt x="1769703" y="111602"/>
                  <a:pt x="1769703" y="117858"/>
                </a:cubicBezTo>
                <a:cubicBezTo>
                  <a:pt x="1769703" y="123980"/>
                  <a:pt x="1767916" y="129744"/>
                  <a:pt x="1764343" y="135152"/>
                </a:cubicBezTo>
                <a:cubicBezTo>
                  <a:pt x="1760769" y="140557"/>
                  <a:pt x="1755613" y="144739"/>
                  <a:pt x="1748874" y="147698"/>
                </a:cubicBezTo>
                <a:cubicBezTo>
                  <a:pt x="1742135" y="150657"/>
                  <a:pt x="1734511" y="152136"/>
                  <a:pt x="1726002" y="152136"/>
                </a:cubicBezTo>
                <a:cubicBezTo>
                  <a:pt x="1711912" y="152136"/>
                  <a:pt x="1701174" y="149201"/>
                  <a:pt x="1693788" y="143330"/>
                </a:cubicBezTo>
                <a:cubicBezTo>
                  <a:pt x="1686403" y="137459"/>
                  <a:pt x="1681689" y="128754"/>
                  <a:pt x="1679647" y="1172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4AD20F-ED17-4606-A526-44466107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254" y="1013588"/>
            <a:ext cx="526210" cy="878788"/>
          </a:xfrm>
          <a:custGeom xmlns:a="http://schemas.openxmlformats.org/drawingml/2006/main">
            <a:pathLst>
              <a:path w="526210" h="878788" fill="none">
                <a:moveTo>
                  <a:pt x="0" y="0"/>
                </a:moveTo>
                <a:cubicBezTo>
                  <a:pt x="155195" y="0"/>
                  <a:pt x="310373" y="226415"/>
                  <a:pt x="310373" y="452812"/>
                </a:cubicBezTo>
                <a:cubicBezTo>
                  <a:pt x="310373" y="632577"/>
                  <a:pt x="408219" y="812360"/>
                  <a:pt x="526210" y="878788"/>
                </a:cubicBezTo>
              </a:path>
            </a:pathLst>
          </a:custGeom>
          <a:noFill xmlns:a="http://schemas.openxmlformats.org/drawingml/2006/main"/>
          <a:ln xmlns:a="http://schemas.openxmlformats.org/drawingml/2006/main" w="39208" cap="flat">
            <a:solidFill>
              <a:srgbClr val="C00000"/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3B7C5-B410-4690-BB77-4BF1D111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1790" y="1830516"/>
            <a:ext cx="129213" cy="113146"/>
          </a:xfrm>
          <a:custGeom xmlns:a="http://schemas.openxmlformats.org/drawingml/2006/main">
            <a:pathLst>
              <a:path w="129213" h="113146">
                <a:moveTo>
                  <a:pt x="32133" y="0"/>
                </a:moveTo>
                <a:lnTo>
                  <a:pt x="129213" y="88698"/>
                </a:lnTo>
                <a:lnTo>
                  <a:pt x="0" y="113146"/>
                </a:lnTo>
                <a:lnTo>
                  <a:pt x="32133" y="0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6DD16-BFB7-404E-9FC3-25F83E351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0267" y="527406"/>
            <a:ext cx="1304851" cy="2781173"/>
          </a:xfrm>
          <a:custGeom xmlns:a="http://schemas.openxmlformats.org/drawingml/2006/main">
            <a:pathLst>
              <a:path w="1304851" h="2781173" fill="none">
                <a:moveTo>
                  <a:pt x="0" y="0"/>
                </a:moveTo>
                <a:lnTo>
                  <a:pt x="1304851" y="0"/>
                </a:lnTo>
                <a:lnTo>
                  <a:pt x="1304851" y="2781173"/>
                </a:lnTo>
                <a:lnTo>
                  <a:pt x="0" y="27811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426" cap="flat">
            <a:solidFill>
              <a:srgbClr val="000000"/>
            </a:solidFill>
            <a:miter/>
          </a:ln>
        </p:spPr>
      </p:sp>
      <p:sp>
        <p:nvSpPr>
          <p:cNvPr id="449" name="Text “GO”">
            <a:extLst xmlns:a="http://schemas.openxmlformats.org/drawingml/2006/main">
              <a:ext uri="{FF2B5EF4-FFF2-40B4-BE49-F238E27FC236}">
                <a16:creationId xmlns:a16="http://schemas.microsoft.com/office/drawing/2014/main" id="{7BEC1FDD-D811-4024-ADF8-3A274391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002" y="1128272"/>
            <a:ext cx="507244" cy="154995"/>
          </a:xfrm>
          <a:custGeom xmlns:a="http://schemas.openxmlformats.org/drawingml/2006/main">
            <a:pathLst>
              <a:path w="507244" h="154995">
                <a:moveTo>
                  <a:pt x="28691" y="63509"/>
                </a:moveTo>
                <a:lnTo>
                  <a:pt x="0" y="63509"/>
                </a:lnTo>
                <a:lnTo>
                  <a:pt x="0" y="42919"/>
                </a:lnTo>
                <a:cubicBezTo>
                  <a:pt x="0" y="34587"/>
                  <a:pt x="732" y="28014"/>
                  <a:pt x="2195" y="23200"/>
                </a:cubicBezTo>
                <a:cubicBezTo>
                  <a:pt x="3659" y="18384"/>
                  <a:pt x="6365" y="14064"/>
                  <a:pt x="10313" y="10239"/>
                </a:cubicBezTo>
                <a:cubicBezTo>
                  <a:pt x="14261" y="6415"/>
                  <a:pt x="19298" y="3410"/>
                  <a:pt x="25424" y="1225"/>
                </a:cubicBezTo>
                <a:lnTo>
                  <a:pt x="31040" y="13069"/>
                </a:lnTo>
                <a:cubicBezTo>
                  <a:pt x="25322" y="14984"/>
                  <a:pt x="21221" y="17651"/>
                  <a:pt x="18736" y="21072"/>
                </a:cubicBezTo>
                <a:cubicBezTo>
                  <a:pt x="16252" y="24490"/>
                  <a:pt x="14941" y="29038"/>
                  <a:pt x="14805" y="34716"/>
                </a:cubicBezTo>
                <a:lnTo>
                  <a:pt x="28691" y="34716"/>
                </a:lnTo>
                <a:lnTo>
                  <a:pt x="28691" y="63509"/>
                </a:lnTo>
                <a:moveTo>
                  <a:pt x="76579" y="63509"/>
                </a:moveTo>
                <a:lnTo>
                  <a:pt x="47887" y="63509"/>
                </a:lnTo>
                <a:lnTo>
                  <a:pt x="47887" y="42919"/>
                </a:lnTo>
                <a:cubicBezTo>
                  <a:pt x="47887" y="34519"/>
                  <a:pt x="48619" y="27929"/>
                  <a:pt x="50082" y="23149"/>
                </a:cubicBezTo>
                <a:cubicBezTo>
                  <a:pt x="51546" y="18367"/>
                  <a:pt x="54269" y="14064"/>
                  <a:pt x="58251" y="10239"/>
                </a:cubicBezTo>
                <a:cubicBezTo>
                  <a:pt x="62233" y="6415"/>
                  <a:pt x="67253" y="3410"/>
                  <a:pt x="73311" y="1225"/>
                </a:cubicBezTo>
                <a:lnTo>
                  <a:pt x="78927" y="13069"/>
                </a:lnTo>
                <a:cubicBezTo>
                  <a:pt x="73209" y="14984"/>
                  <a:pt x="69108" y="17651"/>
                  <a:pt x="66623" y="21072"/>
                </a:cubicBezTo>
                <a:cubicBezTo>
                  <a:pt x="64139" y="24490"/>
                  <a:pt x="62829" y="29038"/>
                  <a:pt x="62692" y="34716"/>
                </a:cubicBezTo>
                <a:lnTo>
                  <a:pt x="76579" y="34716"/>
                </a:lnTo>
                <a:lnTo>
                  <a:pt x="76579" y="63509"/>
                </a:lnTo>
                <a:close/>
                <a:moveTo>
                  <a:pt x="175927" y="97408"/>
                </a:moveTo>
                <a:lnTo>
                  <a:pt x="175927" y="72086"/>
                </a:lnTo>
                <a:lnTo>
                  <a:pt x="241070" y="72086"/>
                </a:lnTo>
                <a:lnTo>
                  <a:pt x="241070" y="131725"/>
                </a:lnTo>
                <a:cubicBezTo>
                  <a:pt x="234739" y="137875"/>
                  <a:pt x="225567" y="143290"/>
                  <a:pt x="213552" y="147972"/>
                </a:cubicBezTo>
                <a:cubicBezTo>
                  <a:pt x="201538" y="152654"/>
                  <a:pt x="189370" y="154995"/>
                  <a:pt x="177050" y="154995"/>
                </a:cubicBezTo>
                <a:cubicBezTo>
                  <a:pt x="161394" y="154995"/>
                  <a:pt x="147746" y="151707"/>
                  <a:pt x="136106" y="145129"/>
                </a:cubicBezTo>
                <a:cubicBezTo>
                  <a:pt x="124466" y="138552"/>
                  <a:pt x="115719" y="129147"/>
                  <a:pt x="109865" y="116913"/>
                </a:cubicBezTo>
                <a:cubicBezTo>
                  <a:pt x="104011" y="104678"/>
                  <a:pt x="101084" y="91369"/>
                  <a:pt x="101084" y="76987"/>
                </a:cubicBezTo>
                <a:cubicBezTo>
                  <a:pt x="101084" y="61378"/>
                  <a:pt x="104351" y="47507"/>
                  <a:pt x="110886" y="35376"/>
                </a:cubicBezTo>
                <a:cubicBezTo>
                  <a:pt x="117421" y="23243"/>
                  <a:pt x="126984" y="13938"/>
                  <a:pt x="139577" y="7463"/>
                </a:cubicBezTo>
                <a:cubicBezTo>
                  <a:pt x="149175" y="2488"/>
                  <a:pt x="161121" y="0"/>
                  <a:pt x="175416" y="0"/>
                </a:cubicBezTo>
                <a:cubicBezTo>
                  <a:pt x="193999" y="0"/>
                  <a:pt x="208515" y="3907"/>
                  <a:pt x="218964" y="11720"/>
                </a:cubicBezTo>
                <a:cubicBezTo>
                  <a:pt x="229413" y="19531"/>
                  <a:pt x="236134" y="30327"/>
                  <a:pt x="239130" y="44109"/>
                </a:cubicBezTo>
                <a:lnTo>
                  <a:pt x="209111" y="49827"/>
                </a:lnTo>
                <a:cubicBezTo>
                  <a:pt x="207001" y="42444"/>
                  <a:pt x="203035" y="36616"/>
                  <a:pt x="197216" y="32345"/>
                </a:cubicBezTo>
                <a:cubicBezTo>
                  <a:pt x="191396" y="28071"/>
                  <a:pt x="184129" y="25935"/>
                  <a:pt x="175416" y="25935"/>
                </a:cubicBezTo>
                <a:cubicBezTo>
                  <a:pt x="162211" y="25935"/>
                  <a:pt x="151711" y="30121"/>
                  <a:pt x="143917" y="38494"/>
                </a:cubicBezTo>
                <a:cubicBezTo>
                  <a:pt x="136123" y="46866"/>
                  <a:pt x="132226" y="59289"/>
                  <a:pt x="132226" y="75762"/>
                </a:cubicBezTo>
                <a:cubicBezTo>
                  <a:pt x="132226" y="93528"/>
                  <a:pt x="136174" y="106853"/>
                  <a:pt x="144070" y="115736"/>
                </a:cubicBezTo>
                <a:cubicBezTo>
                  <a:pt x="151966" y="124619"/>
                  <a:pt x="162313" y="129061"/>
                  <a:pt x="175110" y="129061"/>
                </a:cubicBezTo>
                <a:cubicBezTo>
                  <a:pt x="181440" y="129061"/>
                  <a:pt x="187788" y="127822"/>
                  <a:pt x="194152" y="125346"/>
                </a:cubicBezTo>
                <a:cubicBezTo>
                  <a:pt x="200517" y="122870"/>
                  <a:pt x="205980" y="119868"/>
                  <a:pt x="210540" y="116339"/>
                </a:cubicBezTo>
                <a:lnTo>
                  <a:pt x="210540" y="97408"/>
                </a:lnTo>
                <a:lnTo>
                  <a:pt x="175927" y="97408"/>
                </a:lnTo>
                <a:close/>
                <a:moveTo>
                  <a:pt x="263271" y="78417"/>
                </a:moveTo>
                <a:cubicBezTo>
                  <a:pt x="263271" y="63150"/>
                  <a:pt x="265552" y="50337"/>
                  <a:pt x="270112" y="39977"/>
                </a:cubicBezTo>
                <a:cubicBezTo>
                  <a:pt x="273516" y="32343"/>
                  <a:pt x="278162" y="25492"/>
                  <a:pt x="284050" y="19425"/>
                </a:cubicBezTo>
                <a:cubicBezTo>
                  <a:pt x="289938" y="13359"/>
                  <a:pt x="296387" y="8860"/>
                  <a:pt x="303398" y="5928"/>
                </a:cubicBezTo>
                <a:cubicBezTo>
                  <a:pt x="312724" y="1976"/>
                  <a:pt x="323479" y="0"/>
                  <a:pt x="335664" y="0"/>
                </a:cubicBezTo>
                <a:cubicBezTo>
                  <a:pt x="357718" y="0"/>
                  <a:pt x="375365" y="6851"/>
                  <a:pt x="388605" y="20552"/>
                </a:cubicBezTo>
                <a:cubicBezTo>
                  <a:pt x="401845" y="34251"/>
                  <a:pt x="408464" y="53301"/>
                  <a:pt x="408464" y="77702"/>
                </a:cubicBezTo>
                <a:cubicBezTo>
                  <a:pt x="408464" y="101899"/>
                  <a:pt x="401896" y="120830"/>
                  <a:pt x="388758" y="134498"/>
                </a:cubicBezTo>
                <a:cubicBezTo>
                  <a:pt x="375621" y="148163"/>
                  <a:pt x="358059" y="154995"/>
                  <a:pt x="336072" y="154995"/>
                </a:cubicBezTo>
                <a:cubicBezTo>
                  <a:pt x="313813" y="154995"/>
                  <a:pt x="296115" y="148197"/>
                  <a:pt x="282977" y="134600"/>
                </a:cubicBezTo>
                <a:cubicBezTo>
                  <a:pt x="269840" y="121001"/>
                  <a:pt x="263271" y="102273"/>
                  <a:pt x="263271" y="78417"/>
                </a:cubicBezTo>
                <a:moveTo>
                  <a:pt x="294413" y="77395"/>
                </a:moveTo>
                <a:cubicBezTo>
                  <a:pt x="294413" y="94345"/>
                  <a:pt x="298327" y="107193"/>
                  <a:pt x="306155" y="115940"/>
                </a:cubicBezTo>
                <a:cubicBezTo>
                  <a:pt x="313983" y="124687"/>
                  <a:pt x="323922" y="129061"/>
                  <a:pt x="335970" y="129061"/>
                </a:cubicBezTo>
                <a:cubicBezTo>
                  <a:pt x="348018" y="129061"/>
                  <a:pt x="357905" y="124721"/>
                  <a:pt x="365631" y="116042"/>
                </a:cubicBezTo>
                <a:cubicBezTo>
                  <a:pt x="373357" y="107363"/>
                  <a:pt x="377220" y="94345"/>
                  <a:pt x="377220" y="76987"/>
                </a:cubicBezTo>
                <a:cubicBezTo>
                  <a:pt x="377220" y="59833"/>
                  <a:pt x="373459" y="47036"/>
                  <a:pt x="365938" y="38596"/>
                </a:cubicBezTo>
                <a:cubicBezTo>
                  <a:pt x="358416" y="30155"/>
                  <a:pt x="348427" y="25935"/>
                  <a:pt x="335970" y="25935"/>
                </a:cubicBezTo>
                <a:cubicBezTo>
                  <a:pt x="323513" y="25935"/>
                  <a:pt x="313473" y="30206"/>
                  <a:pt x="305849" y="38749"/>
                </a:cubicBezTo>
                <a:cubicBezTo>
                  <a:pt x="298225" y="47292"/>
                  <a:pt x="294413" y="60174"/>
                  <a:pt x="294413" y="77395"/>
                </a:cubicBezTo>
                <a:close/>
                <a:moveTo>
                  <a:pt x="478553" y="2655"/>
                </a:moveTo>
                <a:lnTo>
                  <a:pt x="507244" y="2655"/>
                </a:lnTo>
                <a:lnTo>
                  <a:pt x="507244" y="23382"/>
                </a:lnTo>
                <a:cubicBezTo>
                  <a:pt x="507244" y="31727"/>
                  <a:pt x="506512" y="38294"/>
                  <a:pt x="505049" y="43082"/>
                </a:cubicBezTo>
                <a:cubicBezTo>
                  <a:pt x="503585" y="47870"/>
                  <a:pt x="500863" y="52197"/>
                  <a:pt x="496880" y="56062"/>
                </a:cubicBezTo>
                <a:cubicBezTo>
                  <a:pt x="492898" y="59927"/>
                  <a:pt x="487878" y="62954"/>
                  <a:pt x="481820" y="65143"/>
                </a:cubicBezTo>
                <a:lnTo>
                  <a:pt x="476204" y="53095"/>
                </a:lnTo>
                <a:cubicBezTo>
                  <a:pt x="481922" y="51180"/>
                  <a:pt x="486023" y="48514"/>
                  <a:pt x="488508" y="45095"/>
                </a:cubicBezTo>
                <a:cubicBezTo>
                  <a:pt x="490992" y="41675"/>
                  <a:pt x="492269" y="37126"/>
                  <a:pt x="492337" y="31448"/>
                </a:cubicBezTo>
                <a:lnTo>
                  <a:pt x="478553" y="31448"/>
                </a:lnTo>
                <a:lnTo>
                  <a:pt x="478553" y="2655"/>
                </a:lnTo>
                <a:moveTo>
                  <a:pt x="430359" y="2655"/>
                </a:moveTo>
                <a:lnTo>
                  <a:pt x="459051" y="2655"/>
                </a:lnTo>
                <a:lnTo>
                  <a:pt x="459051" y="23382"/>
                </a:lnTo>
                <a:cubicBezTo>
                  <a:pt x="459051" y="31727"/>
                  <a:pt x="458336" y="38294"/>
                  <a:pt x="456906" y="43082"/>
                </a:cubicBezTo>
                <a:cubicBezTo>
                  <a:pt x="455477" y="47870"/>
                  <a:pt x="452771" y="52197"/>
                  <a:pt x="448789" y="56062"/>
                </a:cubicBezTo>
                <a:cubicBezTo>
                  <a:pt x="444807" y="59927"/>
                  <a:pt x="439753" y="62954"/>
                  <a:pt x="433626" y="65143"/>
                </a:cubicBezTo>
                <a:lnTo>
                  <a:pt x="428011" y="53095"/>
                </a:lnTo>
                <a:cubicBezTo>
                  <a:pt x="433797" y="51180"/>
                  <a:pt x="437915" y="48514"/>
                  <a:pt x="440365" y="45095"/>
                </a:cubicBezTo>
                <a:cubicBezTo>
                  <a:pt x="442816" y="41675"/>
                  <a:pt x="444109" y="37126"/>
                  <a:pt x="444245" y="31448"/>
                </a:cubicBezTo>
                <a:lnTo>
                  <a:pt x="430359" y="31448"/>
                </a:lnTo>
                <a:lnTo>
                  <a:pt x="430359" y="2655"/>
                </a:lnTo>
                <a:close/>
              </a:path>
            </a:pathLst>
          </a:custGeom>
          <a:solidFill xmlns:a="http://schemas.openxmlformats.org/drawingml/2006/main">
            <a:srgbClr val="70AD47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9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3224d3dd143d5"/>
          <a:stretch xmlns:a="http://schemas.openxmlformats.org/drawingml/2006/main"/>
        </p:blipFill>
        <p:spPr>
          <a:xfrm xmlns:a="http://schemas.openxmlformats.org/drawingml/2006/main">
            <a:off x="5716458" y="956083"/>
            <a:ext cx="512320" cy="512320"/>
          </a:xfrm>
          <a:prstGeom xmlns:a="http://schemas.openxmlformats.org/drawingml/2006/main" prst="rect">
            <a:avLst/>
          </a:prstGeom>
        </p:spPr>
      </p:pic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24557-1A13-4DCB-A74B-29B67F81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870" y="1013589"/>
            <a:ext cx="449588" cy="391037"/>
          </a:xfrm>
          <a:custGeom xmlns:a="http://schemas.openxmlformats.org/drawingml/2006/main">
            <a:pathLst>
              <a:path w="449588" h="391037" fill="none">
                <a:moveTo>
                  <a:pt x="0" y="0"/>
                </a:moveTo>
                <a:lnTo>
                  <a:pt x="449588" y="0"/>
                </a:lnTo>
                <a:lnTo>
                  <a:pt x="449588" y="391037"/>
                </a:lnTo>
                <a:lnTo>
                  <a:pt x="0" y="3910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9208" cap="flat">
            <a:solidFill>
              <a:srgbClr val="70AD47"/>
            </a:solidFill>
            <a:miter/>
          </a:ln>
        </p:spPr>
      </p:sp>
      <p:sp>
        <p:nvSpPr>
          <p:cNvPr id="452" name="Text Evasion">
            <a:extLst xmlns:a="http://schemas.openxmlformats.org/drawingml/2006/main">
              <a:ext uri="{FF2B5EF4-FFF2-40B4-BE49-F238E27FC236}">
                <a16:creationId xmlns:a16="http://schemas.microsoft.com/office/drawing/2014/main" id="{3A79A1ED-7DCB-421D-84FC-3F163605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257" y="622538"/>
            <a:ext cx="651367" cy="139965"/>
          </a:xfrm>
          <a:custGeom xmlns:a="http://schemas.openxmlformats.org/drawingml/2006/main">
            <a:pathLst>
              <a:path w="651367" h="139965">
                <a:moveTo>
                  <a:pt x="0" y="137711"/>
                </a:moveTo>
                <a:lnTo>
                  <a:pt x="0" y="0"/>
                </a:lnTo>
                <a:lnTo>
                  <a:pt x="99573" y="0"/>
                </a:lnTo>
                <a:lnTo>
                  <a:pt x="99573" y="16251"/>
                </a:lnTo>
                <a:lnTo>
                  <a:pt x="18224" y="16251"/>
                </a:lnTo>
                <a:lnTo>
                  <a:pt x="18224" y="58428"/>
                </a:lnTo>
                <a:lnTo>
                  <a:pt x="94406" y="58428"/>
                </a:lnTo>
                <a:lnTo>
                  <a:pt x="94406" y="74398"/>
                </a:lnTo>
                <a:lnTo>
                  <a:pt x="18224" y="74398"/>
                </a:lnTo>
                <a:lnTo>
                  <a:pt x="18224" y="121460"/>
                </a:lnTo>
                <a:lnTo>
                  <a:pt x="102766" y="121460"/>
                </a:lnTo>
                <a:lnTo>
                  <a:pt x="102766" y="137711"/>
                </a:lnTo>
                <a:lnTo>
                  <a:pt x="0" y="137711"/>
                </a:lnTo>
                <a:close/>
                <a:moveTo>
                  <a:pt x="152724" y="137711"/>
                </a:moveTo>
                <a:lnTo>
                  <a:pt x="114774" y="37950"/>
                </a:lnTo>
                <a:lnTo>
                  <a:pt x="132622" y="37950"/>
                </a:lnTo>
                <a:lnTo>
                  <a:pt x="154039" y="97694"/>
                </a:lnTo>
                <a:cubicBezTo>
                  <a:pt x="156357" y="104144"/>
                  <a:pt x="158486" y="110845"/>
                  <a:pt x="160427" y="117796"/>
                </a:cubicBezTo>
                <a:cubicBezTo>
                  <a:pt x="161930" y="112536"/>
                  <a:pt x="164028" y="106211"/>
                  <a:pt x="166721" y="98821"/>
                </a:cubicBezTo>
                <a:lnTo>
                  <a:pt x="188890" y="37950"/>
                </a:lnTo>
                <a:lnTo>
                  <a:pt x="206268" y="37950"/>
                </a:lnTo>
                <a:lnTo>
                  <a:pt x="168506" y="137711"/>
                </a:lnTo>
                <a:lnTo>
                  <a:pt x="152724" y="137711"/>
                </a:lnTo>
                <a:close/>
                <a:moveTo>
                  <a:pt x="284225" y="125393"/>
                </a:moveTo>
                <a:cubicBezTo>
                  <a:pt x="277962" y="130720"/>
                  <a:pt x="271935" y="134481"/>
                  <a:pt x="266142" y="136675"/>
                </a:cubicBezTo>
                <a:cubicBezTo>
                  <a:pt x="260349" y="138868"/>
                  <a:pt x="254134" y="139965"/>
                  <a:pt x="247495" y="139965"/>
                </a:cubicBezTo>
                <a:cubicBezTo>
                  <a:pt x="236536" y="139965"/>
                  <a:pt x="228113" y="137286"/>
                  <a:pt x="222226" y="131928"/>
                </a:cubicBezTo>
                <a:cubicBezTo>
                  <a:pt x="216340" y="126570"/>
                  <a:pt x="213396" y="119723"/>
                  <a:pt x="213396" y="111388"/>
                </a:cubicBezTo>
                <a:cubicBezTo>
                  <a:pt x="213396" y="106501"/>
                  <a:pt x="214508" y="102037"/>
                  <a:pt x="216731" y="97996"/>
                </a:cubicBezTo>
                <a:cubicBezTo>
                  <a:pt x="218954" y="93953"/>
                  <a:pt x="221866" y="90709"/>
                  <a:pt x="225467" y="88265"/>
                </a:cubicBezTo>
                <a:cubicBezTo>
                  <a:pt x="229068" y="85821"/>
                  <a:pt x="233123" y="83972"/>
                  <a:pt x="237632" y="82720"/>
                </a:cubicBezTo>
                <a:cubicBezTo>
                  <a:pt x="240951" y="81841"/>
                  <a:pt x="245961" y="80995"/>
                  <a:pt x="252662" y="80181"/>
                </a:cubicBezTo>
                <a:cubicBezTo>
                  <a:pt x="266314" y="78564"/>
                  <a:pt x="276365" y="76636"/>
                  <a:pt x="282815" y="74398"/>
                </a:cubicBezTo>
                <a:cubicBezTo>
                  <a:pt x="282878" y="72090"/>
                  <a:pt x="282909" y="70625"/>
                  <a:pt x="282909" y="70000"/>
                </a:cubicBezTo>
                <a:cubicBezTo>
                  <a:pt x="282909" y="63137"/>
                  <a:pt x="281312" y="58302"/>
                  <a:pt x="278119" y="55496"/>
                </a:cubicBezTo>
                <a:cubicBezTo>
                  <a:pt x="273798" y="51690"/>
                  <a:pt x="267379" y="49786"/>
                  <a:pt x="258862" y="49786"/>
                </a:cubicBezTo>
                <a:cubicBezTo>
                  <a:pt x="250908" y="49786"/>
                  <a:pt x="245037" y="51180"/>
                  <a:pt x="241249" y="53966"/>
                </a:cubicBezTo>
                <a:cubicBezTo>
                  <a:pt x="237460" y="56753"/>
                  <a:pt x="234657" y="61685"/>
                  <a:pt x="232841" y="68761"/>
                </a:cubicBezTo>
                <a:lnTo>
                  <a:pt x="216308" y="66507"/>
                </a:lnTo>
                <a:cubicBezTo>
                  <a:pt x="217811" y="59409"/>
                  <a:pt x="220285" y="53677"/>
                  <a:pt x="223729" y="49311"/>
                </a:cubicBezTo>
                <a:cubicBezTo>
                  <a:pt x="227174" y="44945"/>
                  <a:pt x="232152" y="41584"/>
                  <a:pt x="238665" y="39230"/>
                </a:cubicBezTo>
                <a:cubicBezTo>
                  <a:pt x="245178" y="36874"/>
                  <a:pt x="252725" y="35696"/>
                  <a:pt x="261304" y="35696"/>
                </a:cubicBezTo>
                <a:cubicBezTo>
                  <a:pt x="269821" y="35696"/>
                  <a:pt x="276741" y="36698"/>
                  <a:pt x="282064" y="38702"/>
                </a:cubicBezTo>
                <a:cubicBezTo>
                  <a:pt x="287387" y="40706"/>
                  <a:pt x="291301" y="43226"/>
                  <a:pt x="293806" y="46264"/>
                </a:cubicBezTo>
                <a:cubicBezTo>
                  <a:pt x="296311" y="49301"/>
                  <a:pt x="298064" y="53137"/>
                  <a:pt x="299066" y="57771"/>
                </a:cubicBezTo>
                <a:cubicBezTo>
                  <a:pt x="299630" y="60652"/>
                  <a:pt x="299912" y="65849"/>
                  <a:pt x="299912" y="73364"/>
                </a:cubicBezTo>
                <a:lnTo>
                  <a:pt x="299912" y="95909"/>
                </a:lnTo>
                <a:cubicBezTo>
                  <a:pt x="299912" y="111628"/>
                  <a:pt x="300272" y="121569"/>
                  <a:pt x="300992" y="125734"/>
                </a:cubicBezTo>
                <a:cubicBezTo>
                  <a:pt x="301712" y="129898"/>
                  <a:pt x="303137" y="133891"/>
                  <a:pt x="305266" y="137711"/>
                </a:cubicBezTo>
                <a:lnTo>
                  <a:pt x="287606" y="137711"/>
                </a:lnTo>
                <a:cubicBezTo>
                  <a:pt x="285853" y="134200"/>
                  <a:pt x="284726" y="130094"/>
                  <a:pt x="284225" y="125393"/>
                </a:cubicBezTo>
                <a:moveTo>
                  <a:pt x="282815" y="87549"/>
                </a:moveTo>
                <a:cubicBezTo>
                  <a:pt x="276678" y="90075"/>
                  <a:pt x="267473" y="92222"/>
                  <a:pt x="255198" y="93989"/>
                </a:cubicBezTo>
                <a:cubicBezTo>
                  <a:pt x="248247" y="94995"/>
                  <a:pt x="243331" y="96127"/>
                  <a:pt x="240450" y="97386"/>
                </a:cubicBezTo>
                <a:cubicBezTo>
                  <a:pt x="237569" y="98642"/>
                  <a:pt x="235346" y="100482"/>
                  <a:pt x="233781" y="102904"/>
                </a:cubicBezTo>
                <a:cubicBezTo>
                  <a:pt x="232215" y="105325"/>
                  <a:pt x="231432" y="108013"/>
                  <a:pt x="231432" y="110968"/>
                </a:cubicBezTo>
                <a:cubicBezTo>
                  <a:pt x="231432" y="115495"/>
                  <a:pt x="233139" y="119268"/>
                  <a:pt x="236552" y="122288"/>
                </a:cubicBezTo>
                <a:cubicBezTo>
                  <a:pt x="239965" y="125305"/>
                  <a:pt x="244959" y="126814"/>
                  <a:pt x="251535" y="126814"/>
                </a:cubicBezTo>
                <a:cubicBezTo>
                  <a:pt x="258048" y="126814"/>
                  <a:pt x="263840" y="125383"/>
                  <a:pt x="268913" y="122520"/>
                </a:cubicBezTo>
                <a:cubicBezTo>
                  <a:pt x="273985" y="119656"/>
                  <a:pt x="277712" y="115739"/>
                  <a:pt x="280091" y="110769"/>
                </a:cubicBezTo>
                <a:cubicBezTo>
                  <a:pt x="281907" y="106929"/>
                  <a:pt x="282815" y="101265"/>
                  <a:pt x="282815" y="93778"/>
                </a:cubicBezTo>
                <a:lnTo>
                  <a:pt x="282815" y="87549"/>
                </a:lnTo>
                <a:close/>
                <a:moveTo>
                  <a:pt x="318942" y="107839"/>
                </a:moveTo>
                <a:lnTo>
                  <a:pt x="335663" y="105209"/>
                </a:lnTo>
                <a:cubicBezTo>
                  <a:pt x="336603" y="111880"/>
                  <a:pt x="339217" y="116993"/>
                  <a:pt x="343507" y="120547"/>
                </a:cubicBezTo>
                <a:cubicBezTo>
                  <a:pt x="347797" y="124099"/>
                  <a:pt x="353793" y="125875"/>
                  <a:pt x="361496" y="125875"/>
                </a:cubicBezTo>
                <a:cubicBezTo>
                  <a:pt x="369261" y="125875"/>
                  <a:pt x="375023" y="124306"/>
                  <a:pt x="378780" y="121169"/>
                </a:cubicBezTo>
                <a:cubicBezTo>
                  <a:pt x="382537" y="118030"/>
                  <a:pt x="384416" y="114349"/>
                  <a:pt x="384416" y="110126"/>
                </a:cubicBezTo>
                <a:cubicBezTo>
                  <a:pt x="384416" y="106335"/>
                  <a:pt x="382757" y="103353"/>
                  <a:pt x="379438" y="101178"/>
                </a:cubicBezTo>
                <a:cubicBezTo>
                  <a:pt x="377120" y="99687"/>
                  <a:pt x="371359" y="97792"/>
                  <a:pt x="362153" y="95492"/>
                </a:cubicBezTo>
                <a:cubicBezTo>
                  <a:pt x="349754" y="92359"/>
                  <a:pt x="341158" y="89649"/>
                  <a:pt x="336368" y="87361"/>
                </a:cubicBezTo>
                <a:cubicBezTo>
                  <a:pt x="331577" y="85073"/>
                  <a:pt x="327945" y="81908"/>
                  <a:pt x="325471" y="77865"/>
                </a:cubicBezTo>
                <a:cubicBezTo>
                  <a:pt x="322997" y="73821"/>
                  <a:pt x="321761" y="69355"/>
                  <a:pt x="321761" y="64467"/>
                </a:cubicBezTo>
                <a:cubicBezTo>
                  <a:pt x="321761" y="60017"/>
                  <a:pt x="322778" y="55895"/>
                  <a:pt x="324813" y="52102"/>
                </a:cubicBezTo>
                <a:cubicBezTo>
                  <a:pt x="326849" y="48310"/>
                  <a:pt x="329620" y="45160"/>
                  <a:pt x="333127" y="42653"/>
                </a:cubicBezTo>
                <a:cubicBezTo>
                  <a:pt x="335757" y="40710"/>
                  <a:pt x="339342" y="39065"/>
                  <a:pt x="343883" y="37718"/>
                </a:cubicBezTo>
                <a:cubicBezTo>
                  <a:pt x="348423" y="36370"/>
                  <a:pt x="353292" y="35696"/>
                  <a:pt x="358490" y="35696"/>
                </a:cubicBezTo>
                <a:cubicBezTo>
                  <a:pt x="366318" y="35696"/>
                  <a:pt x="373191" y="36831"/>
                  <a:pt x="379109" y="39101"/>
                </a:cubicBezTo>
                <a:cubicBezTo>
                  <a:pt x="385027" y="41369"/>
                  <a:pt x="389395" y="44443"/>
                  <a:pt x="392213" y="48321"/>
                </a:cubicBezTo>
                <a:cubicBezTo>
                  <a:pt x="395031" y="52198"/>
                  <a:pt x="396972" y="57383"/>
                  <a:pt x="398037" y="63877"/>
                </a:cubicBezTo>
                <a:lnTo>
                  <a:pt x="381504" y="66131"/>
                </a:lnTo>
                <a:cubicBezTo>
                  <a:pt x="380753" y="60996"/>
                  <a:pt x="378576" y="56988"/>
                  <a:pt x="374976" y="54107"/>
                </a:cubicBezTo>
                <a:cubicBezTo>
                  <a:pt x="371375" y="51227"/>
                  <a:pt x="366286" y="49786"/>
                  <a:pt x="359711" y="49786"/>
                </a:cubicBezTo>
                <a:cubicBezTo>
                  <a:pt x="351945" y="49786"/>
                  <a:pt x="346403" y="51064"/>
                  <a:pt x="343084" y="53620"/>
                </a:cubicBezTo>
                <a:cubicBezTo>
                  <a:pt x="339765" y="56174"/>
                  <a:pt x="338105" y="59165"/>
                  <a:pt x="338105" y="62594"/>
                </a:cubicBezTo>
                <a:cubicBezTo>
                  <a:pt x="338105" y="64774"/>
                  <a:pt x="338794" y="66737"/>
                  <a:pt x="340172" y="68483"/>
                </a:cubicBezTo>
                <a:cubicBezTo>
                  <a:pt x="341550" y="70289"/>
                  <a:pt x="343710" y="71784"/>
                  <a:pt x="346654" y="72968"/>
                </a:cubicBezTo>
                <a:cubicBezTo>
                  <a:pt x="348345" y="73592"/>
                  <a:pt x="353323" y="75026"/>
                  <a:pt x="361590" y="77269"/>
                </a:cubicBezTo>
                <a:cubicBezTo>
                  <a:pt x="373551" y="80460"/>
                  <a:pt x="381896" y="83073"/>
                  <a:pt x="386624" y="85106"/>
                </a:cubicBezTo>
                <a:cubicBezTo>
                  <a:pt x="391352" y="87140"/>
                  <a:pt x="395062" y="90097"/>
                  <a:pt x="397755" y="93978"/>
                </a:cubicBezTo>
                <a:cubicBezTo>
                  <a:pt x="400448" y="97856"/>
                  <a:pt x="401794" y="102674"/>
                  <a:pt x="401794" y="108429"/>
                </a:cubicBezTo>
                <a:cubicBezTo>
                  <a:pt x="401794" y="114061"/>
                  <a:pt x="400151" y="119365"/>
                  <a:pt x="396863" y="124340"/>
                </a:cubicBezTo>
                <a:cubicBezTo>
                  <a:pt x="393575" y="129312"/>
                  <a:pt x="388831" y="133160"/>
                  <a:pt x="382631" y="135882"/>
                </a:cubicBezTo>
                <a:cubicBezTo>
                  <a:pt x="376432" y="138604"/>
                  <a:pt x="369418" y="139965"/>
                  <a:pt x="361590" y="139965"/>
                </a:cubicBezTo>
                <a:cubicBezTo>
                  <a:pt x="348626" y="139965"/>
                  <a:pt x="338747" y="137265"/>
                  <a:pt x="331953" y="131863"/>
                </a:cubicBezTo>
                <a:cubicBezTo>
                  <a:pt x="325158" y="126462"/>
                  <a:pt x="320821" y="118454"/>
                  <a:pt x="318942" y="107839"/>
                </a:cubicBezTo>
                <a:close/>
                <a:moveTo>
                  <a:pt x="421991" y="19539"/>
                </a:moveTo>
                <a:lnTo>
                  <a:pt x="421991" y="0"/>
                </a:lnTo>
                <a:lnTo>
                  <a:pt x="438900" y="0"/>
                </a:lnTo>
                <a:lnTo>
                  <a:pt x="438900" y="19539"/>
                </a:lnTo>
                <a:lnTo>
                  <a:pt x="421991" y="19539"/>
                </a:lnTo>
                <a:moveTo>
                  <a:pt x="421991" y="137711"/>
                </a:moveTo>
                <a:lnTo>
                  <a:pt x="421991" y="37950"/>
                </a:lnTo>
                <a:lnTo>
                  <a:pt x="438900" y="37950"/>
                </a:lnTo>
                <a:lnTo>
                  <a:pt x="438900" y="137711"/>
                </a:lnTo>
                <a:lnTo>
                  <a:pt x="421991" y="137711"/>
                </a:lnTo>
                <a:close/>
                <a:moveTo>
                  <a:pt x="457427" y="87831"/>
                </a:moveTo>
                <a:cubicBezTo>
                  <a:pt x="457427" y="69356"/>
                  <a:pt x="462562" y="55673"/>
                  <a:pt x="472833" y="46780"/>
                </a:cubicBezTo>
                <a:cubicBezTo>
                  <a:pt x="481412" y="39391"/>
                  <a:pt x="491870" y="35696"/>
                  <a:pt x="504207" y="35696"/>
                </a:cubicBezTo>
                <a:cubicBezTo>
                  <a:pt x="517922" y="35696"/>
                  <a:pt x="529132" y="40189"/>
                  <a:pt x="537837" y="49176"/>
                </a:cubicBezTo>
                <a:cubicBezTo>
                  <a:pt x="546541" y="58162"/>
                  <a:pt x="550894" y="70578"/>
                  <a:pt x="550894" y="86422"/>
                </a:cubicBezTo>
                <a:cubicBezTo>
                  <a:pt x="550894" y="99260"/>
                  <a:pt x="548968" y="109358"/>
                  <a:pt x="545117" y="116716"/>
                </a:cubicBezTo>
                <a:cubicBezTo>
                  <a:pt x="541265" y="124074"/>
                  <a:pt x="535661" y="129789"/>
                  <a:pt x="528302" y="133859"/>
                </a:cubicBezTo>
                <a:cubicBezTo>
                  <a:pt x="520944" y="137930"/>
                  <a:pt x="512912" y="139965"/>
                  <a:pt x="504207" y="139965"/>
                </a:cubicBezTo>
                <a:cubicBezTo>
                  <a:pt x="490242" y="139965"/>
                  <a:pt x="478954" y="135488"/>
                  <a:pt x="470343" y="126532"/>
                </a:cubicBezTo>
                <a:cubicBezTo>
                  <a:pt x="461733" y="117577"/>
                  <a:pt x="457427" y="104677"/>
                  <a:pt x="457427" y="87831"/>
                </a:cubicBezTo>
                <a:moveTo>
                  <a:pt x="474805" y="87784"/>
                </a:moveTo>
                <a:cubicBezTo>
                  <a:pt x="474805" y="100512"/>
                  <a:pt x="477592" y="110043"/>
                  <a:pt x="483166" y="116376"/>
                </a:cubicBezTo>
                <a:cubicBezTo>
                  <a:pt x="488739" y="122708"/>
                  <a:pt x="495753" y="125875"/>
                  <a:pt x="504207" y="125875"/>
                </a:cubicBezTo>
                <a:cubicBezTo>
                  <a:pt x="512599" y="125875"/>
                  <a:pt x="519582" y="122693"/>
                  <a:pt x="525155" y="116329"/>
                </a:cubicBezTo>
                <a:cubicBezTo>
                  <a:pt x="530729" y="109964"/>
                  <a:pt x="533516" y="100262"/>
                  <a:pt x="533516" y="87223"/>
                </a:cubicBezTo>
                <a:cubicBezTo>
                  <a:pt x="533516" y="74931"/>
                  <a:pt x="530713" y="65619"/>
                  <a:pt x="525108" y="59286"/>
                </a:cubicBezTo>
                <a:cubicBezTo>
                  <a:pt x="519503" y="52953"/>
                  <a:pt x="512536" y="49786"/>
                  <a:pt x="504207" y="49786"/>
                </a:cubicBezTo>
                <a:cubicBezTo>
                  <a:pt x="495753" y="49786"/>
                  <a:pt x="488739" y="52937"/>
                  <a:pt x="483166" y="59239"/>
                </a:cubicBezTo>
                <a:cubicBezTo>
                  <a:pt x="477592" y="65540"/>
                  <a:pt x="474805" y="75055"/>
                  <a:pt x="474805" y="87784"/>
                </a:cubicBezTo>
                <a:close/>
                <a:moveTo>
                  <a:pt x="570300" y="137711"/>
                </a:moveTo>
                <a:lnTo>
                  <a:pt x="570300" y="37950"/>
                </a:lnTo>
                <a:lnTo>
                  <a:pt x="585518" y="37950"/>
                </a:lnTo>
                <a:lnTo>
                  <a:pt x="585518" y="52041"/>
                </a:lnTo>
                <a:cubicBezTo>
                  <a:pt x="592845" y="41144"/>
                  <a:pt x="603428" y="35696"/>
                  <a:pt x="617268" y="35696"/>
                </a:cubicBezTo>
                <a:cubicBezTo>
                  <a:pt x="623280" y="35696"/>
                  <a:pt x="628807" y="36776"/>
                  <a:pt x="633848" y="38937"/>
                </a:cubicBezTo>
                <a:cubicBezTo>
                  <a:pt x="638889" y="41097"/>
                  <a:pt x="642663" y="43931"/>
                  <a:pt x="645168" y="47438"/>
                </a:cubicBezTo>
                <a:cubicBezTo>
                  <a:pt x="647673" y="50945"/>
                  <a:pt x="649426" y="55109"/>
                  <a:pt x="650428" y="59931"/>
                </a:cubicBezTo>
                <a:cubicBezTo>
                  <a:pt x="651054" y="63063"/>
                  <a:pt x="651367" y="68542"/>
                  <a:pt x="651367" y="76370"/>
                </a:cubicBezTo>
                <a:lnTo>
                  <a:pt x="651367" y="137711"/>
                </a:lnTo>
                <a:lnTo>
                  <a:pt x="634459" y="137711"/>
                </a:lnTo>
                <a:lnTo>
                  <a:pt x="634459" y="76963"/>
                </a:lnTo>
                <a:cubicBezTo>
                  <a:pt x="634459" y="70067"/>
                  <a:pt x="633801" y="64910"/>
                  <a:pt x="632486" y="61493"/>
                </a:cubicBezTo>
                <a:cubicBezTo>
                  <a:pt x="631171" y="58076"/>
                  <a:pt x="628838" y="55349"/>
                  <a:pt x="625488" y="53312"/>
                </a:cubicBezTo>
                <a:cubicBezTo>
                  <a:pt x="622137" y="51275"/>
                  <a:pt x="618208" y="50256"/>
                  <a:pt x="613699" y="50256"/>
                </a:cubicBezTo>
                <a:cubicBezTo>
                  <a:pt x="606497" y="50256"/>
                  <a:pt x="600282" y="52545"/>
                  <a:pt x="595052" y="57122"/>
                </a:cubicBezTo>
                <a:cubicBezTo>
                  <a:pt x="589823" y="61698"/>
                  <a:pt x="587209" y="70380"/>
                  <a:pt x="587209" y="83169"/>
                </a:cubicBezTo>
                <a:lnTo>
                  <a:pt x="587209" y="137711"/>
                </a:lnTo>
                <a:lnTo>
                  <a:pt x="570300" y="137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Text Attack">
            <a:extLst xmlns:a="http://schemas.openxmlformats.org/drawingml/2006/main">
              <a:ext uri="{FF2B5EF4-FFF2-40B4-BE49-F238E27FC236}">
                <a16:creationId xmlns:a16="http://schemas.microsoft.com/office/drawing/2014/main" id="{F6248FBB-91FC-4D27-A474-4DCE90F7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939" y="812803"/>
            <a:ext cx="535006" cy="139965"/>
          </a:xfrm>
          <a:custGeom xmlns:a="http://schemas.openxmlformats.org/drawingml/2006/main">
            <a:pathLst>
              <a:path w="535006" h="139965">
                <a:moveTo>
                  <a:pt x="0" y="137711"/>
                </a:moveTo>
                <a:lnTo>
                  <a:pt x="52886" y="0"/>
                </a:lnTo>
                <a:lnTo>
                  <a:pt x="72519" y="0"/>
                </a:lnTo>
                <a:lnTo>
                  <a:pt x="128881" y="137711"/>
                </a:lnTo>
                <a:lnTo>
                  <a:pt x="108121" y="137711"/>
                </a:lnTo>
                <a:lnTo>
                  <a:pt x="92058" y="96191"/>
                </a:lnTo>
                <a:lnTo>
                  <a:pt x="34475" y="96191"/>
                </a:lnTo>
                <a:lnTo>
                  <a:pt x="19351" y="137711"/>
                </a:lnTo>
                <a:lnTo>
                  <a:pt x="0" y="137711"/>
                </a:lnTo>
                <a:moveTo>
                  <a:pt x="39735" y="81161"/>
                </a:moveTo>
                <a:lnTo>
                  <a:pt x="86422" y="81161"/>
                </a:lnTo>
                <a:lnTo>
                  <a:pt x="72049" y="43023"/>
                </a:lnTo>
                <a:cubicBezTo>
                  <a:pt x="67666" y="31437"/>
                  <a:pt x="64409" y="21919"/>
                  <a:pt x="62280" y="14466"/>
                </a:cubicBezTo>
                <a:cubicBezTo>
                  <a:pt x="60526" y="23296"/>
                  <a:pt x="58053" y="32064"/>
                  <a:pt x="54859" y="40768"/>
                </a:cubicBezTo>
                <a:lnTo>
                  <a:pt x="39735" y="81161"/>
                </a:lnTo>
                <a:close/>
                <a:moveTo>
                  <a:pt x="177430" y="122775"/>
                </a:moveTo>
                <a:lnTo>
                  <a:pt x="179872" y="137711"/>
                </a:lnTo>
                <a:cubicBezTo>
                  <a:pt x="175113" y="138588"/>
                  <a:pt x="170854" y="139026"/>
                  <a:pt x="167097" y="139026"/>
                </a:cubicBezTo>
                <a:cubicBezTo>
                  <a:pt x="160959" y="139026"/>
                  <a:pt x="156200" y="138055"/>
                  <a:pt x="152818" y="136114"/>
                </a:cubicBezTo>
                <a:cubicBezTo>
                  <a:pt x="149437" y="134173"/>
                  <a:pt x="147057" y="131621"/>
                  <a:pt x="145679" y="128458"/>
                </a:cubicBezTo>
                <a:cubicBezTo>
                  <a:pt x="144301" y="125296"/>
                  <a:pt x="143613" y="118642"/>
                  <a:pt x="143613" y="108497"/>
                </a:cubicBezTo>
                <a:lnTo>
                  <a:pt x="143613" y="51101"/>
                </a:lnTo>
                <a:lnTo>
                  <a:pt x="131213" y="51101"/>
                </a:lnTo>
                <a:lnTo>
                  <a:pt x="131213" y="37950"/>
                </a:lnTo>
                <a:lnTo>
                  <a:pt x="143613" y="37950"/>
                </a:lnTo>
                <a:lnTo>
                  <a:pt x="143613" y="13178"/>
                </a:lnTo>
                <a:lnTo>
                  <a:pt x="160427" y="3006"/>
                </a:lnTo>
                <a:lnTo>
                  <a:pt x="160427" y="37950"/>
                </a:lnTo>
                <a:lnTo>
                  <a:pt x="177430" y="37950"/>
                </a:lnTo>
                <a:lnTo>
                  <a:pt x="177430" y="51101"/>
                </a:lnTo>
                <a:lnTo>
                  <a:pt x="160427" y="51101"/>
                </a:lnTo>
                <a:lnTo>
                  <a:pt x="160427" y="109436"/>
                </a:lnTo>
                <a:cubicBezTo>
                  <a:pt x="160427" y="114258"/>
                  <a:pt x="160725" y="117358"/>
                  <a:pt x="161320" y="118736"/>
                </a:cubicBezTo>
                <a:cubicBezTo>
                  <a:pt x="161914" y="120113"/>
                  <a:pt x="162885" y="121209"/>
                  <a:pt x="164232" y="122023"/>
                </a:cubicBezTo>
                <a:cubicBezTo>
                  <a:pt x="165578" y="122838"/>
                  <a:pt x="167504" y="123245"/>
                  <a:pt x="170009" y="123245"/>
                </a:cubicBezTo>
                <a:cubicBezTo>
                  <a:pt x="171887" y="123245"/>
                  <a:pt x="174361" y="123088"/>
                  <a:pt x="177430" y="122775"/>
                </a:cubicBezTo>
                <a:close/>
                <a:moveTo>
                  <a:pt x="231874" y="122775"/>
                </a:moveTo>
                <a:lnTo>
                  <a:pt x="234316" y="137711"/>
                </a:lnTo>
                <a:cubicBezTo>
                  <a:pt x="229557" y="138588"/>
                  <a:pt x="225298" y="139026"/>
                  <a:pt x="221541" y="139026"/>
                </a:cubicBezTo>
                <a:cubicBezTo>
                  <a:pt x="215404" y="139026"/>
                  <a:pt x="210644" y="138055"/>
                  <a:pt x="207263" y="136114"/>
                </a:cubicBezTo>
                <a:cubicBezTo>
                  <a:pt x="203881" y="134173"/>
                  <a:pt x="201501" y="131621"/>
                  <a:pt x="200123" y="128458"/>
                </a:cubicBezTo>
                <a:cubicBezTo>
                  <a:pt x="198746" y="125296"/>
                  <a:pt x="198057" y="118642"/>
                  <a:pt x="198057" y="108497"/>
                </a:cubicBezTo>
                <a:lnTo>
                  <a:pt x="198057" y="51101"/>
                </a:lnTo>
                <a:lnTo>
                  <a:pt x="185657" y="51101"/>
                </a:lnTo>
                <a:lnTo>
                  <a:pt x="185657" y="37950"/>
                </a:lnTo>
                <a:lnTo>
                  <a:pt x="198057" y="37950"/>
                </a:lnTo>
                <a:lnTo>
                  <a:pt x="198057" y="13178"/>
                </a:lnTo>
                <a:lnTo>
                  <a:pt x="214871" y="3006"/>
                </a:lnTo>
                <a:lnTo>
                  <a:pt x="214871" y="37950"/>
                </a:lnTo>
                <a:lnTo>
                  <a:pt x="231874" y="37950"/>
                </a:lnTo>
                <a:lnTo>
                  <a:pt x="231874" y="51101"/>
                </a:lnTo>
                <a:lnTo>
                  <a:pt x="214871" y="51101"/>
                </a:lnTo>
                <a:lnTo>
                  <a:pt x="214871" y="109436"/>
                </a:lnTo>
                <a:cubicBezTo>
                  <a:pt x="214871" y="114258"/>
                  <a:pt x="215169" y="117358"/>
                  <a:pt x="215764" y="118736"/>
                </a:cubicBezTo>
                <a:cubicBezTo>
                  <a:pt x="216359" y="120113"/>
                  <a:pt x="217329" y="121209"/>
                  <a:pt x="218676" y="122023"/>
                </a:cubicBezTo>
                <a:cubicBezTo>
                  <a:pt x="220022" y="122838"/>
                  <a:pt x="221948" y="123245"/>
                  <a:pt x="224453" y="123245"/>
                </a:cubicBezTo>
                <a:cubicBezTo>
                  <a:pt x="226332" y="123245"/>
                  <a:pt x="228805" y="123088"/>
                  <a:pt x="231874" y="122775"/>
                </a:cubicBezTo>
                <a:close/>
                <a:moveTo>
                  <a:pt x="314499" y="125393"/>
                </a:moveTo>
                <a:cubicBezTo>
                  <a:pt x="308236" y="130720"/>
                  <a:pt x="302209" y="134481"/>
                  <a:pt x="296416" y="136675"/>
                </a:cubicBezTo>
                <a:cubicBezTo>
                  <a:pt x="290623" y="138868"/>
                  <a:pt x="284408" y="139965"/>
                  <a:pt x="277770" y="139965"/>
                </a:cubicBezTo>
                <a:cubicBezTo>
                  <a:pt x="266810" y="139965"/>
                  <a:pt x="258387" y="137286"/>
                  <a:pt x="252501" y="131928"/>
                </a:cubicBezTo>
                <a:cubicBezTo>
                  <a:pt x="246614" y="126570"/>
                  <a:pt x="243671" y="119723"/>
                  <a:pt x="243671" y="111388"/>
                </a:cubicBezTo>
                <a:cubicBezTo>
                  <a:pt x="243671" y="106501"/>
                  <a:pt x="244782" y="102037"/>
                  <a:pt x="247005" y="97996"/>
                </a:cubicBezTo>
                <a:cubicBezTo>
                  <a:pt x="249229" y="93953"/>
                  <a:pt x="252141" y="90709"/>
                  <a:pt x="255741" y="88265"/>
                </a:cubicBezTo>
                <a:cubicBezTo>
                  <a:pt x="259342" y="85821"/>
                  <a:pt x="263397" y="83972"/>
                  <a:pt x="267906" y="82720"/>
                </a:cubicBezTo>
                <a:cubicBezTo>
                  <a:pt x="271225" y="81841"/>
                  <a:pt x="276235" y="80995"/>
                  <a:pt x="282936" y="80181"/>
                </a:cubicBezTo>
                <a:cubicBezTo>
                  <a:pt x="296588" y="78564"/>
                  <a:pt x="306639" y="76636"/>
                  <a:pt x="313090" y="74398"/>
                </a:cubicBezTo>
                <a:cubicBezTo>
                  <a:pt x="313152" y="72090"/>
                  <a:pt x="313184" y="70625"/>
                  <a:pt x="313184" y="70000"/>
                </a:cubicBezTo>
                <a:cubicBezTo>
                  <a:pt x="313184" y="63137"/>
                  <a:pt x="311587" y="58302"/>
                  <a:pt x="308393" y="55496"/>
                </a:cubicBezTo>
                <a:cubicBezTo>
                  <a:pt x="304072" y="51690"/>
                  <a:pt x="297653" y="49786"/>
                  <a:pt x="289136" y="49786"/>
                </a:cubicBezTo>
                <a:cubicBezTo>
                  <a:pt x="281183" y="49786"/>
                  <a:pt x="275312" y="51180"/>
                  <a:pt x="271523" y="53966"/>
                </a:cubicBezTo>
                <a:cubicBezTo>
                  <a:pt x="267734" y="56753"/>
                  <a:pt x="264932" y="61685"/>
                  <a:pt x="263116" y="68761"/>
                </a:cubicBezTo>
                <a:lnTo>
                  <a:pt x="246583" y="66507"/>
                </a:lnTo>
                <a:cubicBezTo>
                  <a:pt x="248086" y="59409"/>
                  <a:pt x="250559" y="53677"/>
                  <a:pt x="254004" y="49311"/>
                </a:cubicBezTo>
                <a:cubicBezTo>
                  <a:pt x="257448" y="44945"/>
                  <a:pt x="262427" y="41584"/>
                  <a:pt x="268940" y="39230"/>
                </a:cubicBezTo>
                <a:cubicBezTo>
                  <a:pt x="275452" y="36874"/>
                  <a:pt x="282999" y="35696"/>
                  <a:pt x="291578" y="35696"/>
                </a:cubicBezTo>
                <a:cubicBezTo>
                  <a:pt x="300095" y="35696"/>
                  <a:pt x="307015" y="36698"/>
                  <a:pt x="312338" y="38702"/>
                </a:cubicBezTo>
                <a:cubicBezTo>
                  <a:pt x="317661" y="40706"/>
                  <a:pt x="321575" y="43226"/>
                  <a:pt x="324080" y="46264"/>
                </a:cubicBezTo>
                <a:cubicBezTo>
                  <a:pt x="326585" y="49301"/>
                  <a:pt x="328339" y="53137"/>
                  <a:pt x="329341" y="57771"/>
                </a:cubicBezTo>
                <a:cubicBezTo>
                  <a:pt x="329904" y="60652"/>
                  <a:pt x="330186" y="65849"/>
                  <a:pt x="330186" y="73364"/>
                </a:cubicBezTo>
                <a:lnTo>
                  <a:pt x="330186" y="95909"/>
                </a:lnTo>
                <a:cubicBezTo>
                  <a:pt x="330186" y="111628"/>
                  <a:pt x="330546" y="121569"/>
                  <a:pt x="331266" y="125734"/>
                </a:cubicBezTo>
                <a:cubicBezTo>
                  <a:pt x="331987" y="129898"/>
                  <a:pt x="333411" y="133891"/>
                  <a:pt x="335541" y="137711"/>
                </a:cubicBezTo>
                <a:lnTo>
                  <a:pt x="317880" y="137711"/>
                </a:lnTo>
                <a:cubicBezTo>
                  <a:pt x="316127" y="134200"/>
                  <a:pt x="315000" y="130094"/>
                  <a:pt x="314499" y="125393"/>
                </a:cubicBezTo>
                <a:moveTo>
                  <a:pt x="313090" y="87549"/>
                </a:moveTo>
                <a:cubicBezTo>
                  <a:pt x="306953" y="90075"/>
                  <a:pt x="297747" y="92222"/>
                  <a:pt x="285472" y="93989"/>
                </a:cubicBezTo>
                <a:cubicBezTo>
                  <a:pt x="278521" y="94995"/>
                  <a:pt x="273605" y="96127"/>
                  <a:pt x="270724" y="97386"/>
                </a:cubicBezTo>
                <a:cubicBezTo>
                  <a:pt x="267844" y="98642"/>
                  <a:pt x="265620" y="100482"/>
                  <a:pt x="264055" y="102904"/>
                </a:cubicBezTo>
                <a:cubicBezTo>
                  <a:pt x="262489" y="105325"/>
                  <a:pt x="261706" y="108013"/>
                  <a:pt x="261706" y="110968"/>
                </a:cubicBezTo>
                <a:cubicBezTo>
                  <a:pt x="261706" y="115495"/>
                  <a:pt x="263413" y="119268"/>
                  <a:pt x="266826" y="122288"/>
                </a:cubicBezTo>
                <a:cubicBezTo>
                  <a:pt x="270239" y="125305"/>
                  <a:pt x="275233" y="126814"/>
                  <a:pt x="281809" y="126814"/>
                </a:cubicBezTo>
                <a:cubicBezTo>
                  <a:pt x="288322" y="126814"/>
                  <a:pt x="294115" y="125383"/>
                  <a:pt x="299187" y="122520"/>
                </a:cubicBezTo>
                <a:cubicBezTo>
                  <a:pt x="304260" y="119656"/>
                  <a:pt x="307986" y="115739"/>
                  <a:pt x="310366" y="110769"/>
                </a:cubicBezTo>
                <a:cubicBezTo>
                  <a:pt x="312182" y="106929"/>
                  <a:pt x="313090" y="101265"/>
                  <a:pt x="313090" y="93778"/>
                </a:cubicBezTo>
                <a:lnTo>
                  <a:pt x="313090" y="87549"/>
                </a:lnTo>
                <a:close/>
                <a:moveTo>
                  <a:pt x="421155" y="101076"/>
                </a:moveTo>
                <a:lnTo>
                  <a:pt x="437782" y="103236"/>
                </a:lnTo>
                <a:cubicBezTo>
                  <a:pt x="435966" y="114726"/>
                  <a:pt x="431316" y="123720"/>
                  <a:pt x="423832" y="130219"/>
                </a:cubicBezTo>
                <a:cubicBezTo>
                  <a:pt x="416349" y="136717"/>
                  <a:pt x="407159" y="139965"/>
                  <a:pt x="396262" y="139965"/>
                </a:cubicBezTo>
                <a:cubicBezTo>
                  <a:pt x="382610" y="139965"/>
                  <a:pt x="371635" y="135503"/>
                  <a:pt x="363337" y="126579"/>
                </a:cubicBezTo>
                <a:cubicBezTo>
                  <a:pt x="355040" y="117655"/>
                  <a:pt x="350891" y="104864"/>
                  <a:pt x="350891" y="88206"/>
                </a:cubicBezTo>
                <a:cubicBezTo>
                  <a:pt x="350891" y="77435"/>
                  <a:pt x="352676" y="68010"/>
                  <a:pt x="356245" y="59931"/>
                </a:cubicBezTo>
                <a:cubicBezTo>
                  <a:pt x="359815" y="51853"/>
                  <a:pt x="365247" y="45794"/>
                  <a:pt x="372543" y="41755"/>
                </a:cubicBezTo>
                <a:cubicBezTo>
                  <a:pt x="379839" y="37715"/>
                  <a:pt x="387776" y="35696"/>
                  <a:pt x="396356" y="35696"/>
                </a:cubicBezTo>
                <a:cubicBezTo>
                  <a:pt x="407190" y="35696"/>
                  <a:pt x="416051" y="38444"/>
                  <a:pt x="422940" y="43942"/>
                </a:cubicBezTo>
                <a:cubicBezTo>
                  <a:pt x="429829" y="49437"/>
                  <a:pt x="434244" y="57241"/>
                  <a:pt x="436185" y="67352"/>
                </a:cubicBezTo>
                <a:lnTo>
                  <a:pt x="419746" y="69889"/>
                </a:lnTo>
                <a:cubicBezTo>
                  <a:pt x="418181" y="63219"/>
                  <a:pt x="415409" y="58201"/>
                  <a:pt x="411433" y="54835"/>
                </a:cubicBezTo>
                <a:cubicBezTo>
                  <a:pt x="407456" y="51469"/>
                  <a:pt x="402650" y="49786"/>
                  <a:pt x="397014" y="49786"/>
                </a:cubicBezTo>
                <a:cubicBezTo>
                  <a:pt x="388497" y="49786"/>
                  <a:pt x="381577" y="52825"/>
                  <a:pt x="376254" y="58901"/>
                </a:cubicBezTo>
                <a:cubicBezTo>
                  <a:pt x="370931" y="64976"/>
                  <a:pt x="368269" y="74587"/>
                  <a:pt x="368269" y="87737"/>
                </a:cubicBezTo>
                <a:cubicBezTo>
                  <a:pt x="368269" y="101074"/>
                  <a:pt x="370837" y="110765"/>
                  <a:pt x="375972" y="116810"/>
                </a:cubicBezTo>
                <a:cubicBezTo>
                  <a:pt x="381107" y="122853"/>
                  <a:pt x="387808" y="125875"/>
                  <a:pt x="396074" y="125875"/>
                </a:cubicBezTo>
                <a:cubicBezTo>
                  <a:pt x="402712" y="125875"/>
                  <a:pt x="408255" y="123847"/>
                  <a:pt x="412701" y="119792"/>
                </a:cubicBezTo>
                <a:cubicBezTo>
                  <a:pt x="417147" y="115738"/>
                  <a:pt x="419965" y="109499"/>
                  <a:pt x="421155" y="101076"/>
                </a:cubicBezTo>
                <a:close/>
                <a:moveTo>
                  <a:pt x="452342" y="137711"/>
                </a:moveTo>
                <a:lnTo>
                  <a:pt x="452342" y="0"/>
                </a:lnTo>
                <a:lnTo>
                  <a:pt x="469250" y="0"/>
                </a:lnTo>
                <a:lnTo>
                  <a:pt x="469250" y="78531"/>
                </a:lnTo>
                <a:lnTo>
                  <a:pt x="509267" y="37950"/>
                </a:lnTo>
                <a:lnTo>
                  <a:pt x="531154" y="37950"/>
                </a:lnTo>
                <a:lnTo>
                  <a:pt x="493016" y="74961"/>
                </a:lnTo>
                <a:lnTo>
                  <a:pt x="535006" y="137711"/>
                </a:lnTo>
                <a:lnTo>
                  <a:pt x="514152" y="137711"/>
                </a:lnTo>
                <a:lnTo>
                  <a:pt x="481180" y="86703"/>
                </a:lnTo>
                <a:lnTo>
                  <a:pt x="469250" y="98164"/>
                </a:lnTo>
                <a:lnTo>
                  <a:pt x="469250" y="137711"/>
                </a:lnTo>
                <a:lnTo>
                  <a:pt x="452342" y="137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Text Membership">
            <a:extLst xmlns:a="http://schemas.openxmlformats.org/drawingml/2006/main">
              <a:ext uri="{FF2B5EF4-FFF2-40B4-BE49-F238E27FC236}">
                <a16:creationId xmlns:a16="http://schemas.microsoft.com/office/drawing/2014/main" id="{299610CA-3B26-4630-9B37-093F75EE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07" y="1573289"/>
            <a:ext cx="1032013" cy="176037"/>
          </a:xfrm>
          <a:custGeom xmlns:a="http://schemas.openxmlformats.org/drawingml/2006/main">
            <a:pathLst>
              <a:path w="1032013" h="176037">
                <a:moveTo>
                  <a:pt x="0" y="137711"/>
                </a:moveTo>
                <a:lnTo>
                  <a:pt x="0" y="0"/>
                </a:lnTo>
                <a:lnTo>
                  <a:pt x="27429" y="0"/>
                </a:lnTo>
                <a:lnTo>
                  <a:pt x="60025" y="97506"/>
                </a:lnTo>
                <a:cubicBezTo>
                  <a:pt x="63031" y="106587"/>
                  <a:pt x="65223" y="113381"/>
                  <a:pt x="66601" y="117890"/>
                </a:cubicBezTo>
                <a:cubicBezTo>
                  <a:pt x="68167" y="112880"/>
                  <a:pt x="70609" y="105522"/>
                  <a:pt x="73928" y="95815"/>
                </a:cubicBezTo>
                <a:lnTo>
                  <a:pt x="106900" y="0"/>
                </a:lnTo>
                <a:lnTo>
                  <a:pt x="131417" y="0"/>
                </a:lnTo>
                <a:lnTo>
                  <a:pt x="131417" y="137711"/>
                </a:lnTo>
                <a:lnTo>
                  <a:pt x="113851" y="137711"/>
                </a:lnTo>
                <a:lnTo>
                  <a:pt x="113851" y="22451"/>
                </a:lnTo>
                <a:lnTo>
                  <a:pt x="73834" y="137711"/>
                </a:lnTo>
                <a:lnTo>
                  <a:pt x="57395" y="137711"/>
                </a:lnTo>
                <a:lnTo>
                  <a:pt x="17566" y="20478"/>
                </a:lnTo>
                <a:lnTo>
                  <a:pt x="17566" y="137711"/>
                </a:lnTo>
                <a:lnTo>
                  <a:pt x="0" y="137711"/>
                </a:lnTo>
                <a:close/>
                <a:moveTo>
                  <a:pt x="223525" y="105585"/>
                </a:moveTo>
                <a:lnTo>
                  <a:pt x="240997" y="107745"/>
                </a:lnTo>
                <a:cubicBezTo>
                  <a:pt x="238241" y="117953"/>
                  <a:pt x="233138" y="125875"/>
                  <a:pt x="225685" y="131511"/>
                </a:cubicBezTo>
                <a:cubicBezTo>
                  <a:pt x="218233" y="137147"/>
                  <a:pt x="208714" y="139965"/>
                  <a:pt x="197129" y="139965"/>
                </a:cubicBezTo>
                <a:cubicBezTo>
                  <a:pt x="182537" y="139965"/>
                  <a:pt x="170967" y="135472"/>
                  <a:pt x="162419" y="126485"/>
                </a:cubicBezTo>
                <a:cubicBezTo>
                  <a:pt x="153871" y="117499"/>
                  <a:pt x="149597" y="104896"/>
                  <a:pt x="149597" y="88676"/>
                </a:cubicBezTo>
                <a:cubicBezTo>
                  <a:pt x="149597" y="71893"/>
                  <a:pt x="153918" y="58867"/>
                  <a:pt x="162560" y="49598"/>
                </a:cubicBezTo>
                <a:cubicBezTo>
                  <a:pt x="171202" y="40330"/>
                  <a:pt x="182412" y="35696"/>
                  <a:pt x="196189" y="35696"/>
                </a:cubicBezTo>
                <a:cubicBezTo>
                  <a:pt x="209528" y="35696"/>
                  <a:pt x="220425" y="40229"/>
                  <a:pt x="228879" y="49296"/>
                </a:cubicBezTo>
                <a:cubicBezTo>
                  <a:pt x="237333" y="58361"/>
                  <a:pt x="241561" y="71115"/>
                  <a:pt x="241561" y="87558"/>
                </a:cubicBezTo>
                <a:cubicBezTo>
                  <a:pt x="241561" y="88558"/>
                  <a:pt x="241529" y="90058"/>
                  <a:pt x="241467" y="92058"/>
                </a:cubicBezTo>
                <a:lnTo>
                  <a:pt x="167069" y="92058"/>
                </a:lnTo>
                <a:cubicBezTo>
                  <a:pt x="167695" y="102986"/>
                  <a:pt x="170795" y="111354"/>
                  <a:pt x="176369" y="117162"/>
                </a:cubicBezTo>
                <a:cubicBezTo>
                  <a:pt x="181942" y="122971"/>
                  <a:pt x="188894" y="125875"/>
                  <a:pt x="197223" y="125875"/>
                </a:cubicBezTo>
                <a:cubicBezTo>
                  <a:pt x="203422" y="125875"/>
                  <a:pt x="208714" y="124262"/>
                  <a:pt x="213098" y="121037"/>
                </a:cubicBezTo>
                <a:cubicBezTo>
                  <a:pt x="217482" y="117810"/>
                  <a:pt x="220957" y="112659"/>
                  <a:pt x="223525" y="105585"/>
                </a:cubicBezTo>
                <a:moveTo>
                  <a:pt x="168008" y="77967"/>
                </a:moveTo>
                <a:lnTo>
                  <a:pt x="223713" y="77967"/>
                </a:lnTo>
                <a:cubicBezTo>
                  <a:pt x="222961" y="69713"/>
                  <a:pt x="220832" y="63522"/>
                  <a:pt x="217325" y="59394"/>
                </a:cubicBezTo>
                <a:cubicBezTo>
                  <a:pt x="211939" y="52989"/>
                  <a:pt x="204957" y="49786"/>
                  <a:pt x="196377" y="49786"/>
                </a:cubicBezTo>
                <a:cubicBezTo>
                  <a:pt x="188612" y="49786"/>
                  <a:pt x="182083" y="52343"/>
                  <a:pt x="176791" y="57457"/>
                </a:cubicBezTo>
                <a:cubicBezTo>
                  <a:pt x="171500" y="62569"/>
                  <a:pt x="168572" y="69405"/>
                  <a:pt x="168008" y="77967"/>
                </a:cubicBezTo>
                <a:close/>
                <a:moveTo>
                  <a:pt x="261812" y="137711"/>
                </a:moveTo>
                <a:lnTo>
                  <a:pt x="261812" y="37950"/>
                </a:lnTo>
                <a:lnTo>
                  <a:pt x="276936" y="37950"/>
                </a:lnTo>
                <a:lnTo>
                  <a:pt x="276936" y="51853"/>
                </a:lnTo>
                <a:cubicBezTo>
                  <a:pt x="280067" y="46996"/>
                  <a:pt x="284232" y="43088"/>
                  <a:pt x="289430" y="40131"/>
                </a:cubicBezTo>
                <a:cubicBezTo>
                  <a:pt x="294627" y="37174"/>
                  <a:pt x="300545" y="35696"/>
                  <a:pt x="307184" y="35696"/>
                </a:cubicBezTo>
                <a:cubicBezTo>
                  <a:pt x="314573" y="35696"/>
                  <a:pt x="320632" y="37222"/>
                  <a:pt x="325360" y="40275"/>
                </a:cubicBezTo>
                <a:cubicBezTo>
                  <a:pt x="330088" y="43326"/>
                  <a:pt x="333423" y="47593"/>
                  <a:pt x="335365" y="53074"/>
                </a:cubicBezTo>
                <a:cubicBezTo>
                  <a:pt x="343255" y="41489"/>
                  <a:pt x="353526" y="35696"/>
                  <a:pt x="366176" y="35696"/>
                </a:cubicBezTo>
                <a:cubicBezTo>
                  <a:pt x="376070" y="35696"/>
                  <a:pt x="383679" y="38436"/>
                  <a:pt x="389002" y="43915"/>
                </a:cubicBezTo>
                <a:cubicBezTo>
                  <a:pt x="394325" y="49395"/>
                  <a:pt x="396987" y="57834"/>
                  <a:pt x="396987" y="69231"/>
                </a:cubicBezTo>
                <a:lnTo>
                  <a:pt x="396987" y="137711"/>
                </a:lnTo>
                <a:lnTo>
                  <a:pt x="380172" y="137711"/>
                </a:lnTo>
                <a:lnTo>
                  <a:pt x="380172" y="74800"/>
                </a:lnTo>
                <a:cubicBezTo>
                  <a:pt x="380172" y="68029"/>
                  <a:pt x="379624" y="63155"/>
                  <a:pt x="378528" y="60178"/>
                </a:cubicBezTo>
                <a:cubicBezTo>
                  <a:pt x="377432" y="57199"/>
                  <a:pt x="375444" y="54801"/>
                  <a:pt x="372563" y="52983"/>
                </a:cubicBezTo>
                <a:cubicBezTo>
                  <a:pt x="369683" y="51165"/>
                  <a:pt x="366301" y="50256"/>
                  <a:pt x="362418" y="50256"/>
                </a:cubicBezTo>
                <a:cubicBezTo>
                  <a:pt x="355404" y="50256"/>
                  <a:pt x="349580" y="52592"/>
                  <a:pt x="344946" y="57263"/>
                </a:cubicBezTo>
                <a:cubicBezTo>
                  <a:pt x="340312" y="61932"/>
                  <a:pt x="337995" y="69408"/>
                  <a:pt x="337995" y="79690"/>
                </a:cubicBezTo>
                <a:lnTo>
                  <a:pt x="337995" y="137711"/>
                </a:lnTo>
                <a:lnTo>
                  <a:pt x="321086" y="137711"/>
                </a:lnTo>
                <a:lnTo>
                  <a:pt x="321086" y="72824"/>
                </a:lnTo>
                <a:cubicBezTo>
                  <a:pt x="321086" y="65301"/>
                  <a:pt x="319708" y="59659"/>
                  <a:pt x="316953" y="55898"/>
                </a:cubicBezTo>
                <a:cubicBezTo>
                  <a:pt x="314198" y="52137"/>
                  <a:pt x="309689" y="50256"/>
                  <a:pt x="303426" y="50256"/>
                </a:cubicBezTo>
                <a:cubicBezTo>
                  <a:pt x="298667" y="50256"/>
                  <a:pt x="294267" y="51510"/>
                  <a:pt x="290228" y="54019"/>
                </a:cubicBezTo>
                <a:cubicBezTo>
                  <a:pt x="286189" y="56526"/>
                  <a:pt x="283261" y="60194"/>
                  <a:pt x="281445" y="65022"/>
                </a:cubicBezTo>
                <a:cubicBezTo>
                  <a:pt x="279629" y="69848"/>
                  <a:pt x="278721" y="76806"/>
                  <a:pt x="278721" y="85896"/>
                </a:cubicBezTo>
                <a:lnTo>
                  <a:pt x="278721" y="137711"/>
                </a:lnTo>
                <a:lnTo>
                  <a:pt x="261812" y="137711"/>
                </a:lnTo>
                <a:close/>
                <a:moveTo>
                  <a:pt x="438410" y="137711"/>
                </a:moveTo>
                <a:lnTo>
                  <a:pt x="422723" y="137711"/>
                </a:lnTo>
                <a:lnTo>
                  <a:pt x="422723" y="0"/>
                </a:lnTo>
                <a:lnTo>
                  <a:pt x="439632" y="0"/>
                </a:lnTo>
                <a:lnTo>
                  <a:pt x="439632" y="49311"/>
                </a:lnTo>
                <a:cubicBezTo>
                  <a:pt x="446771" y="40234"/>
                  <a:pt x="455883" y="35696"/>
                  <a:pt x="466967" y="35696"/>
                </a:cubicBezTo>
                <a:cubicBezTo>
                  <a:pt x="473104" y="35696"/>
                  <a:pt x="478913" y="36933"/>
                  <a:pt x="484392" y="39406"/>
                </a:cubicBezTo>
                <a:cubicBezTo>
                  <a:pt x="489872" y="41880"/>
                  <a:pt x="494381" y="45356"/>
                  <a:pt x="497919" y="49833"/>
                </a:cubicBezTo>
                <a:cubicBezTo>
                  <a:pt x="501457" y="54311"/>
                  <a:pt x="504229" y="59712"/>
                  <a:pt x="506233" y="66037"/>
                </a:cubicBezTo>
                <a:cubicBezTo>
                  <a:pt x="508237" y="72362"/>
                  <a:pt x="509239" y="79126"/>
                  <a:pt x="509239" y="86328"/>
                </a:cubicBezTo>
                <a:cubicBezTo>
                  <a:pt x="509239" y="103424"/>
                  <a:pt x="505011" y="116638"/>
                  <a:pt x="496557" y="125969"/>
                </a:cubicBezTo>
                <a:cubicBezTo>
                  <a:pt x="488103" y="135300"/>
                  <a:pt x="477958" y="139965"/>
                  <a:pt x="466122" y="139965"/>
                </a:cubicBezTo>
                <a:cubicBezTo>
                  <a:pt x="454348" y="139965"/>
                  <a:pt x="445111" y="134987"/>
                  <a:pt x="438410" y="125029"/>
                </a:cubicBezTo>
                <a:lnTo>
                  <a:pt x="438410" y="137711"/>
                </a:lnTo>
                <a:moveTo>
                  <a:pt x="438223" y="87082"/>
                </a:moveTo>
                <a:cubicBezTo>
                  <a:pt x="438223" y="98985"/>
                  <a:pt x="439851" y="107585"/>
                  <a:pt x="443107" y="112882"/>
                </a:cubicBezTo>
                <a:cubicBezTo>
                  <a:pt x="448430" y="121544"/>
                  <a:pt x="455632" y="125875"/>
                  <a:pt x="464713" y="125875"/>
                </a:cubicBezTo>
                <a:cubicBezTo>
                  <a:pt x="472102" y="125875"/>
                  <a:pt x="478490" y="122681"/>
                  <a:pt x="483876" y="116293"/>
                </a:cubicBezTo>
                <a:cubicBezTo>
                  <a:pt x="489261" y="109906"/>
                  <a:pt x="491954" y="100387"/>
                  <a:pt x="491954" y="87737"/>
                </a:cubicBezTo>
                <a:cubicBezTo>
                  <a:pt x="491954" y="74775"/>
                  <a:pt x="489371" y="65210"/>
                  <a:pt x="484204" y="59042"/>
                </a:cubicBezTo>
                <a:cubicBezTo>
                  <a:pt x="479038" y="52872"/>
                  <a:pt x="472791" y="49786"/>
                  <a:pt x="465464" y="49786"/>
                </a:cubicBezTo>
                <a:cubicBezTo>
                  <a:pt x="458074" y="49786"/>
                  <a:pt x="451687" y="52980"/>
                  <a:pt x="446301" y="59368"/>
                </a:cubicBezTo>
                <a:cubicBezTo>
                  <a:pt x="440915" y="65756"/>
                  <a:pt x="438223" y="74994"/>
                  <a:pt x="438223" y="87082"/>
                </a:cubicBezTo>
                <a:close/>
                <a:moveTo>
                  <a:pt x="597688" y="105585"/>
                </a:moveTo>
                <a:lnTo>
                  <a:pt x="615160" y="107745"/>
                </a:lnTo>
                <a:cubicBezTo>
                  <a:pt x="612405" y="117953"/>
                  <a:pt x="607301" y="125875"/>
                  <a:pt x="599849" y="131511"/>
                </a:cubicBezTo>
                <a:cubicBezTo>
                  <a:pt x="592396" y="137147"/>
                  <a:pt x="582877" y="139965"/>
                  <a:pt x="571292" y="139965"/>
                </a:cubicBezTo>
                <a:cubicBezTo>
                  <a:pt x="556700" y="139965"/>
                  <a:pt x="545131" y="135472"/>
                  <a:pt x="536582" y="126485"/>
                </a:cubicBezTo>
                <a:cubicBezTo>
                  <a:pt x="528034" y="117499"/>
                  <a:pt x="523760" y="104896"/>
                  <a:pt x="523760" y="88676"/>
                </a:cubicBezTo>
                <a:cubicBezTo>
                  <a:pt x="523760" y="71893"/>
                  <a:pt x="528081" y="58867"/>
                  <a:pt x="536723" y="49598"/>
                </a:cubicBezTo>
                <a:cubicBezTo>
                  <a:pt x="545366" y="40330"/>
                  <a:pt x="556575" y="35696"/>
                  <a:pt x="570353" y="35696"/>
                </a:cubicBezTo>
                <a:cubicBezTo>
                  <a:pt x="583692" y="35696"/>
                  <a:pt x="594588" y="40229"/>
                  <a:pt x="603042" y="49296"/>
                </a:cubicBezTo>
                <a:cubicBezTo>
                  <a:pt x="611497" y="58361"/>
                  <a:pt x="615724" y="71115"/>
                  <a:pt x="615724" y="87558"/>
                </a:cubicBezTo>
                <a:cubicBezTo>
                  <a:pt x="615724" y="88558"/>
                  <a:pt x="615693" y="90058"/>
                  <a:pt x="615630" y="92058"/>
                </a:cubicBezTo>
                <a:lnTo>
                  <a:pt x="541232" y="92058"/>
                </a:lnTo>
                <a:cubicBezTo>
                  <a:pt x="541859" y="102986"/>
                  <a:pt x="544958" y="111354"/>
                  <a:pt x="550532" y="117162"/>
                </a:cubicBezTo>
                <a:cubicBezTo>
                  <a:pt x="556106" y="122971"/>
                  <a:pt x="563057" y="125875"/>
                  <a:pt x="571386" y="125875"/>
                </a:cubicBezTo>
                <a:cubicBezTo>
                  <a:pt x="577586" y="125875"/>
                  <a:pt x="582877" y="124262"/>
                  <a:pt x="587261" y="121037"/>
                </a:cubicBezTo>
                <a:cubicBezTo>
                  <a:pt x="591645" y="117810"/>
                  <a:pt x="595121" y="112659"/>
                  <a:pt x="597688" y="105585"/>
                </a:cubicBezTo>
                <a:moveTo>
                  <a:pt x="542172" y="77967"/>
                </a:moveTo>
                <a:lnTo>
                  <a:pt x="597876" y="77967"/>
                </a:lnTo>
                <a:cubicBezTo>
                  <a:pt x="597124" y="69713"/>
                  <a:pt x="594995" y="63522"/>
                  <a:pt x="591488" y="59394"/>
                </a:cubicBezTo>
                <a:cubicBezTo>
                  <a:pt x="586103" y="52989"/>
                  <a:pt x="579120" y="49786"/>
                  <a:pt x="570540" y="49786"/>
                </a:cubicBezTo>
                <a:cubicBezTo>
                  <a:pt x="562775" y="49786"/>
                  <a:pt x="556246" y="52343"/>
                  <a:pt x="550955" y="57457"/>
                </a:cubicBezTo>
                <a:cubicBezTo>
                  <a:pt x="545663" y="62569"/>
                  <a:pt x="542735" y="69405"/>
                  <a:pt x="542172" y="77967"/>
                </a:cubicBezTo>
                <a:close/>
                <a:moveTo>
                  <a:pt x="635788" y="137711"/>
                </a:moveTo>
                <a:lnTo>
                  <a:pt x="635788" y="37950"/>
                </a:lnTo>
                <a:lnTo>
                  <a:pt x="651006" y="37950"/>
                </a:lnTo>
                <a:lnTo>
                  <a:pt x="651006" y="52980"/>
                </a:lnTo>
                <a:cubicBezTo>
                  <a:pt x="654888" y="45943"/>
                  <a:pt x="658474" y="41303"/>
                  <a:pt x="661761" y="39060"/>
                </a:cubicBezTo>
                <a:cubicBezTo>
                  <a:pt x="665049" y="36817"/>
                  <a:pt x="668666" y="35696"/>
                  <a:pt x="672611" y="35696"/>
                </a:cubicBezTo>
                <a:cubicBezTo>
                  <a:pt x="678310" y="35696"/>
                  <a:pt x="684103" y="37504"/>
                  <a:pt x="689989" y="41121"/>
                </a:cubicBezTo>
                <a:lnTo>
                  <a:pt x="684165" y="56738"/>
                </a:lnTo>
                <a:cubicBezTo>
                  <a:pt x="680032" y="54295"/>
                  <a:pt x="675899" y="53074"/>
                  <a:pt x="671766" y="53074"/>
                </a:cubicBezTo>
                <a:cubicBezTo>
                  <a:pt x="668071" y="53074"/>
                  <a:pt x="664752" y="54188"/>
                  <a:pt x="661808" y="56415"/>
                </a:cubicBezTo>
                <a:cubicBezTo>
                  <a:pt x="658865" y="58640"/>
                  <a:pt x="656767" y="61727"/>
                  <a:pt x="655515" y="65676"/>
                </a:cubicBezTo>
                <a:cubicBezTo>
                  <a:pt x="653636" y="71694"/>
                  <a:pt x="652697" y="78276"/>
                  <a:pt x="652697" y="85423"/>
                </a:cubicBezTo>
                <a:lnTo>
                  <a:pt x="652697" y="137711"/>
                </a:lnTo>
                <a:lnTo>
                  <a:pt x="635788" y="137711"/>
                </a:lnTo>
                <a:close/>
                <a:moveTo>
                  <a:pt x="694045" y="107839"/>
                </a:moveTo>
                <a:lnTo>
                  <a:pt x="710766" y="105209"/>
                </a:lnTo>
                <a:cubicBezTo>
                  <a:pt x="711705" y="111880"/>
                  <a:pt x="714320" y="116993"/>
                  <a:pt x="718610" y="120547"/>
                </a:cubicBezTo>
                <a:cubicBezTo>
                  <a:pt x="722899" y="124099"/>
                  <a:pt x="728896" y="125875"/>
                  <a:pt x="736598" y="125875"/>
                </a:cubicBezTo>
                <a:cubicBezTo>
                  <a:pt x="744364" y="125875"/>
                  <a:pt x="750125" y="124306"/>
                  <a:pt x="753883" y="121169"/>
                </a:cubicBezTo>
                <a:cubicBezTo>
                  <a:pt x="757640" y="118030"/>
                  <a:pt x="759519" y="114349"/>
                  <a:pt x="759519" y="110126"/>
                </a:cubicBezTo>
                <a:cubicBezTo>
                  <a:pt x="759519" y="106335"/>
                  <a:pt x="757859" y="103353"/>
                  <a:pt x="754540" y="101178"/>
                </a:cubicBezTo>
                <a:cubicBezTo>
                  <a:pt x="752223" y="99687"/>
                  <a:pt x="746462" y="97792"/>
                  <a:pt x="737256" y="95492"/>
                </a:cubicBezTo>
                <a:cubicBezTo>
                  <a:pt x="724856" y="92359"/>
                  <a:pt x="716261" y="89649"/>
                  <a:pt x="711470" y="87361"/>
                </a:cubicBezTo>
                <a:cubicBezTo>
                  <a:pt x="706680" y="85073"/>
                  <a:pt x="703047" y="81908"/>
                  <a:pt x="700574" y="77865"/>
                </a:cubicBezTo>
                <a:cubicBezTo>
                  <a:pt x="698100" y="73821"/>
                  <a:pt x="696863" y="69355"/>
                  <a:pt x="696863" y="64467"/>
                </a:cubicBezTo>
                <a:cubicBezTo>
                  <a:pt x="696863" y="60017"/>
                  <a:pt x="697881" y="55895"/>
                  <a:pt x="699916" y="52102"/>
                </a:cubicBezTo>
                <a:cubicBezTo>
                  <a:pt x="701951" y="48310"/>
                  <a:pt x="704723" y="45160"/>
                  <a:pt x="708230" y="42653"/>
                </a:cubicBezTo>
                <a:cubicBezTo>
                  <a:pt x="710860" y="40710"/>
                  <a:pt x="714445" y="39065"/>
                  <a:pt x="718985" y="37718"/>
                </a:cubicBezTo>
                <a:cubicBezTo>
                  <a:pt x="723526" y="36370"/>
                  <a:pt x="728395" y="35696"/>
                  <a:pt x="733592" y="35696"/>
                </a:cubicBezTo>
                <a:cubicBezTo>
                  <a:pt x="741420" y="35696"/>
                  <a:pt x="748293" y="36831"/>
                  <a:pt x="754211" y="39101"/>
                </a:cubicBezTo>
                <a:cubicBezTo>
                  <a:pt x="760129" y="41369"/>
                  <a:pt x="764498" y="44443"/>
                  <a:pt x="767316" y="48321"/>
                </a:cubicBezTo>
                <a:cubicBezTo>
                  <a:pt x="770134" y="52198"/>
                  <a:pt x="772075" y="57383"/>
                  <a:pt x="773140" y="63877"/>
                </a:cubicBezTo>
                <a:lnTo>
                  <a:pt x="756607" y="66131"/>
                </a:lnTo>
                <a:cubicBezTo>
                  <a:pt x="755855" y="60996"/>
                  <a:pt x="753679" y="56988"/>
                  <a:pt x="750078" y="54107"/>
                </a:cubicBezTo>
                <a:cubicBezTo>
                  <a:pt x="746477" y="51227"/>
                  <a:pt x="741389" y="49786"/>
                  <a:pt x="734814" y="49786"/>
                </a:cubicBezTo>
                <a:cubicBezTo>
                  <a:pt x="727048" y="49786"/>
                  <a:pt x="721506" y="51064"/>
                  <a:pt x="718187" y="53620"/>
                </a:cubicBezTo>
                <a:cubicBezTo>
                  <a:pt x="714868" y="56174"/>
                  <a:pt x="713208" y="59165"/>
                  <a:pt x="713208" y="62594"/>
                </a:cubicBezTo>
                <a:cubicBezTo>
                  <a:pt x="713208" y="64774"/>
                  <a:pt x="713897" y="66737"/>
                  <a:pt x="715275" y="68483"/>
                </a:cubicBezTo>
                <a:cubicBezTo>
                  <a:pt x="716653" y="70289"/>
                  <a:pt x="718813" y="71784"/>
                  <a:pt x="721756" y="72968"/>
                </a:cubicBezTo>
                <a:cubicBezTo>
                  <a:pt x="723447" y="73592"/>
                  <a:pt x="728426" y="75026"/>
                  <a:pt x="736692" y="77269"/>
                </a:cubicBezTo>
                <a:cubicBezTo>
                  <a:pt x="748654" y="80460"/>
                  <a:pt x="756998" y="83073"/>
                  <a:pt x="761726" y="85106"/>
                </a:cubicBezTo>
                <a:cubicBezTo>
                  <a:pt x="766455" y="87140"/>
                  <a:pt x="770165" y="90097"/>
                  <a:pt x="772858" y="93978"/>
                </a:cubicBezTo>
                <a:cubicBezTo>
                  <a:pt x="775551" y="97856"/>
                  <a:pt x="776897" y="102674"/>
                  <a:pt x="776897" y="108429"/>
                </a:cubicBezTo>
                <a:cubicBezTo>
                  <a:pt x="776897" y="114061"/>
                  <a:pt x="775253" y="119365"/>
                  <a:pt x="771965" y="124340"/>
                </a:cubicBezTo>
                <a:cubicBezTo>
                  <a:pt x="768678" y="129312"/>
                  <a:pt x="763934" y="133160"/>
                  <a:pt x="757734" y="135882"/>
                </a:cubicBezTo>
                <a:cubicBezTo>
                  <a:pt x="751534" y="138604"/>
                  <a:pt x="744520" y="139965"/>
                  <a:pt x="736692" y="139965"/>
                </a:cubicBezTo>
                <a:cubicBezTo>
                  <a:pt x="723729" y="139965"/>
                  <a:pt x="713850" y="137265"/>
                  <a:pt x="707055" y="131863"/>
                </a:cubicBezTo>
                <a:cubicBezTo>
                  <a:pt x="700261" y="126462"/>
                  <a:pt x="695924" y="118454"/>
                  <a:pt x="694045" y="107839"/>
                </a:cubicBezTo>
                <a:close/>
                <a:moveTo>
                  <a:pt x="797000" y="137711"/>
                </a:moveTo>
                <a:lnTo>
                  <a:pt x="797000" y="0"/>
                </a:lnTo>
                <a:lnTo>
                  <a:pt x="813908" y="0"/>
                </a:lnTo>
                <a:lnTo>
                  <a:pt x="813908" y="49411"/>
                </a:lnTo>
                <a:cubicBezTo>
                  <a:pt x="821799" y="40267"/>
                  <a:pt x="831756" y="35696"/>
                  <a:pt x="843780" y="35696"/>
                </a:cubicBezTo>
                <a:cubicBezTo>
                  <a:pt x="851170" y="35696"/>
                  <a:pt x="857589" y="37152"/>
                  <a:pt x="863037" y="40064"/>
                </a:cubicBezTo>
                <a:cubicBezTo>
                  <a:pt x="868485" y="42976"/>
                  <a:pt x="872384" y="47000"/>
                  <a:pt x="874732" y="52135"/>
                </a:cubicBezTo>
                <a:cubicBezTo>
                  <a:pt x="877081" y="57270"/>
                  <a:pt x="878255" y="64722"/>
                  <a:pt x="878255" y="74492"/>
                </a:cubicBezTo>
                <a:lnTo>
                  <a:pt x="878255" y="137711"/>
                </a:lnTo>
                <a:lnTo>
                  <a:pt x="861346" y="137711"/>
                </a:lnTo>
                <a:lnTo>
                  <a:pt x="861346" y="74492"/>
                </a:lnTo>
                <a:cubicBezTo>
                  <a:pt x="861346" y="66037"/>
                  <a:pt x="859514" y="59884"/>
                  <a:pt x="855851" y="56033"/>
                </a:cubicBezTo>
                <a:cubicBezTo>
                  <a:pt x="852187" y="52182"/>
                  <a:pt x="847005" y="50256"/>
                  <a:pt x="840304" y="50256"/>
                </a:cubicBezTo>
                <a:cubicBezTo>
                  <a:pt x="835295" y="50256"/>
                  <a:pt x="830582" y="51555"/>
                  <a:pt x="826167" y="54154"/>
                </a:cubicBezTo>
                <a:cubicBezTo>
                  <a:pt x="821752" y="56753"/>
                  <a:pt x="818605" y="60276"/>
                  <a:pt x="816726" y="64722"/>
                </a:cubicBezTo>
                <a:cubicBezTo>
                  <a:pt x="814848" y="69169"/>
                  <a:pt x="813908" y="75306"/>
                  <a:pt x="813908" y="83134"/>
                </a:cubicBezTo>
                <a:lnTo>
                  <a:pt x="813908" y="137711"/>
                </a:lnTo>
                <a:lnTo>
                  <a:pt x="797000" y="137711"/>
                </a:lnTo>
                <a:close/>
                <a:moveTo>
                  <a:pt x="903673" y="19539"/>
                </a:moveTo>
                <a:lnTo>
                  <a:pt x="903673" y="0"/>
                </a:lnTo>
                <a:lnTo>
                  <a:pt x="920582" y="0"/>
                </a:lnTo>
                <a:lnTo>
                  <a:pt x="920582" y="19539"/>
                </a:lnTo>
                <a:lnTo>
                  <a:pt x="903673" y="19539"/>
                </a:lnTo>
                <a:moveTo>
                  <a:pt x="903673" y="137711"/>
                </a:moveTo>
                <a:lnTo>
                  <a:pt x="903673" y="37950"/>
                </a:lnTo>
                <a:lnTo>
                  <a:pt x="920582" y="37950"/>
                </a:lnTo>
                <a:lnTo>
                  <a:pt x="920582" y="137711"/>
                </a:lnTo>
                <a:lnTo>
                  <a:pt x="903673" y="137711"/>
                </a:lnTo>
                <a:close/>
                <a:moveTo>
                  <a:pt x="945403" y="176037"/>
                </a:moveTo>
                <a:lnTo>
                  <a:pt x="945403" y="37950"/>
                </a:lnTo>
                <a:lnTo>
                  <a:pt x="960809" y="37950"/>
                </a:lnTo>
                <a:lnTo>
                  <a:pt x="960809" y="50820"/>
                </a:lnTo>
                <a:cubicBezTo>
                  <a:pt x="964441" y="45778"/>
                  <a:pt x="968543" y="41997"/>
                  <a:pt x="973114" y="39477"/>
                </a:cubicBezTo>
                <a:cubicBezTo>
                  <a:pt x="977686" y="36956"/>
                  <a:pt x="983228" y="35696"/>
                  <a:pt x="989741" y="35696"/>
                </a:cubicBezTo>
                <a:cubicBezTo>
                  <a:pt x="998258" y="35696"/>
                  <a:pt x="1005773" y="37888"/>
                  <a:pt x="1012286" y="42271"/>
                </a:cubicBezTo>
                <a:cubicBezTo>
                  <a:pt x="1018799" y="46655"/>
                  <a:pt x="1023715" y="52839"/>
                  <a:pt x="1027034" y="60824"/>
                </a:cubicBezTo>
                <a:cubicBezTo>
                  <a:pt x="1030353" y="68808"/>
                  <a:pt x="1032013" y="77560"/>
                  <a:pt x="1032013" y="87079"/>
                </a:cubicBezTo>
                <a:cubicBezTo>
                  <a:pt x="1032013" y="97287"/>
                  <a:pt x="1030181" y="106477"/>
                  <a:pt x="1026517" y="114649"/>
                </a:cubicBezTo>
                <a:cubicBezTo>
                  <a:pt x="1022854" y="122822"/>
                  <a:pt x="1017531" y="129084"/>
                  <a:pt x="1010548" y="133437"/>
                </a:cubicBezTo>
                <a:cubicBezTo>
                  <a:pt x="1003565" y="137789"/>
                  <a:pt x="996223" y="139965"/>
                  <a:pt x="988520" y="139965"/>
                </a:cubicBezTo>
                <a:cubicBezTo>
                  <a:pt x="982884" y="139965"/>
                  <a:pt x="977827" y="138760"/>
                  <a:pt x="973349" y="136349"/>
                </a:cubicBezTo>
                <a:cubicBezTo>
                  <a:pt x="968872" y="133936"/>
                  <a:pt x="965192" y="130889"/>
                  <a:pt x="962312" y="127208"/>
                </a:cubicBezTo>
                <a:lnTo>
                  <a:pt x="962312" y="176037"/>
                </a:lnTo>
                <a:lnTo>
                  <a:pt x="945403" y="176037"/>
                </a:lnTo>
                <a:moveTo>
                  <a:pt x="960715" y="88253"/>
                </a:moveTo>
                <a:cubicBezTo>
                  <a:pt x="960715" y="101076"/>
                  <a:pt x="963314" y="110551"/>
                  <a:pt x="968512" y="116681"/>
                </a:cubicBezTo>
                <a:cubicBezTo>
                  <a:pt x="973709" y="122810"/>
                  <a:pt x="980003" y="125875"/>
                  <a:pt x="987393" y="125875"/>
                </a:cubicBezTo>
                <a:cubicBezTo>
                  <a:pt x="994908" y="125875"/>
                  <a:pt x="1001342" y="122701"/>
                  <a:pt x="1006697" y="116352"/>
                </a:cubicBezTo>
                <a:cubicBezTo>
                  <a:pt x="1012051" y="110004"/>
                  <a:pt x="1014728" y="100168"/>
                  <a:pt x="1014728" y="86844"/>
                </a:cubicBezTo>
                <a:cubicBezTo>
                  <a:pt x="1014728" y="74147"/>
                  <a:pt x="1012114" y="64640"/>
                  <a:pt x="1006885" y="58323"/>
                </a:cubicBezTo>
                <a:cubicBezTo>
                  <a:pt x="1001655" y="52006"/>
                  <a:pt x="995409" y="48847"/>
                  <a:pt x="988144" y="48847"/>
                </a:cubicBezTo>
                <a:cubicBezTo>
                  <a:pt x="980942" y="48847"/>
                  <a:pt x="974570" y="52209"/>
                  <a:pt x="969028" y="58933"/>
                </a:cubicBezTo>
                <a:cubicBezTo>
                  <a:pt x="963486" y="65658"/>
                  <a:pt x="960715" y="75431"/>
                  <a:pt x="960715" y="882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Text Inference">
            <a:extLst xmlns:a="http://schemas.openxmlformats.org/drawingml/2006/main">
              <a:ext uri="{FF2B5EF4-FFF2-40B4-BE49-F238E27FC236}">
                <a16:creationId xmlns:a16="http://schemas.microsoft.com/office/drawing/2014/main" id="{1A94D57B-FC92-467F-B3C4-D9B9900A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804" y="1761299"/>
            <a:ext cx="777123" cy="142220"/>
          </a:xfrm>
          <a:custGeom xmlns:a="http://schemas.openxmlformats.org/drawingml/2006/main">
            <a:pathLst>
              <a:path w="777123" h="142220">
                <a:moveTo>
                  <a:pt x="0" y="139965"/>
                </a:moveTo>
                <a:lnTo>
                  <a:pt x="0" y="2254"/>
                </a:lnTo>
                <a:lnTo>
                  <a:pt x="18224" y="2254"/>
                </a:lnTo>
                <a:lnTo>
                  <a:pt x="18224" y="139965"/>
                </a:lnTo>
                <a:lnTo>
                  <a:pt x="0" y="139965"/>
                </a:lnTo>
                <a:close/>
                <a:moveTo>
                  <a:pt x="49106" y="139965"/>
                </a:moveTo>
                <a:lnTo>
                  <a:pt x="49106" y="40205"/>
                </a:lnTo>
                <a:lnTo>
                  <a:pt x="64324" y="40205"/>
                </a:lnTo>
                <a:lnTo>
                  <a:pt x="64324" y="54295"/>
                </a:lnTo>
                <a:cubicBezTo>
                  <a:pt x="71651" y="43399"/>
                  <a:pt x="82235" y="37950"/>
                  <a:pt x="96075" y="37950"/>
                </a:cubicBezTo>
                <a:cubicBezTo>
                  <a:pt x="102087" y="37950"/>
                  <a:pt x="107613" y="39031"/>
                  <a:pt x="112654" y="41191"/>
                </a:cubicBezTo>
                <a:cubicBezTo>
                  <a:pt x="117696" y="43352"/>
                  <a:pt x="121469" y="46185"/>
                  <a:pt x="123974" y="49692"/>
                </a:cubicBezTo>
                <a:cubicBezTo>
                  <a:pt x="126479" y="53199"/>
                  <a:pt x="128232" y="57364"/>
                  <a:pt x="129234" y="62186"/>
                </a:cubicBezTo>
                <a:cubicBezTo>
                  <a:pt x="129860" y="65317"/>
                  <a:pt x="130174" y="70797"/>
                  <a:pt x="130174" y="78625"/>
                </a:cubicBezTo>
                <a:lnTo>
                  <a:pt x="130174" y="139965"/>
                </a:lnTo>
                <a:lnTo>
                  <a:pt x="113265" y="139965"/>
                </a:lnTo>
                <a:lnTo>
                  <a:pt x="113265" y="79218"/>
                </a:lnTo>
                <a:cubicBezTo>
                  <a:pt x="113265" y="72321"/>
                  <a:pt x="112607" y="67165"/>
                  <a:pt x="111292" y="63748"/>
                </a:cubicBezTo>
                <a:cubicBezTo>
                  <a:pt x="109977" y="60331"/>
                  <a:pt x="107644" y="57604"/>
                  <a:pt x="104294" y="55566"/>
                </a:cubicBezTo>
                <a:cubicBezTo>
                  <a:pt x="100944" y="53529"/>
                  <a:pt x="97014" y="52510"/>
                  <a:pt x="92505" y="52510"/>
                </a:cubicBezTo>
                <a:cubicBezTo>
                  <a:pt x="85303" y="52510"/>
                  <a:pt x="79088" y="54799"/>
                  <a:pt x="73859" y="59377"/>
                </a:cubicBezTo>
                <a:cubicBezTo>
                  <a:pt x="68629" y="63952"/>
                  <a:pt x="66015" y="72634"/>
                  <a:pt x="66015" y="85423"/>
                </a:cubicBezTo>
                <a:lnTo>
                  <a:pt x="66015" y="139965"/>
                </a:lnTo>
                <a:lnTo>
                  <a:pt x="49106" y="139965"/>
                </a:lnTo>
                <a:close/>
                <a:moveTo>
                  <a:pt x="159725" y="139965"/>
                </a:moveTo>
                <a:lnTo>
                  <a:pt x="159725" y="53356"/>
                </a:lnTo>
                <a:lnTo>
                  <a:pt x="144789" y="53356"/>
                </a:lnTo>
                <a:lnTo>
                  <a:pt x="144789" y="40205"/>
                </a:lnTo>
                <a:lnTo>
                  <a:pt x="159725" y="40205"/>
                </a:lnTo>
                <a:lnTo>
                  <a:pt x="159725" y="29613"/>
                </a:lnTo>
                <a:cubicBezTo>
                  <a:pt x="159725" y="22928"/>
                  <a:pt x="160320" y="17961"/>
                  <a:pt x="161510" y="14713"/>
                </a:cubicBezTo>
                <a:cubicBezTo>
                  <a:pt x="163138" y="10341"/>
                  <a:pt x="166003" y="6796"/>
                  <a:pt x="170105" y="4077"/>
                </a:cubicBezTo>
                <a:cubicBezTo>
                  <a:pt x="174207" y="1359"/>
                  <a:pt x="179953" y="0"/>
                  <a:pt x="187342" y="0"/>
                </a:cubicBezTo>
                <a:cubicBezTo>
                  <a:pt x="192102" y="0"/>
                  <a:pt x="197362" y="564"/>
                  <a:pt x="203124" y="1691"/>
                </a:cubicBezTo>
                <a:lnTo>
                  <a:pt x="200587" y="16439"/>
                </a:lnTo>
                <a:cubicBezTo>
                  <a:pt x="197080" y="15813"/>
                  <a:pt x="193761" y="15500"/>
                  <a:pt x="190630" y="15500"/>
                </a:cubicBezTo>
                <a:cubicBezTo>
                  <a:pt x="185495" y="15500"/>
                  <a:pt x="181863" y="16592"/>
                  <a:pt x="179733" y="18776"/>
                </a:cubicBezTo>
                <a:cubicBezTo>
                  <a:pt x="177604" y="20960"/>
                  <a:pt x="176540" y="25046"/>
                  <a:pt x="176540" y="31034"/>
                </a:cubicBezTo>
                <a:lnTo>
                  <a:pt x="176540" y="40205"/>
                </a:lnTo>
                <a:lnTo>
                  <a:pt x="195984" y="40205"/>
                </a:lnTo>
                <a:lnTo>
                  <a:pt x="195984" y="53356"/>
                </a:lnTo>
                <a:lnTo>
                  <a:pt x="176540" y="53356"/>
                </a:lnTo>
                <a:lnTo>
                  <a:pt x="176540" y="139965"/>
                </a:lnTo>
                <a:lnTo>
                  <a:pt x="159725" y="139965"/>
                </a:lnTo>
                <a:close/>
                <a:moveTo>
                  <a:pt x="280423" y="107839"/>
                </a:moveTo>
                <a:lnTo>
                  <a:pt x="297895" y="110000"/>
                </a:lnTo>
                <a:cubicBezTo>
                  <a:pt x="295139" y="120207"/>
                  <a:pt x="290035" y="128129"/>
                  <a:pt x="282583" y="133766"/>
                </a:cubicBezTo>
                <a:cubicBezTo>
                  <a:pt x="275131" y="139402"/>
                  <a:pt x="265612" y="142220"/>
                  <a:pt x="254026" y="142220"/>
                </a:cubicBezTo>
                <a:cubicBezTo>
                  <a:pt x="239435" y="142220"/>
                  <a:pt x="227865" y="137727"/>
                  <a:pt x="219317" y="128740"/>
                </a:cubicBezTo>
                <a:cubicBezTo>
                  <a:pt x="210769" y="119753"/>
                  <a:pt x="206495" y="107150"/>
                  <a:pt x="206495" y="90930"/>
                </a:cubicBezTo>
                <a:cubicBezTo>
                  <a:pt x="206495" y="74147"/>
                  <a:pt x="210816" y="61121"/>
                  <a:pt x="219458" y="51853"/>
                </a:cubicBezTo>
                <a:cubicBezTo>
                  <a:pt x="228100" y="42585"/>
                  <a:pt x="239310" y="37950"/>
                  <a:pt x="253087" y="37950"/>
                </a:cubicBezTo>
                <a:cubicBezTo>
                  <a:pt x="266426" y="37950"/>
                  <a:pt x="277323" y="42484"/>
                  <a:pt x="285777" y="51551"/>
                </a:cubicBezTo>
                <a:cubicBezTo>
                  <a:pt x="294231" y="60615"/>
                  <a:pt x="298458" y="73369"/>
                  <a:pt x="298458" y="89812"/>
                </a:cubicBezTo>
                <a:cubicBezTo>
                  <a:pt x="298458" y="90812"/>
                  <a:pt x="298427" y="92312"/>
                  <a:pt x="298364" y="94312"/>
                </a:cubicBezTo>
                <a:lnTo>
                  <a:pt x="223967" y="94312"/>
                </a:lnTo>
                <a:cubicBezTo>
                  <a:pt x="224593" y="105240"/>
                  <a:pt x="227693" y="113608"/>
                  <a:pt x="233266" y="119417"/>
                </a:cubicBezTo>
                <a:cubicBezTo>
                  <a:pt x="238840" y="125225"/>
                  <a:pt x="245791" y="128129"/>
                  <a:pt x="254120" y="128129"/>
                </a:cubicBezTo>
                <a:cubicBezTo>
                  <a:pt x="260320" y="128129"/>
                  <a:pt x="265612" y="126517"/>
                  <a:pt x="269996" y="123292"/>
                </a:cubicBezTo>
                <a:cubicBezTo>
                  <a:pt x="274379" y="120064"/>
                  <a:pt x="277855" y="114914"/>
                  <a:pt x="280423" y="107839"/>
                </a:cubicBezTo>
                <a:moveTo>
                  <a:pt x="224906" y="80222"/>
                </a:moveTo>
                <a:lnTo>
                  <a:pt x="280610" y="80222"/>
                </a:lnTo>
                <a:cubicBezTo>
                  <a:pt x="279859" y="71967"/>
                  <a:pt x="277730" y="65776"/>
                  <a:pt x="274223" y="61649"/>
                </a:cubicBezTo>
                <a:cubicBezTo>
                  <a:pt x="268837" y="55243"/>
                  <a:pt x="261854" y="52041"/>
                  <a:pt x="253275" y="52041"/>
                </a:cubicBezTo>
                <a:cubicBezTo>
                  <a:pt x="245509" y="52041"/>
                  <a:pt x="238981" y="54598"/>
                  <a:pt x="233689" y="59711"/>
                </a:cubicBezTo>
                <a:cubicBezTo>
                  <a:pt x="228397" y="64823"/>
                  <a:pt x="225470" y="71660"/>
                  <a:pt x="224906" y="80222"/>
                </a:cubicBezTo>
                <a:close/>
                <a:moveTo>
                  <a:pt x="318522" y="139965"/>
                </a:moveTo>
                <a:lnTo>
                  <a:pt x="318522" y="40205"/>
                </a:lnTo>
                <a:lnTo>
                  <a:pt x="333740" y="40205"/>
                </a:lnTo>
                <a:lnTo>
                  <a:pt x="333740" y="55235"/>
                </a:lnTo>
                <a:cubicBezTo>
                  <a:pt x="337623" y="48197"/>
                  <a:pt x="341208" y="43557"/>
                  <a:pt x="344496" y="41314"/>
                </a:cubicBezTo>
                <a:cubicBezTo>
                  <a:pt x="347783" y="39072"/>
                  <a:pt x="351400" y="37950"/>
                  <a:pt x="355345" y="37950"/>
                </a:cubicBezTo>
                <a:cubicBezTo>
                  <a:pt x="361044" y="37950"/>
                  <a:pt x="366837" y="39759"/>
                  <a:pt x="372724" y="43375"/>
                </a:cubicBezTo>
                <a:lnTo>
                  <a:pt x="366899" y="58992"/>
                </a:lnTo>
                <a:cubicBezTo>
                  <a:pt x="362766" y="56550"/>
                  <a:pt x="358633" y="55329"/>
                  <a:pt x="354500" y="55329"/>
                </a:cubicBezTo>
                <a:cubicBezTo>
                  <a:pt x="350805" y="55329"/>
                  <a:pt x="347486" y="56442"/>
                  <a:pt x="344543" y="58669"/>
                </a:cubicBezTo>
                <a:cubicBezTo>
                  <a:pt x="341599" y="60894"/>
                  <a:pt x="339501" y="63981"/>
                  <a:pt x="338249" y="67931"/>
                </a:cubicBezTo>
                <a:cubicBezTo>
                  <a:pt x="336370" y="73949"/>
                  <a:pt x="335431" y="80531"/>
                  <a:pt x="335431" y="87678"/>
                </a:cubicBezTo>
                <a:lnTo>
                  <a:pt x="335431" y="139965"/>
                </a:lnTo>
                <a:lnTo>
                  <a:pt x="318522" y="139965"/>
                </a:lnTo>
                <a:close/>
                <a:moveTo>
                  <a:pt x="449737" y="107839"/>
                </a:moveTo>
                <a:lnTo>
                  <a:pt x="467209" y="110000"/>
                </a:lnTo>
                <a:cubicBezTo>
                  <a:pt x="464454" y="120207"/>
                  <a:pt x="459350" y="128129"/>
                  <a:pt x="451898" y="133766"/>
                </a:cubicBezTo>
                <a:cubicBezTo>
                  <a:pt x="444445" y="139402"/>
                  <a:pt x="434926" y="142220"/>
                  <a:pt x="423341" y="142220"/>
                </a:cubicBezTo>
                <a:cubicBezTo>
                  <a:pt x="408750" y="142220"/>
                  <a:pt x="397180" y="137727"/>
                  <a:pt x="388631" y="128740"/>
                </a:cubicBezTo>
                <a:cubicBezTo>
                  <a:pt x="380083" y="119753"/>
                  <a:pt x="375809" y="107150"/>
                  <a:pt x="375809" y="90930"/>
                </a:cubicBezTo>
                <a:cubicBezTo>
                  <a:pt x="375809" y="74147"/>
                  <a:pt x="380130" y="61121"/>
                  <a:pt x="388772" y="51853"/>
                </a:cubicBezTo>
                <a:cubicBezTo>
                  <a:pt x="397415" y="42585"/>
                  <a:pt x="408624" y="37950"/>
                  <a:pt x="422402" y="37950"/>
                </a:cubicBezTo>
                <a:cubicBezTo>
                  <a:pt x="435741" y="37950"/>
                  <a:pt x="446637" y="42484"/>
                  <a:pt x="455092" y="51551"/>
                </a:cubicBezTo>
                <a:cubicBezTo>
                  <a:pt x="463546" y="60615"/>
                  <a:pt x="467773" y="73369"/>
                  <a:pt x="467773" y="89812"/>
                </a:cubicBezTo>
                <a:cubicBezTo>
                  <a:pt x="467773" y="90812"/>
                  <a:pt x="467742" y="92312"/>
                  <a:pt x="467679" y="94312"/>
                </a:cubicBezTo>
                <a:lnTo>
                  <a:pt x="393281" y="94312"/>
                </a:lnTo>
                <a:cubicBezTo>
                  <a:pt x="393908" y="105240"/>
                  <a:pt x="397007" y="113608"/>
                  <a:pt x="402581" y="119417"/>
                </a:cubicBezTo>
                <a:cubicBezTo>
                  <a:pt x="408155" y="125225"/>
                  <a:pt x="415106" y="128129"/>
                  <a:pt x="423435" y="128129"/>
                </a:cubicBezTo>
                <a:cubicBezTo>
                  <a:pt x="429635" y="128129"/>
                  <a:pt x="434926" y="126517"/>
                  <a:pt x="439310" y="123292"/>
                </a:cubicBezTo>
                <a:cubicBezTo>
                  <a:pt x="443694" y="120064"/>
                  <a:pt x="447170" y="114914"/>
                  <a:pt x="449737" y="107839"/>
                </a:cubicBezTo>
                <a:moveTo>
                  <a:pt x="394221" y="80222"/>
                </a:moveTo>
                <a:lnTo>
                  <a:pt x="449925" y="80222"/>
                </a:lnTo>
                <a:cubicBezTo>
                  <a:pt x="449174" y="71967"/>
                  <a:pt x="447044" y="65776"/>
                  <a:pt x="443537" y="61649"/>
                </a:cubicBezTo>
                <a:cubicBezTo>
                  <a:pt x="438152" y="55243"/>
                  <a:pt x="431169" y="52041"/>
                  <a:pt x="422589" y="52041"/>
                </a:cubicBezTo>
                <a:cubicBezTo>
                  <a:pt x="414824" y="52041"/>
                  <a:pt x="408295" y="54598"/>
                  <a:pt x="403004" y="59711"/>
                </a:cubicBezTo>
                <a:cubicBezTo>
                  <a:pt x="397712" y="64823"/>
                  <a:pt x="394784" y="71660"/>
                  <a:pt x="394221" y="80222"/>
                </a:cubicBezTo>
                <a:close/>
                <a:moveTo>
                  <a:pt x="488025" y="139965"/>
                </a:moveTo>
                <a:lnTo>
                  <a:pt x="488025" y="40205"/>
                </a:lnTo>
                <a:lnTo>
                  <a:pt x="503243" y="40205"/>
                </a:lnTo>
                <a:lnTo>
                  <a:pt x="503243" y="54295"/>
                </a:lnTo>
                <a:cubicBezTo>
                  <a:pt x="510570" y="43399"/>
                  <a:pt x="521153" y="37950"/>
                  <a:pt x="534993" y="37950"/>
                </a:cubicBezTo>
                <a:cubicBezTo>
                  <a:pt x="541005" y="37950"/>
                  <a:pt x="546532" y="39031"/>
                  <a:pt x="551573" y="41191"/>
                </a:cubicBezTo>
                <a:cubicBezTo>
                  <a:pt x="556614" y="43352"/>
                  <a:pt x="560387" y="46185"/>
                  <a:pt x="562892" y="49692"/>
                </a:cubicBezTo>
                <a:cubicBezTo>
                  <a:pt x="565397" y="53199"/>
                  <a:pt x="567151" y="57364"/>
                  <a:pt x="568153" y="62186"/>
                </a:cubicBezTo>
                <a:cubicBezTo>
                  <a:pt x="568779" y="65317"/>
                  <a:pt x="569092" y="70797"/>
                  <a:pt x="569092" y="78625"/>
                </a:cubicBezTo>
                <a:lnTo>
                  <a:pt x="569092" y="139965"/>
                </a:lnTo>
                <a:lnTo>
                  <a:pt x="552184" y="139965"/>
                </a:lnTo>
                <a:lnTo>
                  <a:pt x="552184" y="79218"/>
                </a:lnTo>
                <a:cubicBezTo>
                  <a:pt x="552184" y="72321"/>
                  <a:pt x="551526" y="67165"/>
                  <a:pt x="550211" y="63748"/>
                </a:cubicBezTo>
                <a:cubicBezTo>
                  <a:pt x="548896" y="60331"/>
                  <a:pt x="546563" y="57604"/>
                  <a:pt x="543213" y="55566"/>
                </a:cubicBezTo>
                <a:cubicBezTo>
                  <a:pt x="539862" y="53529"/>
                  <a:pt x="535933" y="52510"/>
                  <a:pt x="531424" y="52510"/>
                </a:cubicBezTo>
                <a:cubicBezTo>
                  <a:pt x="524222" y="52510"/>
                  <a:pt x="518006" y="54799"/>
                  <a:pt x="512777" y="59377"/>
                </a:cubicBezTo>
                <a:cubicBezTo>
                  <a:pt x="507548" y="63952"/>
                  <a:pt x="504933" y="72634"/>
                  <a:pt x="504933" y="85423"/>
                </a:cubicBezTo>
                <a:lnTo>
                  <a:pt x="504933" y="139965"/>
                </a:lnTo>
                <a:lnTo>
                  <a:pt x="488025" y="139965"/>
                </a:lnTo>
                <a:close/>
                <a:moveTo>
                  <a:pt x="659702" y="103330"/>
                </a:moveTo>
                <a:lnTo>
                  <a:pt x="676329" y="105491"/>
                </a:lnTo>
                <a:cubicBezTo>
                  <a:pt x="674513" y="116980"/>
                  <a:pt x="669863" y="125975"/>
                  <a:pt x="662379" y="132474"/>
                </a:cubicBezTo>
                <a:cubicBezTo>
                  <a:pt x="654896" y="138971"/>
                  <a:pt x="645706" y="142220"/>
                  <a:pt x="634809" y="142220"/>
                </a:cubicBezTo>
                <a:cubicBezTo>
                  <a:pt x="621157" y="142220"/>
                  <a:pt x="610182" y="137758"/>
                  <a:pt x="601884" y="128834"/>
                </a:cubicBezTo>
                <a:cubicBezTo>
                  <a:pt x="593587" y="119910"/>
                  <a:pt x="589438" y="107119"/>
                  <a:pt x="589438" y="90461"/>
                </a:cubicBezTo>
                <a:cubicBezTo>
                  <a:pt x="589438" y="79689"/>
                  <a:pt x="591223" y="70264"/>
                  <a:pt x="594792" y="62186"/>
                </a:cubicBezTo>
                <a:cubicBezTo>
                  <a:pt x="598362" y="54107"/>
                  <a:pt x="603794" y="48049"/>
                  <a:pt x="611090" y="44009"/>
                </a:cubicBezTo>
                <a:cubicBezTo>
                  <a:pt x="618386" y="39970"/>
                  <a:pt x="626323" y="37950"/>
                  <a:pt x="634903" y="37950"/>
                </a:cubicBezTo>
                <a:cubicBezTo>
                  <a:pt x="645737" y="37950"/>
                  <a:pt x="654598" y="40699"/>
                  <a:pt x="661487" y="46196"/>
                </a:cubicBezTo>
                <a:cubicBezTo>
                  <a:pt x="668376" y="51691"/>
                  <a:pt x="672791" y="59495"/>
                  <a:pt x="674732" y="69607"/>
                </a:cubicBezTo>
                <a:lnTo>
                  <a:pt x="658293" y="72143"/>
                </a:lnTo>
                <a:cubicBezTo>
                  <a:pt x="656728" y="65474"/>
                  <a:pt x="653956" y="60456"/>
                  <a:pt x="649980" y="57090"/>
                </a:cubicBezTo>
                <a:cubicBezTo>
                  <a:pt x="646003" y="53724"/>
                  <a:pt x="641197" y="52041"/>
                  <a:pt x="635561" y="52041"/>
                </a:cubicBezTo>
                <a:cubicBezTo>
                  <a:pt x="627044" y="52041"/>
                  <a:pt x="620124" y="55079"/>
                  <a:pt x="614801" y="61156"/>
                </a:cubicBezTo>
                <a:cubicBezTo>
                  <a:pt x="609478" y="67230"/>
                  <a:pt x="606816" y="76842"/>
                  <a:pt x="606816" y="89991"/>
                </a:cubicBezTo>
                <a:cubicBezTo>
                  <a:pt x="606816" y="103328"/>
                  <a:pt x="609384" y="113019"/>
                  <a:pt x="614519" y="119064"/>
                </a:cubicBezTo>
                <a:cubicBezTo>
                  <a:pt x="619654" y="125108"/>
                  <a:pt x="626355" y="128129"/>
                  <a:pt x="634621" y="128129"/>
                </a:cubicBezTo>
                <a:cubicBezTo>
                  <a:pt x="641259" y="128129"/>
                  <a:pt x="646802" y="126102"/>
                  <a:pt x="651248" y="122047"/>
                </a:cubicBezTo>
                <a:cubicBezTo>
                  <a:pt x="655694" y="117992"/>
                  <a:pt x="658512" y="111753"/>
                  <a:pt x="659702" y="103330"/>
                </a:cubicBezTo>
                <a:close/>
                <a:moveTo>
                  <a:pt x="759087" y="107839"/>
                </a:moveTo>
                <a:lnTo>
                  <a:pt x="776559" y="110000"/>
                </a:lnTo>
                <a:cubicBezTo>
                  <a:pt x="773804" y="120207"/>
                  <a:pt x="768700" y="128129"/>
                  <a:pt x="761248" y="133766"/>
                </a:cubicBezTo>
                <a:cubicBezTo>
                  <a:pt x="753795" y="139402"/>
                  <a:pt x="744277" y="142220"/>
                  <a:pt x="732691" y="142220"/>
                </a:cubicBezTo>
                <a:cubicBezTo>
                  <a:pt x="718100" y="142220"/>
                  <a:pt x="706530" y="137727"/>
                  <a:pt x="697982" y="128740"/>
                </a:cubicBezTo>
                <a:cubicBezTo>
                  <a:pt x="689433" y="119753"/>
                  <a:pt x="685159" y="107150"/>
                  <a:pt x="685159" y="90930"/>
                </a:cubicBezTo>
                <a:cubicBezTo>
                  <a:pt x="685159" y="74147"/>
                  <a:pt x="689480" y="61121"/>
                  <a:pt x="698122" y="51853"/>
                </a:cubicBezTo>
                <a:cubicBezTo>
                  <a:pt x="706765" y="42585"/>
                  <a:pt x="717974" y="37950"/>
                  <a:pt x="731752" y="37950"/>
                </a:cubicBezTo>
                <a:cubicBezTo>
                  <a:pt x="745091" y="37950"/>
                  <a:pt x="755987" y="42484"/>
                  <a:pt x="764442" y="51551"/>
                </a:cubicBezTo>
                <a:cubicBezTo>
                  <a:pt x="772896" y="60615"/>
                  <a:pt x="777123" y="73369"/>
                  <a:pt x="777123" y="89812"/>
                </a:cubicBezTo>
                <a:cubicBezTo>
                  <a:pt x="777123" y="90812"/>
                  <a:pt x="777092" y="92312"/>
                  <a:pt x="777029" y="94312"/>
                </a:cubicBezTo>
                <a:lnTo>
                  <a:pt x="702631" y="94312"/>
                </a:lnTo>
                <a:cubicBezTo>
                  <a:pt x="703258" y="105240"/>
                  <a:pt x="706358" y="113608"/>
                  <a:pt x="711931" y="119417"/>
                </a:cubicBezTo>
                <a:cubicBezTo>
                  <a:pt x="717505" y="125225"/>
                  <a:pt x="724456" y="128129"/>
                  <a:pt x="732785" y="128129"/>
                </a:cubicBezTo>
                <a:cubicBezTo>
                  <a:pt x="738985" y="128129"/>
                  <a:pt x="744277" y="126517"/>
                  <a:pt x="748660" y="123292"/>
                </a:cubicBezTo>
                <a:cubicBezTo>
                  <a:pt x="753044" y="120064"/>
                  <a:pt x="756520" y="114914"/>
                  <a:pt x="759087" y="107839"/>
                </a:cubicBezTo>
                <a:moveTo>
                  <a:pt x="703571" y="80222"/>
                </a:moveTo>
                <a:lnTo>
                  <a:pt x="759275" y="80222"/>
                </a:lnTo>
                <a:cubicBezTo>
                  <a:pt x="758524" y="71967"/>
                  <a:pt x="756394" y="65776"/>
                  <a:pt x="752887" y="61649"/>
                </a:cubicBezTo>
                <a:cubicBezTo>
                  <a:pt x="747502" y="55243"/>
                  <a:pt x="740519" y="52041"/>
                  <a:pt x="731940" y="52041"/>
                </a:cubicBezTo>
                <a:cubicBezTo>
                  <a:pt x="724174" y="52041"/>
                  <a:pt x="717646" y="54598"/>
                  <a:pt x="712354" y="59711"/>
                </a:cubicBezTo>
                <a:cubicBezTo>
                  <a:pt x="707062" y="64823"/>
                  <a:pt x="704134" y="71660"/>
                  <a:pt x="703571" y="802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3B3FD1-9510-4111-A411-7A157989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909" y="1526955"/>
            <a:ext cx="1185658" cy="844807"/>
          </a:xfrm>
          <a:custGeom xmlns:a="http://schemas.openxmlformats.org/drawingml/2006/main">
            <a:pathLst>
              <a:path w="1185658" h="844807" fill="none">
                <a:moveTo>
                  <a:pt x="0" y="0"/>
                </a:moveTo>
                <a:lnTo>
                  <a:pt x="1185658" y="0"/>
                </a:lnTo>
                <a:lnTo>
                  <a:pt x="1185658" y="844807"/>
                </a:lnTo>
                <a:lnTo>
                  <a:pt x="0" y="8448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69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2310C-DD4B-425E-BB9F-8CB547A8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909" y="573411"/>
            <a:ext cx="1185658" cy="920087"/>
          </a:xfrm>
          <a:custGeom xmlns:a="http://schemas.openxmlformats.org/drawingml/2006/main">
            <a:pathLst>
              <a:path w="1185658" h="920087" fill="none">
                <a:moveTo>
                  <a:pt x="0" y="0"/>
                </a:moveTo>
                <a:lnTo>
                  <a:pt x="1185658" y="0"/>
                </a:lnTo>
                <a:lnTo>
                  <a:pt x="1185658" y="920087"/>
                </a:lnTo>
                <a:lnTo>
                  <a:pt x="0" y="9200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69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FE41EF-EBDF-4948-8AD6-909D7A20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18" y="1951976"/>
            <a:ext cx="489157" cy="369473"/>
          </a:xfrm>
          <a:custGeom xmlns:a="http://schemas.openxmlformats.org/drawingml/2006/main">
            <a:pathLst>
              <a:path w="489157" h="369473">
                <a:moveTo>
                  <a:pt x="443535" y="369406"/>
                </a:moveTo>
                <a:lnTo>
                  <a:pt x="449189" y="369280"/>
                </a:lnTo>
                <a:lnTo>
                  <a:pt x="454399" y="369049"/>
                </a:lnTo>
                <a:lnTo>
                  <a:pt x="459179" y="368699"/>
                </a:lnTo>
                <a:lnTo>
                  <a:pt x="463544" y="368213"/>
                </a:lnTo>
                <a:lnTo>
                  <a:pt x="467508" y="367575"/>
                </a:lnTo>
                <a:lnTo>
                  <a:pt x="471086" y="366769"/>
                </a:lnTo>
                <a:lnTo>
                  <a:pt x="474292" y="365780"/>
                </a:lnTo>
                <a:lnTo>
                  <a:pt x="477141" y="364591"/>
                </a:lnTo>
                <a:lnTo>
                  <a:pt x="479646" y="363186"/>
                </a:lnTo>
                <a:lnTo>
                  <a:pt x="481824" y="361550"/>
                </a:lnTo>
                <a:lnTo>
                  <a:pt x="483687" y="359666"/>
                </a:lnTo>
                <a:lnTo>
                  <a:pt x="485251" y="357519"/>
                </a:lnTo>
                <a:lnTo>
                  <a:pt x="486530" y="355092"/>
                </a:lnTo>
                <a:lnTo>
                  <a:pt x="487539" y="352369"/>
                </a:lnTo>
                <a:lnTo>
                  <a:pt x="488291" y="349335"/>
                </a:lnTo>
                <a:lnTo>
                  <a:pt x="488802" y="345974"/>
                </a:lnTo>
                <a:lnTo>
                  <a:pt x="489086" y="342269"/>
                </a:lnTo>
                <a:lnTo>
                  <a:pt x="489157" y="338205"/>
                </a:lnTo>
                <a:lnTo>
                  <a:pt x="489031" y="333766"/>
                </a:lnTo>
                <a:lnTo>
                  <a:pt x="488720" y="328935"/>
                </a:lnTo>
                <a:lnTo>
                  <a:pt x="488241" y="323697"/>
                </a:lnTo>
                <a:lnTo>
                  <a:pt x="487607" y="318035"/>
                </a:lnTo>
                <a:lnTo>
                  <a:pt x="486832" y="311935"/>
                </a:lnTo>
                <a:lnTo>
                  <a:pt x="486405" y="310035"/>
                </a:lnTo>
                <a:lnTo>
                  <a:pt x="485941" y="308147"/>
                </a:lnTo>
                <a:lnTo>
                  <a:pt x="485439" y="306269"/>
                </a:lnTo>
                <a:lnTo>
                  <a:pt x="484901" y="304404"/>
                </a:lnTo>
                <a:lnTo>
                  <a:pt x="484327" y="302551"/>
                </a:lnTo>
                <a:lnTo>
                  <a:pt x="483716" y="300711"/>
                </a:lnTo>
                <a:lnTo>
                  <a:pt x="483069" y="298885"/>
                </a:lnTo>
                <a:lnTo>
                  <a:pt x="482386" y="297072"/>
                </a:lnTo>
                <a:lnTo>
                  <a:pt x="481668" y="295274"/>
                </a:lnTo>
                <a:lnTo>
                  <a:pt x="480914" y="293491"/>
                </a:lnTo>
                <a:lnTo>
                  <a:pt x="480126" y="291724"/>
                </a:lnTo>
                <a:lnTo>
                  <a:pt x="479303" y="289972"/>
                </a:lnTo>
                <a:lnTo>
                  <a:pt x="478445" y="288237"/>
                </a:lnTo>
                <a:lnTo>
                  <a:pt x="477552" y="286519"/>
                </a:lnTo>
                <a:lnTo>
                  <a:pt x="476626" y="284818"/>
                </a:lnTo>
                <a:lnTo>
                  <a:pt x="475666" y="283136"/>
                </a:lnTo>
                <a:lnTo>
                  <a:pt x="474672" y="281472"/>
                </a:lnTo>
                <a:lnTo>
                  <a:pt x="473645" y="279827"/>
                </a:lnTo>
                <a:lnTo>
                  <a:pt x="472584" y="278202"/>
                </a:lnTo>
                <a:lnTo>
                  <a:pt x="471491" y="276597"/>
                </a:lnTo>
                <a:lnTo>
                  <a:pt x="470366" y="275012"/>
                </a:lnTo>
                <a:lnTo>
                  <a:pt x="469207" y="273449"/>
                </a:lnTo>
                <a:lnTo>
                  <a:pt x="468017" y="271907"/>
                </a:lnTo>
                <a:lnTo>
                  <a:pt x="466795" y="270387"/>
                </a:lnTo>
                <a:lnTo>
                  <a:pt x="465886" y="269067"/>
                </a:lnTo>
                <a:lnTo>
                  <a:pt x="464960" y="267766"/>
                </a:lnTo>
                <a:lnTo>
                  <a:pt x="464022" y="266481"/>
                </a:lnTo>
                <a:lnTo>
                  <a:pt x="463082" y="265206"/>
                </a:lnTo>
                <a:lnTo>
                  <a:pt x="462145" y="263939"/>
                </a:lnTo>
                <a:lnTo>
                  <a:pt x="461222" y="262676"/>
                </a:lnTo>
                <a:lnTo>
                  <a:pt x="460317" y="261414"/>
                </a:lnTo>
                <a:lnTo>
                  <a:pt x="459441" y="260148"/>
                </a:lnTo>
                <a:lnTo>
                  <a:pt x="458600" y="258875"/>
                </a:lnTo>
                <a:lnTo>
                  <a:pt x="457801" y="257591"/>
                </a:lnTo>
                <a:lnTo>
                  <a:pt x="457053" y="256293"/>
                </a:lnTo>
                <a:lnTo>
                  <a:pt x="456363" y="254976"/>
                </a:lnTo>
                <a:lnTo>
                  <a:pt x="455739" y="253638"/>
                </a:lnTo>
                <a:lnTo>
                  <a:pt x="455189" y="252274"/>
                </a:lnTo>
                <a:lnTo>
                  <a:pt x="454719" y="250882"/>
                </a:lnTo>
                <a:lnTo>
                  <a:pt x="454339" y="249456"/>
                </a:lnTo>
                <a:lnTo>
                  <a:pt x="454055" y="247994"/>
                </a:lnTo>
                <a:lnTo>
                  <a:pt x="453875" y="246491"/>
                </a:lnTo>
                <a:lnTo>
                  <a:pt x="453806" y="244944"/>
                </a:lnTo>
                <a:lnTo>
                  <a:pt x="453858" y="243350"/>
                </a:lnTo>
                <a:lnTo>
                  <a:pt x="454036" y="241705"/>
                </a:lnTo>
                <a:lnTo>
                  <a:pt x="454349" y="240005"/>
                </a:lnTo>
                <a:lnTo>
                  <a:pt x="454804" y="238246"/>
                </a:lnTo>
                <a:lnTo>
                  <a:pt x="455410" y="236424"/>
                </a:lnTo>
                <a:lnTo>
                  <a:pt x="456569" y="232541"/>
                </a:lnTo>
                <a:lnTo>
                  <a:pt x="457462" y="228757"/>
                </a:lnTo>
                <a:lnTo>
                  <a:pt x="458100" y="225067"/>
                </a:lnTo>
                <a:lnTo>
                  <a:pt x="458490" y="221467"/>
                </a:lnTo>
                <a:lnTo>
                  <a:pt x="458644" y="217951"/>
                </a:lnTo>
                <a:lnTo>
                  <a:pt x="458569" y="214515"/>
                </a:lnTo>
                <a:lnTo>
                  <a:pt x="458277" y="211153"/>
                </a:lnTo>
                <a:lnTo>
                  <a:pt x="457775" y="207862"/>
                </a:lnTo>
                <a:lnTo>
                  <a:pt x="457075" y="204636"/>
                </a:lnTo>
                <a:lnTo>
                  <a:pt x="456185" y="201470"/>
                </a:lnTo>
                <a:lnTo>
                  <a:pt x="455114" y="198360"/>
                </a:lnTo>
                <a:lnTo>
                  <a:pt x="453873" y="195301"/>
                </a:lnTo>
                <a:lnTo>
                  <a:pt x="452470" y="192288"/>
                </a:lnTo>
                <a:lnTo>
                  <a:pt x="450916" y="189316"/>
                </a:lnTo>
                <a:lnTo>
                  <a:pt x="449219" y="186380"/>
                </a:lnTo>
                <a:lnTo>
                  <a:pt x="447390" y="183476"/>
                </a:lnTo>
                <a:lnTo>
                  <a:pt x="445437" y="180599"/>
                </a:lnTo>
                <a:lnTo>
                  <a:pt x="443370" y="177743"/>
                </a:lnTo>
                <a:lnTo>
                  <a:pt x="441199" y="174905"/>
                </a:lnTo>
                <a:lnTo>
                  <a:pt x="438933" y="172079"/>
                </a:lnTo>
                <a:lnTo>
                  <a:pt x="436582" y="169260"/>
                </a:lnTo>
                <a:lnTo>
                  <a:pt x="434155" y="166444"/>
                </a:lnTo>
                <a:lnTo>
                  <a:pt x="431661" y="163626"/>
                </a:lnTo>
                <a:lnTo>
                  <a:pt x="429111" y="160801"/>
                </a:lnTo>
                <a:lnTo>
                  <a:pt x="425995" y="157426"/>
                </a:lnTo>
                <a:lnTo>
                  <a:pt x="422862" y="154059"/>
                </a:lnTo>
                <a:lnTo>
                  <a:pt x="419729" y="150691"/>
                </a:lnTo>
                <a:lnTo>
                  <a:pt x="416614" y="147311"/>
                </a:lnTo>
                <a:lnTo>
                  <a:pt x="413532" y="143910"/>
                </a:lnTo>
                <a:lnTo>
                  <a:pt x="410500" y="140480"/>
                </a:lnTo>
                <a:lnTo>
                  <a:pt x="407535" y="137009"/>
                </a:lnTo>
                <a:lnTo>
                  <a:pt x="404654" y="133488"/>
                </a:lnTo>
                <a:lnTo>
                  <a:pt x="401874" y="129908"/>
                </a:lnTo>
                <a:lnTo>
                  <a:pt x="399210" y="126259"/>
                </a:lnTo>
                <a:lnTo>
                  <a:pt x="396681" y="122531"/>
                </a:lnTo>
                <a:lnTo>
                  <a:pt x="394301" y="118715"/>
                </a:lnTo>
                <a:lnTo>
                  <a:pt x="392090" y="114801"/>
                </a:lnTo>
                <a:lnTo>
                  <a:pt x="390062" y="110780"/>
                </a:lnTo>
                <a:lnTo>
                  <a:pt x="388234" y="106642"/>
                </a:lnTo>
                <a:lnTo>
                  <a:pt x="386624" y="102376"/>
                </a:lnTo>
                <a:lnTo>
                  <a:pt x="385248" y="97975"/>
                </a:lnTo>
                <a:lnTo>
                  <a:pt x="384123" y="93427"/>
                </a:lnTo>
                <a:lnTo>
                  <a:pt x="383265" y="88724"/>
                </a:lnTo>
                <a:lnTo>
                  <a:pt x="382691" y="83855"/>
                </a:lnTo>
                <a:lnTo>
                  <a:pt x="382418" y="78812"/>
                </a:lnTo>
                <a:lnTo>
                  <a:pt x="382463" y="73584"/>
                </a:lnTo>
                <a:lnTo>
                  <a:pt x="382841" y="68161"/>
                </a:lnTo>
                <a:lnTo>
                  <a:pt x="383571" y="62535"/>
                </a:lnTo>
                <a:lnTo>
                  <a:pt x="384051" y="58883"/>
                </a:lnTo>
                <a:lnTo>
                  <a:pt x="384279" y="55257"/>
                </a:lnTo>
                <a:lnTo>
                  <a:pt x="384262" y="51666"/>
                </a:lnTo>
                <a:lnTo>
                  <a:pt x="384006" y="48119"/>
                </a:lnTo>
                <a:lnTo>
                  <a:pt x="383519" y="44626"/>
                </a:lnTo>
                <a:lnTo>
                  <a:pt x="382806" y="41197"/>
                </a:lnTo>
                <a:lnTo>
                  <a:pt x="381875" y="37839"/>
                </a:lnTo>
                <a:lnTo>
                  <a:pt x="380732" y="34563"/>
                </a:lnTo>
                <a:lnTo>
                  <a:pt x="379384" y="31377"/>
                </a:lnTo>
                <a:lnTo>
                  <a:pt x="377837" y="28291"/>
                </a:lnTo>
                <a:lnTo>
                  <a:pt x="376098" y="25314"/>
                </a:lnTo>
                <a:lnTo>
                  <a:pt x="374173" y="22455"/>
                </a:lnTo>
                <a:lnTo>
                  <a:pt x="372070" y="19724"/>
                </a:lnTo>
                <a:lnTo>
                  <a:pt x="369794" y="17129"/>
                </a:lnTo>
                <a:lnTo>
                  <a:pt x="367353" y="14680"/>
                </a:lnTo>
                <a:lnTo>
                  <a:pt x="364752" y="12386"/>
                </a:lnTo>
                <a:lnTo>
                  <a:pt x="362000" y="10257"/>
                </a:lnTo>
                <a:lnTo>
                  <a:pt x="359102" y="8301"/>
                </a:lnTo>
                <a:lnTo>
                  <a:pt x="356064" y="6527"/>
                </a:lnTo>
                <a:lnTo>
                  <a:pt x="352894" y="4946"/>
                </a:lnTo>
                <a:lnTo>
                  <a:pt x="349598" y="3565"/>
                </a:lnTo>
                <a:lnTo>
                  <a:pt x="346183" y="2395"/>
                </a:lnTo>
                <a:lnTo>
                  <a:pt x="342656" y="1445"/>
                </a:lnTo>
                <a:lnTo>
                  <a:pt x="339022" y="723"/>
                </a:lnTo>
                <a:lnTo>
                  <a:pt x="338321" y="612"/>
                </a:lnTo>
                <a:lnTo>
                  <a:pt x="337620" y="510"/>
                </a:lnTo>
                <a:lnTo>
                  <a:pt x="336917" y="417"/>
                </a:lnTo>
                <a:lnTo>
                  <a:pt x="336213" y="333"/>
                </a:lnTo>
                <a:lnTo>
                  <a:pt x="335508" y="259"/>
                </a:lnTo>
                <a:lnTo>
                  <a:pt x="334803" y="194"/>
                </a:lnTo>
                <a:lnTo>
                  <a:pt x="334097" y="139"/>
                </a:lnTo>
                <a:lnTo>
                  <a:pt x="333391" y="93"/>
                </a:lnTo>
                <a:lnTo>
                  <a:pt x="332684" y="55"/>
                </a:lnTo>
                <a:lnTo>
                  <a:pt x="331977" y="28"/>
                </a:lnTo>
                <a:lnTo>
                  <a:pt x="331269" y="9"/>
                </a:lnTo>
                <a:lnTo>
                  <a:pt x="330562" y="0"/>
                </a:lnTo>
                <a:lnTo>
                  <a:pt x="329854" y="0"/>
                </a:lnTo>
                <a:lnTo>
                  <a:pt x="329146" y="9"/>
                </a:lnTo>
                <a:lnTo>
                  <a:pt x="328439" y="28"/>
                </a:lnTo>
                <a:lnTo>
                  <a:pt x="327732" y="56"/>
                </a:lnTo>
                <a:lnTo>
                  <a:pt x="327025" y="93"/>
                </a:lnTo>
                <a:lnTo>
                  <a:pt x="326318" y="139"/>
                </a:lnTo>
                <a:lnTo>
                  <a:pt x="325612" y="194"/>
                </a:lnTo>
                <a:lnTo>
                  <a:pt x="324907" y="259"/>
                </a:lnTo>
                <a:lnTo>
                  <a:pt x="324202" y="333"/>
                </a:lnTo>
                <a:lnTo>
                  <a:pt x="323498" y="416"/>
                </a:lnTo>
                <a:lnTo>
                  <a:pt x="322795" y="508"/>
                </a:lnTo>
                <a:lnTo>
                  <a:pt x="322093" y="610"/>
                </a:lnTo>
                <a:lnTo>
                  <a:pt x="317761" y="1161"/>
                </a:lnTo>
                <a:lnTo>
                  <a:pt x="313534" y="1990"/>
                </a:lnTo>
                <a:lnTo>
                  <a:pt x="309422" y="3086"/>
                </a:lnTo>
                <a:lnTo>
                  <a:pt x="305432" y="4440"/>
                </a:lnTo>
                <a:lnTo>
                  <a:pt x="301574" y="6040"/>
                </a:lnTo>
                <a:lnTo>
                  <a:pt x="297855" y="7877"/>
                </a:lnTo>
                <a:lnTo>
                  <a:pt x="294284" y="9940"/>
                </a:lnTo>
                <a:lnTo>
                  <a:pt x="290870" y="12219"/>
                </a:lnTo>
                <a:lnTo>
                  <a:pt x="287622" y="14704"/>
                </a:lnTo>
                <a:lnTo>
                  <a:pt x="284548" y="17384"/>
                </a:lnTo>
                <a:lnTo>
                  <a:pt x="281656" y="20249"/>
                </a:lnTo>
                <a:lnTo>
                  <a:pt x="278955" y="23289"/>
                </a:lnTo>
                <a:lnTo>
                  <a:pt x="276455" y="26493"/>
                </a:lnTo>
                <a:lnTo>
                  <a:pt x="274162" y="29852"/>
                </a:lnTo>
                <a:lnTo>
                  <a:pt x="272086" y="33354"/>
                </a:lnTo>
                <a:lnTo>
                  <a:pt x="270236" y="36990"/>
                </a:lnTo>
                <a:lnTo>
                  <a:pt x="268620" y="40750"/>
                </a:lnTo>
                <a:lnTo>
                  <a:pt x="267246" y="44622"/>
                </a:lnTo>
                <a:lnTo>
                  <a:pt x="266123" y="48598"/>
                </a:lnTo>
                <a:lnTo>
                  <a:pt x="265260" y="52666"/>
                </a:lnTo>
                <a:lnTo>
                  <a:pt x="264665" y="56816"/>
                </a:lnTo>
                <a:lnTo>
                  <a:pt x="264347" y="61038"/>
                </a:lnTo>
                <a:lnTo>
                  <a:pt x="264315" y="65321"/>
                </a:lnTo>
                <a:lnTo>
                  <a:pt x="264576" y="69656"/>
                </a:lnTo>
                <a:lnTo>
                  <a:pt x="264607" y="69970"/>
                </a:lnTo>
                <a:lnTo>
                  <a:pt x="264639" y="70284"/>
                </a:lnTo>
                <a:lnTo>
                  <a:pt x="264673" y="70598"/>
                </a:lnTo>
                <a:lnTo>
                  <a:pt x="264708" y="70912"/>
                </a:lnTo>
                <a:lnTo>
                  <a:pt x="264745" y="71225"/>
                </a:lnTo>
                <a:lnTo>
                  <a:pt x="264783" y="71539"/>
                </a:lnTo>
                <a:lnTo>
                  <a:pt x="264823" y="71852"/>
                </a:lnTo>
                <a:lnTo>
                  <a:pt x="264865" y="72165"/>
                </a:lnTo>
                <a:lnTo>
                  <a:pt x="264908" y="72477"/>
                </a:lnTo>
                <a:lnTo>
                  <a:pt x="264952" y="72790"/>
                </a:lnTo>
                <a:lnTo>
                  <a:pt x="264998" y="73102"/>
                </a:lnTo>
                <a:lnTo>
                  <a:pt x="265046" y="73415"/>
                </a:lnTo>
                <a:lnTo>
                  <a:pt x="265095" y="73727"/>
                </a:lnTo>
                <a:lnTo>
                  <a:pt x="265146" y="74038"/>
                </a:lnTo>
                <a:lnTo>
                  <a:pt x="265198" y="74350"/>
                </a:lnTo>
                <a:lnTo>
                  <a:pt x="265252" y="74661"/>
                </a:lnTo>
                <a:lnTo>
                  <a:pt x="265307" y="74972"/>
                </a:lnTo>
                <a:lnTo>
                  <a:pt x="265364" y="75282"/>
                </a:lnTo>
                <a:lnTo>
                  <a:pt x="265422" y="75592"/>
                </a:lnTo>
                <a:lnTo>
                  <a:pt x="265482" y="75902"/>
                </a:lnTo>
                <a:lnTo>
                  <a:pt x="265544" y="76212"/>
                </a:lnTo>
                <a:lnTo>
                  <a:pt x="265607" y="76521"/>
                </a:lnTo>
                <a:lnTo>
                  <a:pt x="265671" y="76831"/>
                </a:lnTo>
                <a:lnTo>
                  <a:pt x="265738" y="77139"/>
                </a:lnTo>
                <a:lnTo>
                  <a:pt x="266170" y="79240"/>
                </a:lnTo>
                <a:lnTo>
                  <a:pt x="266580" y="81299"/>
                </a:lnTo>
                <a:lnTo>
                  <a:pt x="266961" y="83317"/>
                </a:lnTo>
                <a:lnTo>
                  <a:pt x="267306" y="85295"/>
                </a:lnTo>
                <a:lnTo>
                  <a:pt x="267608" y="87235"/>
                </a:lnTo>
                <a:lnTo>
                  <a:pt x="267860" y="89138"/>
                </a:lnTo>
                <a:lnTo>
                  <a:pt x="268055" y="91005"/>
                </a:lnTo>
                <a:lnTo>
                  <a:pt x="268187" y="92837"/>
                </a:lnTo>
                <a:lnTo>
                  <a:pt x="268249" y="94637"/>
                </a:lnTo>
                <a:lnTo>
                  <a:pt x="268234" y="96405"/>
                </a:lnTo>
                <a:lnTo>
                  <a:pt x="268134" y="98143"/>
                </a:lnTo>
                <a:lnTo>
                  <a:pt x="267943" y="99852"/>
                </a:lnTo>
                <a:lnTo>
                  <a:pt x="267655" y="101533"/>
                </a:lnTo>
                <a:lnTo>
                  <a:pt x="267262" y="103187"/>
                </a:lnTo>
                <a:lnTo>
                  <a:pt x="266757" y="104817"/>
                </a:lnTo>
                <a:lnTo>
                  <a:pt x="266134" y="106423"/>
                </a:lnTo>
                <a:lnTo>
                  <a:pt x="265385" y="108006"/>
                </a:lnTo>
                <a:lnTo>
                  <a:pt x="264505" y="109568"/>
                </a:lnTo>
                <a:lnTo>
                  <a:pt x="263485" y="111111"/>
                </a:lnTo>
                <a:lnTo>
                  <a:pt x="262319" y="112635"/>
                </a:lnTo>
                <a:lnTo>
                  <a:pt x="261001" y="114142"/>
                </a:lnTo>
                <a:lnTo>
                  <a:pt x="259523" y="115633"/>
                </a:lnTo>
                <a:lnTo>
                  <a:pt x="257878" y="117110"/>
                </a:lnTo>
                <a:lnTo>
                  <a:pt x="256060" y="118574"/>
                </a:lnTo>
                <a:lnTo>
                  <a:pt x="255283" y="119178"/>
                </a:lnTo>
                <a:lnTo>
                  <a:pt x="254517" y="119773"/>
                </a:lnTo>
                <a:lnTo>
                  <a:pt x="253760" y="120352"/>
                </a:lnTo>
                <a:lnTo>
                  <a:pt x="253012" y="120912"/>
                </a:lnTo>
                <a:lnTo>
                  <a:pt x="252270" y="121447"/>
                </a:lnTo>
                <a:lnTo>
                  <a:pt x="251535" y="121954"/>
                </a:lnTo>
                <a:lnTo>
                  <a:pt x="250804" y="122427"/>
                </a:lnTo>
                <a:lnTo>
                  <a:pt x="250077" y="122863"/>
                </a:lnTo>
                <a:lnTo>
                  <a:pt x="249352" y="123256"/>
                </a:lnTo>
                <a:lnTo>
                  <a:pt x="248629" y="123602"/>
                </a:lnTo>
                <a:lnTo>
                  <a:pt x="247905" y="123897"/>
                </a:lnTo>
                <a:lnTo>
                  <a:pt x="247180" y="124135"/>
                </a:lnTo>
                <a:lnTo>
                  <a:pt x="246453" y="124313"/>
                </a:lnTo>
                <a:lnTo>
                  <a:pt x="245722" y="124425"/>
                </a:lnTo>
                <a:lnTo>
                  <a:pt x="244987" y="124467"/>
                </a:lnTo>
                <a:lnTo>
                  <a:pt x="244245" y="124435"/>
                </a:lnTo>
                <a:lnTo>
                  <a:pt x="243497" y="124324"/>
                </a:lnTo>
                <a:lnTo>
                  <a:pt x="242740" y="124130"/>
                </a:lnTo>
                <a:lnTo>
                  <a:pt x="241974" y="123847"/>
                </a:lnTo>
                <a:lnTo>
                  <a:pt x="241197" y="123472"/>
                </a:lnTo>
                <a:lnTo>
                  <a:pt x="240408" y="122999"/>
                </a:lnTo>
                <a:lnTo>
                  <a:pt x="239606" y="122424"/>
                </a:lnTo>
                <a:lnTo>
                  <a:pt x="238790" y="121743"/>
                </a:lnTo>
                <a:lnTo>
                  <a:pt x="237958" y="120951"/>
                </a:lnTo>
                <a:lnTo>
                  <a:pt x="236619" y="119535"/>
                </a:lnTo>
                <a:lnTo>
                  <a:pt x="235307" y="118116"/>
                </a:lnTo>
                <a:lnTo>
                  <a:pt x="234028" y="116691"/>
                </a:lnTo>
                <a:lnTo>
                  <a:pt x="232789" y="115255"/>
                </a:lnTo>
                <a:lnTo>
                  <a:pt x="231594" y="113807"/>
                </a:lnTo>
                <a:lnTo>
                  <a:pt x="230448" y="112342"/>
                </a:lnTo>
                <a:lnTo>
                  <a:pt x="229358" y="110857"/>
                </a:lnTo>
                <a:lnTo>
                  <a:pt x="228328" y="109349"/>
                </a:lnTo>
                <a:lnTo>
                  <a:pt x="227364" y="107815"/>
                </a:lnTo>
                <a:lnTo>
                  <a:pt x="226471" y="106251"/>
                </a:lnTo>
                <a:lnTo>
                  <a:pt x="225656" y="104655"/>
                </a:lnTo>
                <a:lnTo>
                  <a:pt x="224923" y="103022"/>
                </a:lnTo>
                <a:lnTo>
                  <a:pt x="224277" y="101349"/>
                </a:lnTo>
                <a:lnTo>
                  <a:pt x="223725" y="99634"/>
                </a:lnTo>
                <a:lnTo>
                  <a:pt x="223272" y="97873"/>
                </a:lnTo>
                <a:lnTo>
                  <a:pt x="222922" y="96062"/>
                </a:lnTo>
                <a:lnTo>
                  <a:pt x="222682" y="94198"/>
                </a:lnTo>
                <a:lnTo>
                  <a:pt x="222557" y="92279"/>
                </a:lnTo>
                <a:lnTo>
                  <a:pt x="222552" y="90301"/>
                </a:lnTo>
                <a:lnTo>
                  <a:pt x="222673" y="88259"/>
                </a:lnTo>
                <a:lnTo>
                  <a:pt x="222926" y="86152"/>
                </a:lnTo>
                <a:lnTo>
                  <a:pt x="223315" y="83976"/>
                </a:lnTo>
                <a:lnTo>
                  <a:pt x="223846" y="81728"/>
                </a:lnTo>
                <a:lnTo>
                  <a:pt x="224524" y="79403"/>
                </a:lnTo>
                <a:lnTo>
                  <a:pt x="225505" y="76193"/>
                </a:lnTo>
                <a:lnTo>
                  <a:pt x="226288" y="72964"/>
                </a:lnTo>
                <a:lnTo>
                  <a:pt x="226873" y="69724"/>
                </a:lnTo>
                <a:lnTo>
                  <a:pt x="227266" y="66480"/>
                </a:lnTo>
                <a:lnTo>
                  <a:pt x="227468" y="63239"/>
                </a:lnTo>
                <a:lnTo>
                  <a:pt x="227483" y="60010"/>
                </a:lnTo>
                <a:lnTo>
                  <a:pt x="227313" y="56799"/>
                </a:lnTo>
                <a:lnTo>
                  <a:pt x="226961" y="53614"/>
                </a:lnTo>
                <a:lnTo>
                  <a:pt x="226429" y="50462"/>
                </a:lnTo>
                <a:lnTo>
                  <a:pt x="225722" y="47351"/>
                </a:lnTo>
                <a:lnTo>
                  <a:pt x="224841" y="44288"/>
                </a:lnTo>
                <a:lnTo>
                  <a:pt x="223790" y="41282"/>
                </a:lnTo>
                <a:lnTo>
                  <a:pt x="222571" y="38338"/>
                </a:lnTo>
                <a:lnTo>
                  <a:pt x="221187" y="35465"/>
                </a:lnTo>
                <a:lnTo>
                  <a:pt x="219641" y="32671"/>
                </a:lnTo>
                <a:lnTo>
                  <a:pt x="217936" y="29962"/>
                </a:lnTo>
                <a:lnTo>
                  <a:pt x="216075" y="27346"/>
                </a:lnTo>
                <a:lnTo>
                  <a:pt x="214060" y="24831"/>
                </a:lnTo>
                <a:lnTo>
                  <a:pt x="211895" y="22424"/>
                </a:lnTo>
                <a:lnTo>
                  <a:pt x="209582" y="20132"/>
                </a:lnTo>
                <a:lnTo>
                  <a:pt x="207124" y="17964"/>
                </a:lnTo>
                <a:lnTo>
                  <a:pt x="204523" y="15926"/>
                </a:lnTo>
                <a:lnTo>
                  <a:pt x="201784" y="14025"/>
                </a:lnTo>
                <a:lnTo>
                  <a:pt x="198908" y="12270"/>
                </a:lnTo>
                <a:lnTo>
                  <a:pt x="196563" y="10777"/>
                </a:lnTo>
                <a:lnTo>
                  <a:pt x="194197" y="9358"/>
                </a:lnTo>
                <a:lnTo>
                  <a:pt x="191809" y="8019"/>
                </a:lnTo>
                <a:lnTo>
                  <a:pt x="189402" y="6765"/>
                </a:lnTo>
                <a:lnTo>
                  <a:pt x="186976" y="5602"/>
                </a:lnTo>
                <a:lnTo>
                  <a:pt x="184531" y="4535"/>
                </a:lnTo>
                <a:lnTo>
                  <a:pt x="182070" y="3571"/>
                </a:lnTo>
                <a:lnTo>
                  <a:pt x="179592" y="2715"/>
                </a:lnTo>
                <a:lnTo>
                  <a:pt x="177099" y="1972"/>
                </a:lnTo>
                <a:lnTo>
                  <a:pt x="174591" y="1349"/>
                </a:lnTo>
                <a:lnTo>
                  <a:pt x="172069" y="850"/>
                </a:lnTo>
                <a:lnTo>
                  <a:pt x="169535" y="483"/>
                </a:lnTo>
                <a:lnTo>
                  <a:pt x="166989" y="251"/>
                </a:lnTo>
                <a:lnTo>
                  <a:pt x="164432" y="161"/>
                </a:lnTo>
                <a:lnTo>
                  <a:pt x="161865" y="219"/>
                </a:lnTo>
                <a:lnTo>
                  <a:pt x="159289" y="430"/>
                </a:lnTo>
                <a:lnTo>
                  <a:pt x="156704" y="799"/>
                </a:lnTo>
                <a:lnTo>
                  <a:pt x="154112" y="1333"/>
                </a:lnTo>
                <a:lnTo>
                  <a:pt x="151514" y="2038"/>
                </a:lnTo>
                <a:lnTo>
                  <a:pt x="148910" y="2918"/>
                </a:lnTo>
                <a:lnTo>
                  <a:pt x="146301" y="3979"/>
                </a:lnTo>
                <a:lnTo>
                  <a:pt x="143688" y="5227"/>
                </a:lnTo>
                <a:lnTo>
                  <a:pt x="141072" y="6669"/>
                </a:lnTo>
                <a:lnTo>
                  <a:pt x="138455" y="8308"/>
                </a:lnTo>
                <a:lnTo>
                  <a:pt x="135441" y="10424"/>
                </a:lnTo>
                <a:lnTo>
                  <a:pt x="132551" y="12610"/>
                </a:lnTo>
                <a:lnTo>
                  <a:pt x="129789" y="14866"/>
                </a:lnTo>
                <a:lnTo>
                  <a:pt x="127157" y="17193"/>
                </a:lnTo>
                <a:lnTo>
                  <a:pt x="124660" y="19590"/>
                </a:lnTo>
                <a:lnTo>
                  <a:pt x="122302" y="22056"/>
                </a:lnTo>
                <a:lnTo>
                  <a:pt x="120086" y="24592"/>
                </a:lnTo>
                <a:lnTo>
                  <a:pt x="118017" y="27197"/>
                </a:lnTo>
                <a:lnTo>
                  <a:pt x="116097" y="29872"/>
                </a:lnTo>
                <a:lnTo>
                  <a:pt x="114330" y="32615"/>
                </a:lnTo>
                <a:lnTo>
                  <a:pt x="112721" y="35428"/>
                </a:lnTo>
                <a:lnTo>
                  <a:pt x="111273" y="38309"/>
                </a:lnTo>
                <a:lnTo>
                  <a:pt x="109990" y="41258"/>
                </a:lnTo>
                <a:lnTo>
                  <a:pt x="108875" y="44275"/>
                </a:lnTo>
                <a:lnTo>
                  <a:pt x="107933" y="47361"/>
                </a:lnTo>
                <a:lnTo>
                  <a:pt x="107167" y="50514"/>
                </a:lnTo>
                <a:lnTo>
                  <a:pt x="106581" y="53735"/>
                </a:lnTo>
                <a:lnTo>
                  <a:pt x="106178" y="57023"/>
                </a:lnTo>
                <a:lnTo>
                  <a:pt x="105963" y="60379"/>
                </a:lnTo>
                <a:lnTo>
                  <a:pt x="105939" y="63801"/>
                </a:lnTo>
                <a:lnTo>
                  <a:pt x="106110" y="67291"/>
                </a:lnTo>
                <a:lnTo>
                  <a:pt x="106479" y="70847"/>
                </a:lnTo>
                <a:lnTo>
                  <a:pt x="107051" y="74469"/>
                </a:lnTo>
                <a:lnTo>
                  <a:pt x="107829" y="78158"/>
                </a:lnTo>
                <a:lnTo>
                  <a:pt x="108290" y="80300"/>
                </a:lnTo>
                <a:lnTo>
                  <a:pt x="108623" y="82370"/>
                </a:lnTo>
                <a:lnTo>
                  <a:pt x="108834" y="84374"/>
                </a:lnTo>
                <a:lnTo>
                  <a:pt x="108931" y="86316"/>
                </a:lnTo>
                <a:lnTo>
                  <a:pt x="108919" y="88202"/>
                </a:lnTo>
                <a:lnTo>
                  <a:pt x="108804" y="90036"/>
                </a:lnTo>
                <a:lnTo>
                  <a:pt x="108593" y="91824"/>
                </a:lnTo>
                <a:lnTo>
                  <a:pt x="108293" y="93571"/>
                </a:lnTo>
                <a:lnTo>
                  <a:pt x="107909" y="95282"/>
                </a:lnTo>
                <a:lnTo>
                  <a:pt x="107448" y="96962"/>
                </a:lnTo>
                <a:lnTo>
                  <a:pt x="106917" y="98615"/>
                </a:lnTo>
                <a:lnTo>
                  <a:pt x="106321" y="100248"/>
                </a:lnTo>
                <a:lnTo>
                  <a:pt x="105666" y="101865"/>
                </a:lnTo>
                <a:lnTo>
                  <a:pt x="104961" y="103471"/>
                </a:lnTo>
                <a:lnTo>
                  <a:pt x="104209" y="105071"/>
                </a:lnTo>
                <a:lnTo>
                  <a:pt x="103419" y="106670"/>
                </a:lnTo>
                <a:lnTo>
                  <a:pt x="102595" y="108274"/>
                </a:lnTo>
                <a:lnTo>
                  <a:pt x="101745" y="109887"/>
                </a:lnTo>
                <a:lnTo>
                  <a:pt x="100875" y="111514"/>
                </a:lnTo>
                <a:lnTo>
                  <a:pt x="99991" y="113161"/>
                </a:lnTo>
                <a:lnTo>
                  <a:pt x="99100" y="114833"/>
                </a:lnTo>
                <a:lnTo>
                  <a:pt x="98208" y="116534"/>
                </a:lnTo>
                <a:lnTo>
                  <a:pt x="97320" y="118270"/>
                </a:lnTo>
                <a:lnTo>
                  <a:pt x="96444" y="120045"/>
                </a:lnTo>
                <a:lnTo>
                  <a:pt x="94549" y="123793"/>
                </a:lnTo>
                <a:lnTo>
                  <a:pt x="92410" y="127375"/>
                </a:lnTo>
                <a:lnTo>
                  <a:pt x="90056" y="130809"/>
                </a:lnTo>
                <a:lnTo>
                  <a:pt x="87512" y="134110"/>
                </a:lnTo>
                <a:lnTo>
                  <a:pt x="84806" y="137292"/>
                </a:lnTo>
                <a:lnTo>
                  <a:pt x="81966" y="140373"/>
                </a:lnTo>
                <a:lnTo>
                  <a:pt x="79018" y="143368"/>
                </a:lnTo>
                <a:lnTo>
                  <a:pt x="75989" y="146293"/>
                </a:lnTo>
                <a:lnTo>
                  <a:pt x="72908" y="149163"/>
                </a:lnTo>
                <a:lnTo>
                  <a:pt x="69799" y="151994"/>
                </a:lnTo>
                <a:lnTo>
                  <a:pt x="66692" y="154802"/>
                </a:lnTo>
                <a:lnTo>
                  <a:pt x="63613" y="157602"/>
                </a:lnTo>
                <a:lnTo>
                  <a:pt x="60589" y="160411"/>
                </a:lnTo>
                <a:lnTo>
                  <a:pt x="57647" y="163244"/>
                </a:lnTo>
                <a:lnTo>
                  <a:pt x="54815" y="166116"/>
                </a:lnTo>
                <a:lnTo>
                  <a:pt x="52119" y="169044"/>
                </a:lnTo>
                <a:lnTo>
                  <a:pt x="49587" y="172043"/>
                </a:lnTo>
                <a:lnTo>
                  <a:pt x="47246" y="175129"/>
                </a:lnTo>
                <a:lnTo>
                  <a:pt x="45122" y="178317"/>
                </a:lnTo>
                <a:lnTo>
                  <a:pt x="43244" y="181624"/>
                </a:lnTo>
                <a:lnTo>
                  <a:pt x="41637" y="185064"/>
                </a:lnTo>
                <a:lnTo>
                  <a:pt x="40330" y="188655"/>
                </a:lnTo>
                <a:lnTo>
                  <a:pt x="39350" y="192411"/>
                </a:lnTo>
                <a:lnTo>
                  <a:pt x="38723" y="196348"/>
                </a:lnTo>
                <a:lnTo>
                  <a:pt x="37990" y="201262"/>
                </a:lnTo>
                <a:lnTo>
                  <a:pt x="37203" y="206167"/>
                </a:lnTo>
                <a:lnTo>
                  <a:pt x="36363" y="211061"/>
                </a:lnTo>
                <a:lnTo>
                  <a:pt x="35469" y="215944"/>
                </a:lnTo>
                <a:lnTo>
                  <a:pt x="34521" y="220816"/>
                </a:lnTo>
                <a:lnTo>
                  <a:pt x="33521" y="225676"/>
                </a:lnTo>
                <a:lnTo>
                  <a:pt x="32466" y="230525"/>
                </a:lnTo>
                <a:lnTo>
                  <a:pt x="31359" y="235361"/>
                </a:lnTo>
                <a:lnTo>
                  <a:pt x="30199" y="240184"/>
                </a:lnTo>
                <a:lnTo>
                  <a:pt x="28985" y="244994"/>
                </a:lnTo>
                <a:lnTo>
                  <a:pt x="27719" y="249790"/>
                </a:lnTo>
                <a:lnTo>
                  <a:pt x="26400" y="254572"/>
                </a:lnTo>
                <a:lnTo>
                  <a:pt x="25029" y="259339"/>
                </a:lnTo>
                <a:lnTo>
                  <a:pt x="23605" y="264091"/>
                </a:lnTo>
                <a:lnTo>
                  <a:pt x="22128" y="268828"/>
                </a:lnTo>
                <a:lnTo>
                  <a:pt x="20600" y="273548"/>
                </a:lnTo>
                <a:lnTo>
                  <a:pt x="19019" y="278253"/>
                </a:lnTo>
                <a:lnTo>
                  <a:pt x="17386" y="282940"/>
                </a:lnTo>
                <a:lnTo>
                  <a:pt x="15702" y="287611"/>
                </a:lnTo>
                <a:lnTo>
                  <a:pt x="13965" y="292263"/>
                </a:lnTo>
                <a:lnTo>
                  <a:pt x="12177" y="296898"/>
                </a:lnTo>
                <a:lnTo>
                  <a:pt x="10337" y="301514"/>
                </a:lnTo>
                <a:lnTo>
                  <a:pt x="8446" y="306111"/>
                </a:lnTo>
                <a:lnTo>
                  <a:pt x="6504" y="310689"/>
                </a:lnTo>
                <a:lnTo>
                  <a:pt x="4579" y="315976"/>
                </a:lnTo>
                <a:lnTo>
                  <a:pt x="2991" y="320973"/>
                </a:lnTo>
                <a:lnTo>
                  <a:pt x="1739" y="325686"/>
                </a:lnTo>
                <a:lnTo>
                  <a:pt x="823" y="330120"/>
                </a:lnTo>
                <a:lnTo>
                  <a:pt x="243" y="334281"/>
                </a:lnTo>
                <a:lnTo>
                  <a:pt x="0" y="338176"/>
                </a:lnTo>
                <a:lnTo>
                  <a:pt x="94" y="341810"/>
                </a:lnTo>
                <a:lnTo>
                  <a:pt x="524" y="345189"/>
                </a:lnTo>
                <a:lnTo>
                  <a:pt x="1292" y="348318"/>
                </a:lnTo>
                <a:lnTo>
                  <a:pt x="2398" y="351204"/>
                </a:lnTo>
                <a:lnTo>
                  <a:pt x="3841" y="353853"/>
                </a:lnTo>
                <a:lnTo>
                  <a:pt x="5621" y="356270"/>
                </a:lnTo>
                <a:lnTo>
                  <a:pt x="7740" y="358461"/>
                </a:lnTo>
                <a:lnTo>
                  <a:pt x="10197" y="360432"/>
                </a:lnTo>
                <a:lnTo>
                  <a:pt x="12992" y="362189"/>
                </a:lnTo>
                <a:lnTo>
                  <a:pt x="16126" y="363738"/>
                </a:lnTo>
                <a:lnTo>
                  <a:pt x="19599" y="365084"/>
                </a:lnTo>
                <a:lnTo>
                  <a:pt x="23410" y="366234"/>
                </a:lnTo>
                <a:lnTo>
                  <a:pt x="27561" y="367193"/>
                </a:lnTo>
                <a:lnTo>
                  <a:pt x="32051" y="367967"/>
                </a:lnTo>
                <a:lnTo>
                  <a:pt x="36881" y="368562"/>
                </a:lnTo>
                <a:lnTo>
                  <a:pt x="42050" y="368984"/>
                </a:lnTo>
                <a:lnTo>
                  <a:pt x="47560" y="369239"/>
                </a:lnTo>
                <a:lnTo>
                  <a:pt x="53409" y="369332"/>
                </a:lnTo>
                <a:lnTo>
                  <a:pt x="61322" y="369358"/>
                </a:lnTo>
                <a:lnTo>
                  <a:pt x="69234" y="369381"/>
                </a:lnTo>
                <a:lnTo>
                  <a:pt x="77147" y="369401"/>
                </a:lnTo>
                <a:lnTo>
                  <a:pt x="85059" y="369419"/>
                </a:lnTo>
                <a:lnTo>
                  <a:pt x="92972" y="369433"/>
                </a:lnTo>
                <a:lnTo>
                  <a:pt x="100884" y="369445"/>
                </a:lnTo>
                <a:lnTo>
                  <a:pt x="108797" y="369454"/>
                </a:lnTo>
                <a:lnTo>
                  <a:pt x="116709" y="369462"/>
                </a:lnTo>
                <a:lnTo>
                  <a:pt x="124622" y="369467"/>
                </a:lnTo>
                <a:lnTo>
                  <a:pt x="132534" y="369470"/>
                </a:lnTo>
                <a:lnTo>
                  <a:pt x="140447" y="369472"/>
                </a:lnTo>
                <a:lnTo>
                  <a:pt x="148359" y="369473"/>
                </a:lnTo>
                <a:lnTo>
                  <a:pt x="156272" y="369472"/>
                </a:lnTo>
                <a:lnTo>
                  <a:pt x="164184" y="369471"/>
                </a:lnTo>
                <a:lnTo>
                  <a:pt x="172097" y="369469"/>
                </a:lnTo>
                <a:lnTo>
                  <a:pt x="180009" y="369466"/>
                </a:lnTo>
                <a:lnTo>
                  <a:pt x="187922" y="369462"/>
                </a:lnTo>
                <a:lnTo>
                  <a:pt x="195834" y="369459"/>
                </a:lnTo>
                <a:lnTo>
                  <a:pt x="203747" y="369455"/>
                </a:lnTo>
                <a:lnTo>
                  <a:pt x="211659" y="369452"/>
                </a:lnTo>
                <a:lnTo>
                  <a:pt x="219572" y="369449"/>
                </a:lnTo>
                <a:lnTo>
                  <a:pt x="227484" y="369447"/>
                </a:lnTo>
                <a:lnTo>
                  <a:pt x="235397" y="369445"/>
                </a:lnTo>
                <a:lnTo>
                  <a:pt x="243309" y="369445"/>
                </a:lnTo>
                <a:lnTo>
                  <a:pt x="437422" y="369445"/>
                </a:lnTo>
                <a:lnTo>
                  <a:pt x="443535" y="369406"/>
                </a:lnTo>
                <a:close/>
              </a:path>
            </a:pathLst>
          </a:custGeom>
          <a:solidFill xmlns:a="http://schemas.openxmlformats.org/drawingml/2006/main">
            <a:srgbClr val="F9F7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2537CC-C085-4D66-B308-4ADEF80B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18" y="1952127"/>
            <a:ext cx="488702" cy="369294"/>
          </a:xfrm>
          <a:custGeom xmlns:a="http://schemas.openxmlformats.org/drawingml/2006/main">
            <a:pathLst>
              <a:path w="488702" h="369294">
                <a:moveTo>
                  <a:pt x="479191" y="362696"/>
                </a:moveTo>
                <a:lnTo>
                  <a:pt x="481368" y="361059"/>
                </a:lnTo>
                <a:lnTo>
                  <a:pt x="483232" y="359176"/>
                </a:lnTo>
                <a:lnTo>
                  <a:pt x="484796" y="357028"/>
                </a:lnTo>
                <a:lnTo>
                  <a:pt x="486075" y="354601"/>
                </a:lnTo>
                <a:lnTo>
                  <a:pt x="487083" y="351879"/>
                </a:lnTo>
                <a:lnTo>
                  <a:pt x="487836" y="348845"/>
                </a:lnTo>
                <a:lnTo>
                  <a:pt x="488347" y="345483"/>
                </a:lnTo>
                <a:lnTo>
                  <a:pt x="488631" y="341779"/>
                </a:lnTo>
                <a:lnTo>
                  <a:pt x="488702" y="337714"/>
                </a:lnTo>
                <a:lnTo>
                  <a:pt x="488575" y="333275"/>
                </a:lnTo>
                <a:lnTo>
                  <a:pt x="488265" y="328444"/>
                </a:lnTo>
                <a:lnTo>
                  <a:pt x="487785" y="323206"/>
                </a:lnTo>
                <a:lnTo>
                  <a:pt x="487151" y="317544"/>
                </a:lnTo>
                <a:lnTo>
                  <a:pt x="486377" y="311444"/>
                </a:lnTo>
                <a:lnTo>
                  <a:pt x="485931" y="309533"/>
                </a:lnTo>
                <a:lnTo>
                  <a:pt x="485447" y="307634"/>
                </a:lnTo>
                <a:lnTo>
                  <a:pt x="484926" y="305747"/>
                </a:lnTo>
                <a:lnTo>
                  <a:pt x="484367" y="303872"/>
                </a:lnTo>
                <a:lnTo>
                  <a:pt x="483772" y="302010"/>
                </a:lnTo>
                <a:lnTo>
                  <a:pt x="483139" y="300161"/>
                </a:lnTo>
                <a:lnTo>
                  <a:pt x="482471" y="298327"/>
                </a:lnTo>
                <a:lnTo>
                  <a:pt x="481765" y="296507"/>
                </a:lnTo>
                <a:lnTo>
                  <a:pt x="481024" y="294702"/>
                </a:lnTo>
                <a:lnTo>
                  <a:pt x="480248" y="292912"/>
                </a:lnTo>
                <a:lnTo>
                  <a:pt x="479435" y="291139"/>
                </a:lnTo>
                <a:lnTo>
                  <a:pt x="478588" y="289382"/>
                </a:lnTo>
                <a:lnTo>
                  <a:pt x="477706" y="287642"/>
                </a:lnTo>
                <a:lnTo>
                  <a:pt x="476789" y="285920"/>
                </a:lnTo>
                <a:lnTo>
                  <a:pt x="475837" y="284216"/>
                </a:lnTo>
                <a:lnTo>
                  <a:pt x="474852" y="282531"/>
                </a:lnTo>
                <a:lnTo>
                  <a:pt x="473833" y="280865"/>
                </a:lnTo>
                <a:lnTo>
                  <a:pt x="472780" y="279219"/>
                </a:lnTo>
                <a:lnTo>
                  <a:pt x="471693" y="277592"/>
                </a:lnTo>
                <a:lnTo>
                  <a:pt x="470574" y="275987"/>
                </a:lnTo>
                <a:lnTo>
                  <a:pt x="469421" y="274403"/>
                </a:lnTo>
                <a:lnTo>
                  <a:pt x="468237" y="272840"/>
                </a:lnTo>
                <a:lnTo>
                  <a:pt x="467019" y="271300"/>
                </a:lnTo>
                <a:lnTo>
                  <a:pt x="465770" y="269783"/>
                </a:lnTo>
                <a:lnTo>
                  <a:pt x="464916" y="268518"/>
                </a:lnTo>
                <a:lnTo>
                  <a:pt x="464039" y="267266"/>
                </a:lnTo>
                <a:lnTo>
                  <a:pt x="463147" y="266025"/>
                </a:lnTo>
                <a:lnTo>
                  <a:pt x="462247" y="264791"/>
                </a:lnTo>
                <a:lnTo>
                  <a:pt x="461346" y="263559"/>
                </a:lnTo>
                <a:lnTo>
                  <a:pt x="460453" y="262327"/>
                </a:lnTo>
                <a:lnTo>
                  <a:pt x="459575" y="261090"/>
                </a:lnTo>
                <a:lnTo>
                  <a:pt x="458720" y="259846"/>
                </a:lnTo>
                <a:lnTo>
                  <a:pt x="457895" y="258589"/>
                </a:lnTo>
                <a:lnTo>
                  <a:pt x="457109" y="257317"/>
                </a:lnTo>
                <a:lnTo>
                  <a:pt x="456368" y="256026"/>
                </a:lnTo>
                <a:lnTo>
                  <a:pt x="455680" y="254712"/>
                </a:lnTo>
                <a:lnTo>
                  <a:pt x="455054" y="253371"/>
                </a:lnTo>
                <a:lnTo>
                  <a:pt x="454496" y="252001"/>
                </a:lnTo>
                <a:lnTo>
                  <a:pt x="454015" y="250596"/>
                </a:lnTo>
                <a:lnTo>
                  <a:pt x="453618" y="249154"/>
                </a:lnTo>
                <a:lnTo>
                  <a:pt x="453312" y="247670"/>
                </a:lnTo>
                <a:lnTo>
                  <a:pt x="453106" y="246142"/>
                </a:lnTo>
                <a:lnTo>
                  <a:pt x="453007" y="244565"/>
                </a:lnTo>
                <a:lnTo>
                  <a:pt x="453023" y="242935"/>
                </a:lnTo>
                <a:lnTo>
                  <a:pt x="453161" y="241250"/>
                </a:lnTo>
                <a:lnTo>
                  <a:pt x="453429" y="239504"/>
                </a:lnTo>
                <a:lnTo>
                  <a:pt x="453834" y="237696"/>
                </a:lnTo>
                <a:lnTo>
                  <a:pt x="454385" y="235820"/>
                </a:lnTo>
                <a:lnTo>
                  <a:pt x="455544" y="231937"/>
                </a:lnTo>
                <a:lnTo>
                  <a:pt x="456438" y="228153"/>
                </a:lnTo>
                <a:lnTo>
                  <a:pt x="457075" y="224463"/>
                </a:lnTo>
                <a:lnTo>
                  <a:pt x="457465" y="220863"/>
                </a:lnTo>
                <a:lnTo>
                  <a:pt x="457619" y="217347"/>
                </a:lnTo>
                <a:lnTo>
                  <a:pt x="457545" y="213911"/>
                </a:lnTo>
                <a:lnTo>
                  <a:pt x="457252" y="210549"/>
                </a:lnTo>
                <a:lnTo>
                  <a:pt x="456751" y="207258"/>
                </a:lnTo>
                <a:lnTo>
                  <a:pt x="456050" y="204032"/>
                </a:lnTo>
                <a:lnTo>
                  <a:pt x="455160" y="200866"/>
                </a:lnTo>
                <a:lnTo>
                  <a:pt x="454090" y="197756"/>
                </a:lnTo>
                <a:lnTo>
                  <a:pt x="452848" y="194697"/>
                </a:lnTo>
                <a:lnTo>
                  <a:pt x="451446" y="191684"/>
                </a:lnTo>
                <a:lnTo>
                  <a:pt x="449891" y="188712"/>
                </a:lnTo>
                <a:lnTo>
                  <a:pt x="448195" y="185776"/>
                </a:lnTo>
                <a:lnTo>
                  <a:pt x="446365" y="182872"/>
                </a:lnTo>
                <a:lnTo>
                  <a:pt x="444412" y="179995"/>
                </a:lnTo>
                <a:lnTo>
                  <a:pt x="442346" y="177139"/>
                </a:lnTo>
                <a:lnTo>
                  <a:pt x="440175" y="174301"/>
                </a:lnTo>
                <a:lnTo>
                  <a:pt x="437909" y="171475"/>
                </a:lnTo>
                <a:lnTo>
                  <a:pt x="435557" y="168656"/>
                </a:lnTo>
                <a:lnTo>
                  <a:pt x="433130" y="165840"/>
                </a:lnTo>
                <a:lnTo>
                  <a:pt x="430637" y="163022"/>
                </a:lnTo>
                <a:lnTo>
                  <a:pt x="428086" y="160197"/>
                </a:lnTo>
                <a:lnTo>
                  <a:pt x="424970" y="156819"/>
                </a:lnTo>
                <a:lnTo>
                  <a:pt x="421837" y="153444"/>
                </a:lnTo>
                <a:lnTo>
                  <a:pt x="418705" y="150063"/>
                </a:lnTo>
                <a:lnTo>
                  <a:pt x="415589" y="146668"/>
                </a:lnTo>
                <a:lnTo>
                  <a:pt x="412507" y="143248"/>
                </a:lnTo>
                <a:lnTo>
                  <a:pt x="409475" y="139796"/>
                </a:lnTo>
                <a:lnTo>
                  <a:pt x="406511" y="136302"/>
                </a:lnTo>
                <a:lnTo>
                  <a:pt x="403630" y="132758"/>
                </a:lnTo>
                <a:lnTo>
                  <a:pt x="400849" y="129155"/>
                </a:lnTo>
                <a:lnTo>
                  <a:pt x="398186" y="125483"/>
                </a:lnTo>
                <a:lnTo>
                  <a:pt x="395656" y="121734"/>
                </a:lnTo>
                <a:lnTo>
                  <a:pt x="393277" y="117899"/>
                </a:lnTo>
                <a:lnTo>
                  <a:pt x="391065" y="113969"/>
                </a:lnTo>
                <a:lnTo>
                  <a:pt x="389037" y="109935"/>
                </a:lnTo>
                <a:lnTo>
                  <a:pt x="387209" y="105789"/>
                </a:lnTo>
                <a:lnTo>
                  <a:pt x="385599" y="101521"/>
                </a:lnTo>
                <a:lnTo>
                  <a:pt x="384223" y="97122"/>
                </a:lnTo>
                <a:lnTo>
                  <a:pt x="383098" y="92584"/>
                </a:lnTo>
                <a:lnTo>
                  <a:pt x="382240" y="87898"/>
                </a:lnTo>
                <a:lnTo>
                  <a:pt x="381666" y="83055"/>
                </a:lnTo>
                <a:lnTo>
                  <a:pt x="381393" y="78045"/>
                </a:lnTo>
                <a:lnTo>
                  <a:pt x="381438" y="72861"/>
                </a:lnTo>
                <a:lnTo>
                  <a:pt x="381817" y="67492"/>
                </a:lnTo>
                <a:lnTo>
                  <a:pt x="382547" y="61931"/>
                </a:lnTo>
                <a:lnTo>
                  <a:pt x="382640" y="61305"/>
                </a:lnTo>
                <a:lnTo>
                  <a:pt x="382725" y="60679"/>
                </a:lnTo>
                <a:lnTo>
                  <a:pt x="382803" y="60051"/>
                </a:lnTo>
                <a:lnTo>
                  <a:pt x="382874" y="59423"/>
                </a:lnTo>
                <a:lnTo>
                  <a:pt x="382937" y="58795"/>
                </a:lnTo>
                <a:lnTo>
                  <a:pt x="382993" y="58166"/>
                </a:lnTo>
                <a:lnTo>
                  <a:pt x="383041" y="57536"/>
                </a:lnTo>
                <a:lnTo>
                  <a:pt x="383082" y="56906"/>
                </a:lnTo>
                <a:lnTo>
                  <a:pt x="383115" y="56276"/>
                </a:lnTo>
                <a:lnTo>
                  <a:pt x="383141" y="55645"/>
                </a:lnTo>
                <a:lnTo>
                  <a:pt x="383159" y="55014"/>
                </a:lnTo>
                <a:lnTo>
                  <a:pt x="383170" y="54383"/>
                </a:lnTo>
                <a:lnTo>
                  <a:pt x="383173" y="53752"/>
                </a:lnTo>
                <a:lnTo>
                  <a:pt x="383169" y="53121"/>
                </a:lnTo>
                <a:lnTo>
                  <a:pt x="383158" y="52489"/>
                </a:lnTo>
                <a:lnTo>
                  <a:pt x="383139" y="51858"/>
                </a:lnTo>
                <a:lnTo>
                  <a:pt x="383112" y="51227"/>
                </a:lnTo>
                <a:lnTo>
                  <a:pt x="383078" y="50596"/>
                </a:lnTo>
                <a:lnTo>
                  <a:pt x="383037" y="49966"/>
                </a:lnTo>
                <a:lnTo>
                  <a:pt x="382988" y="49335"/>
                </a:lnTo>
                <a:lnTo>
                  <a:pt x="382931" y="48705"/>
                </a:lnTo>
                <a:lnTo>
                  <a:pt x="382867" y="48076"/>
                </a:lnTo>
                <a:lnTo>
                  <a:pt x="382796" y="47446"/>
                </a:lnTo>
                <a:lnTo>
                  <a:pt x="382717" y="46818"/>
                </a:lnTo>
                <a:lnTo>
                  <a:pt x="382114" y="43183"/>
                </a:lnTo>
                <a:lnTo>
                  <a:pt x="381277" y="39647"/>
                </a:lnTo>
                <a:lnTo>
                  <a:pt x="380216" y="36214"/>
                </a:lnTo>
                <a:lnTo>
                  <a:pt x="378939" y="32892"/>
                </a:lnTo>
                <a:lnTo>
                  <a:pt x="377456" y="29689"/>
                </a:lnTo>
                <a:lnTo>
                  <a:pt x="375776" y="26611"/>
                </a:lnTo>
                <a:lnTo>
                  <a:pt x="373908" y="23664"/>
                </a:lnTo>
                <a:lnTo>
                  <a:pt x="371860" y="20856"/>
                </a:lnTo>
                <a:lnTo>
                  <a:pt x="369642" y="18195"/>
                </a:lnTo>
                <a:lnTo>
                  <a:pt x="367263" y="15685"/>
                </a:lnTo>
                <a:lnTo>
                  <a:pt x="364732" y="13336"/>
                </a:lnTo>
                <a:lnTo>
                  <a:pt x="362058" y="11153"/>
                </a:lnTo>
                <a:lnTo>
                  <a:pt x="359250" y="9143"/>
                </a:lnTo>
                <a:lnTo>
                  <a:pt x="356317" y="7314"/>
                </a:lnTo>
                <a:lnTo>
                  <a:pt x="353267" y="5672"/>
                </a:lnTo>
                <a:lnTo>
                  <a:pt x="350111" y="4224"/>
                </a:lnTo>
                <a:lnTo>
                  <a:pt x="346857" y="2977"/>
                </a:lnTo>
                <a:lnTo>
                  <a:pt x="343514" y="1938"/>
                </a:lnTo>
                <a:lnTo>
                  <a:pt x="340091" y="1114"/>
                </a:lnTo>
                <a:lnTo>
                  <a:pt x="336597" y="511"/>
                </a:lnTo>
                <a:lnTo>
                  <a:pt x="333041" y="138"/>
                </a:lnTo>
                <a:lnTo>
                  <a:pt x="329432" y="0"/>
                </a:lnTo>
                <a:lnTo>
                  <a:pt x="325780" y="105"/>
                </a:lnTo>
                <a:lnTo>
                  <a:pt x="322093" y="459"/>
                </a:lnTo>
                <a:lnTo>
                  <a:pt x="321783" y="489"/>
                </a:lnTo>
                <a:lnTo>
                  <a:pt x="321473" y="521"/>
                </a:lnTo>
                <a:lnTo>
                  <a:pt x="321163" y="554"/>
                </a:lnTo>
                <a:lnTo>
                  <a:pt x="320853" y="589"/>
                </a:lnTo>
                <a:lnTo>
                  <a:pt x="320543" y="625"/>
                </a:lnTo>
                <a:lnTo>
                  <a:pt x="320234" y="663"/>
                </a:lnTo>
                <a:lnTo>
                  <a:pt x="319925" y="702"/>
                </a:lnTo>
                <a:lnTo>
                  <a:pt x="319616" y="742"/>
                </a:lnTo>
                <a:lnTo>
                  <a:pt x="319307" y="784"/>
                </a:lnTo>
                <a:lnTo>
                  <a:pt x="318998" y="827"/>
                </a:lnTo>
                <a:lnTo>
                  <a:pt x="318690" y="872"/>
                </a:lnTo>
                <a:lnTo>
                  <a:pt x="318381" y="919"/>
                </a:lnTo>
                <a:lnTo>
                  <a:pt x="318073" y="966"/>
                </a:lnTo>
                <a:lnTo>
                  <a:pt x="317766" y="1016"/>
                </a:lnTo>
                <a:lnTo>
                  <a:pt x="317458" y="1066"/>
                </a:lnTo>
                <a:lnTo>
                  <a:pt x="317151" y="1119"/>
                </a:lnTo>
                <a:lnTo>
                  <a:pt x="316844" y="1172"/>
                </a:lnTo>
                <a:lnTo>
                  <a:pt x="316537" y="1228"/>
                </a:lnTo>
                <a:lnTo>
                  <a:pt x="316231" y="1284"/>
                </a:lnTo>
                <a:lnTo>
                  <a:pt x="315925" y="1343"/>
                </a:lnTo>
                <a:lnTo>
                  <a:pt x="315619" y="1402"/>
                </a:lnTo>
                <a:lnTo>
                  <a:pt x="315314" y="1464"/>
                </a:lnTo>
                <a:lnTo>
                  <a:pt x="315009" y="1527"/>
                </a:lnTo>
                <a:lnTo>
                  <a:pt x="314704" y="1591"/>
                </a:lnTo>
                <a:lnTo>
                  <a:pt x="310467" y="2645"/>
                </a:lnTo>
                <a:lnTo>
                  <a:pt x="306367" y="3962"/>
                </a:lnTo>
                <a:lnTo>
                  <a:pt x="302412" y="5531"/>
                </a:lnTo>
                <a:lnTo>
                  <a:pt x="298610" y="7341"/>
                </a:lnTo>
                <a:lnTo>
                  <a:pt x="294966" y="9381"/>
                </a:lnTo>
                <a:lnTo>
                  <a:pt x="291490" y="11639"/>
                </a:lnTo>
                <a:lnTo>
                  <a:pt x="288187" y="14105"/>
                </a:lnTo>
                <a:lnTo>
                  <a:pt x="285066" y="16767"/>
                </a:lnTo>
                <a:lnTo>
                  <a:pt x="282133" y="19613"/>
                </a:lnTo>
                <a:lnTo>
                  <a:pt x="279396" y="22634"/>
                </a:lnTo>
                <a:lnTo>
                  <a:pt x="276863" y="25816"/>
                </a:lnTo>
                <a:lnTo>
                  <a:pt x="274540" y="29150"/>
                </a:lnTo>
                <a:lnTo>
                  <a:pt x="272434" y="32624"/>
                </a:lnTo>
                <a:lnTo>
                  <a:pt x="270554" y="36227"/>
                </a:lnTo>
                <a:lnTo>
                  <a:pt x="268906" y="39947"/>
                </a:lnTo>
                <a:lnTo>
                  <a:pt x="267498" y="43774"/>
                </a:lnTo>
                <a:lnTo>
                  <a:pt x="266337" y="47696"/>
                </a:lnTo>
                <a:lnTo>
                  <a:pt x="265430" y="51702"/>
                </a:lnTo>
                <a:lnTo>
                  <a:pt x="264785" y="55781"/>
                </a:lnTo>
                <a:lnTo>
                  <a:pt x="264408" y="59922"/>
                </a:lnTo>
                <a:lnTo>
                  <a:pt x="264308" y="64112"/>
                </a:lnTo>
                <a:lnTo>
                  <a:pt x="264491" y="68342"/>
                </a:lnTo>
                <a:lnTo>
                  <a:pt x="264965" y="72600"/>
                </a:lnTo>
                <a:lnTo>
                  <a:pt x="265738" y="76875"/>
                </a:lnTo>
                <a:lnTo>
                  <a:pt x="266170" y="78978"/>
                </a:lnTo>
                <a:lnTo>
                  <a:pt x="266580" y="81041"/>
                </a:lnTo>
                <a:lnTo>
                  <a:pt x="266961" y="83066"/>
                </a:lnTo>
                <a:lnTo>
                  <a:pt x="267306" y="85054"/>
                </a:lnTo>
                <a:lnTo>
                  <a:pt x="267608" y="87005"/>
                </a:lnTo>
                <a:lnTo>
                  <a:pt x="267860" y="88921"/>
                </a:lnTo>
                <a:lnTo>
                  <a:pt x="268055" y="90802"/>
                </a:lnTo>
                <a:lnTo>
                  <a:pt x="268187" y="92649"/>
                </a:lnTo>
                <a:lnTo>
                  <a:pt x="268249" y="94462"/>
                </a:lnTo>
                <a:lnTo>
                  <a:pt x="268234" y="96244"/>
                </a:lnTo>
                <a:lnTo>
                  <a:pt x="268134" y="97995"/>
                </a:lnTo>
                <a:lnTo>
                  <a:pt x="267943" y="99715"/>
                </a:lnTo>
                <a:lnTo>
                  <a:pt x="267655" y="101405"/>
                </a:lnTo>
                <a:lnTo>
                  <a:pt x="267262" y="103067"/>
                </a:lnTo>
                <a:lnTo>
                  <a:pt x="266757" y="104702"/>
                </a:lnTo>
                <a:lnTo>
                  <a:pt x="266134" y="106309"/>
                </a:lnTo>
                <a:lnTo>
                  <a:pt x="265385" y="107891"/>
                </a:lnTo>
                <a:lnTo>
                  <a:pt x="264505" y="109447"/>
                </a:lnTo>
                <a:lnTo>
                  <a:pt x="263485" y="110979"/>
                </a:lnTo>
                <a:lnTo>
                  <a:pt x="262319" y="112488"/>
                </a:lnTo>
                <a:lnTo>
                  <a:pt x="261001" y="113975"/>
                </a:lnTo>
                <a:lnTo>
                  <a:pt x="259523" y="115440"/>
                </a:lnTo>
                <a:lnTo>
                  <a:pt x="257878" y="116885"/>
                </a:lnTo>
                <a:lnTo>
                  <a:pt x="256060" y="118309"/>
                </a:lnTo>
                <a:lnTo>
                  <a:pt x="255229" y="118914"/>
                </a:lnTo>
                <a:lnTo>
                  <a:pt x="254413" y="119508"/>
                </a:lnTo>
                <a:lnTo>
                  <a:pt x="253611" y="120088"/>
                </a:lnTo>
                <a:lnTo>
                  <a:pt x="252822" y="120647"/>
                </a:lnTo>
                <a:lnTo>
                  <a:pt x="252045" y="121183"/>
                </a:lnTo>
                <a:lnTo>
                  <a:pt x="251279" y="121690"/>
                </a:lnTo>
                <a:lnTo>
                  <a:pt x="250522" y="122163"/>
                </a:lnTo>
                <a:lnTo>
                  <a:pt x="249773" y="122599"/>
                </a:lnTo>
                <a:lnTo>
                  <a:pt x="249032" y="122992"/>
                </a:lnTo>
                <a:lnTo>
                  <a:pt x="248297" y="123338"/>
                </a:lnTo>
                <a:lnTo>
                  <a:pt x="247566" y="123632"/>
                </a:lnTo>
                <a:lnTo>
                  <a:pt x="246839" y="123871"/>
                </a:lnTo>
                <a:lnTo>
                  <a:pt x="246114" y="124048"/>
                </a:lnTo>
                <a:lnTo>
                  <a:pt x="245390" y="124161"/>
                </a:lnTo>
                <a:lnTo>
                  <a:pt x="244667" y="124203"/>
                </a:lnTo>
                <a:lnTo>
                  <a:pt x="243942" y="124171"/>
                </a:lnTo>
                <a:lnTo>
                  <a:pt x="243215" y="124060"/>
                </a:lnTo>
                <a:lnTo>
                  <a:pt x="242484" y="123865"/>
                </a:lnTo>
                <a:lnTo>
                  <a:pt x="241748" y="123583"/>
                </a:lnTo>
                <a:lnTo>
                  <a:pt x="241007" y="123207"/>
                </a:lnTo>
                <a:lnTo>
                  <a:pt x="240259" y="122734"/>
                </a:lnTo>
                <a:lnTo>
                  <a:pt x="239502" y="122160"/>
                </a:lnTo>
                <a:lnTo>
                  <a:pt x="238735" y="121479"/>
                </a:lnTo>
                <a:lnTo>
                  <a:pt x="237958" y="120687"/>
                </a:lnTo>
                <a:lnTo>
                  <a:pt x="236619" y="119260"/>
                </a:lnTo>
                <a:lnTo>
                  <a:pt x="235307" y="117835"/>
                </a:lnTo>
                <a:lnTo>
                  <a:pt x="234028" y="116408"/>
                </a:lnTo>
                <a:lnTo>
                  <a:pt x="232789" y="114975"/>
                </a:lnTo>
                <a:lnTo>
                  <a:pt x="231594" y="113533"/>
                </a:lnTo>
                <a:lnTo>
                  <a:pt x="230448" y="112077"/>
                </a:lnTo>
                <a:lnTo>
                  <a:pt x="229358" y="110604"/>
                </a:lnTo>
                <a:lnTo>
                  <a:pt x="228328" y="109110"/>
                </a:lnTo>
                <a:lnTo>
                  <a:pt x="227364" y="107590"/>
                </a:lnTo>
                <a:lnTo>
                  <a:pt x="226471" y="106042"/>
                </a:lnTo>
                <a:lnTo>
                  <a:pt x="225656" y="104460"/>
                </a:lnTo>
                <a:lnTo>
                  <a:pt x="224923" y="102842"/>
                </a:lnTo>
                <a:lnTo>
                  <a:pt x="224277" y="101183"/>
                </a:lnTo>
                <a:lnTo>
                  <a:pt x="223725" y="99480"/>
                </a:lnTo>
                <a:lnTo>
                  <a:pt x="223272" y="97728"/>
                </a:lnTo>
                <a:lnTo>
                  <a:pt x="222922" y="95923"/>
                </a:lnTo>
                <a:lnTo>
                  <a:pt x="222682" y="94063"/>
                </a:lnTo>
                <a:lnTo>
                  <a:pt x="222557" y="92142"/>
                </a:lnTo>
                <a:lnTo>
                  <a:pt x="222552" y="90157"/>
                </a:lnTo>
                <a:lnTo>
                  <a:pt x="222673" y="88105"/>
                </a:lnTo>
                <a:lnTo>
                  <a:pt x="222926" y="85981"/>
                </a:lnTo>
                <a:lnTo>
                  <a:pt x="223315" y="83781"/>
                </a:lnTo>
                <a:lnTo>
                  <a:pt x="223846" y="81502"/>
                </a:lnTo>
                <a:lnTo>
                  <a:pt x="224524" y="79139"/>
                </a:lnTo>
                <a:lnTo>
                  <a:pt x="225499" y="75933"/>
                </a:lnTo>
                <a:lnTo>
                  <a:pt x="226274" y="72709"/>
                </a:lnTo>
                <a:lnTo>
                  <a:pt x="226855" y="69474"/>
                </a:lnTo>
                <a:lnTo>
                  <a:pt x="227242" y="66235"/>
                </a:lnTo>
                <a:lnTo>
                  <a:pt x="227440" y="63000"/>
                </a:lnTo>
                <a:lnTo>
                  <a:pt x="227451" y="59776"/>
                </a:lnTo>
                <a:lnTo>
                  <a:pt x="227277" y="56570"/>
                </a:lnTo>
                <a:lnTo>
                  <a:pt x="226923" y="53391"/>
                </a:lnTo>
                <a:lnTo>
                  <a:pt x="226389" y="50245"/>
                </a:lnTo>
                <a:lnTo>
                  <a:pt x="225681" y="47140"/>
                </a:lnTo>
                <a:lnTo>
                  <a:pt x="224799" y="44083"/>
                </a:lnTo>
                <a:lnTo>
                  <a:pt x="223747" y="41082"/>
                </a:lnTo>
                <a:lnTo>
                  <a:pt x="222529" y="38145"/>
                </a:lnTo>
                <a:lnTo>
                  <a:pt x="221146" y="35277"/>
                </a:lnTo>
                <a:lnTo>
                  <a:pt x="219601" y="32488"/>
                </a:lnTo>
                <a:lnTo>
                  <a:pt x="217898" y="29784"/>
                </a:lnTo>
                <a:lnTo>
                  <a:pt x="216040" y="27173"/>
                </a:lnTo>
                <a:lnTo>
                  <a:pt x="214028" y="24662"/>
                </a:lnTo>
                <a:lnTo>
                  <a:pt x="211867" y="22259"/>
                </a:lnTo>
                <a:lnTo>
                  <a:pt x="209558" y="19971"/>
                </a:lnTo>
                <a:lnTo>
                  <a:pt x="207105" y="17806"/>
                </a:lnTo>
                <a:lnTo>
                  <a:pt x="204510" y="15771"/>
                </a:lnTo>
                <a:lnTo>
                  <a:pt x="201777" y="13872"/>
                </a:lnTo>
                <a:lnTo>
                  <a:pt x="198908" y="12119"/>
                </a:lnTo>
                <a:lnTo>
                  <a:pt x="196563" y="10626"/>
                </a:lnTo>
                <a:lnTo>
                  <a:pt x="194197" y="9207"/>
                </a:lnTo>
                <a:lnTo>
                  <a:pt x="191809" y="7868"/>
                </a:lnTo>
                <a:lnTo>
                  <a:pt x="189402" y="6613"/>
                </a:lnTo>
                <a:lnTo>
                  <a:pt x="186976" y="5450"/>
                </a:lnTo>
                <a:lnTo>
                  <a:pt x="184531" y="4384"/>
                </a:lnTo>
                <a:lnTo>
                  <a:pt x="182070" y="3420"/>
                </a:lnTo>
                <a:lnTo>
                  <a:pt x="179592" y="2564"/>
                </a:lnTo>
                <a:lnTo>
                  <a:pt x="177099" y="1821"/>
                </a:lnTo>
                <a:lnTo>
                  <a:pt x="174591" y="1198"/>
                </a:lnTo>
                <a:lnTo>
                  <a:pt x="172069" y="699"/>
                </a:lnTo>
                <a:lnTo>
                  <a:pt x="169535" y="331"/>
                </a:lnTo>
                <a:lnTo>
                  <a:pt x="166989" y="100"/>
                </a:lnTo>
                <a:lnTo>
                  <a:pt x="164432" y="10"/>
                </a:lnTo>
                <a:lnTo>
                  <a:pt x="161865" y="68"/>
                </a:lnTo>
                <a:lnTo>
                  <a:pt x="159289" y="278"/>
                </a:lnTo>
                <a:lnTo>
                  <a:pt x="156704" y="648"/>
                </a:lnTo>
                <a:lnTo>
                  <a:pt x="154112" y="1182"/>
                </a:lnTo>
                <a:lnTo>
                  <a:pt x="151514" y="1886"/>
                </a:lnTo>
                <a:lnTo>
                  <a:pt x="148910" y="2766"/>
                </a:lnTo>
                <a:lnTo>
                  <a:pt x="146301" y="3828"/>
                </a:lnTo>
                <a:lnTo>
                  <a:pt x="143688" y="5076"/>
                </a:lnTo>
                <a:lnTo>
                  <a:pt x="141072" y="6517"/>
                </a:lnTo>
                <a:lnTo>
                  <a:pt x="138455" y="8157"/>
                </a:lnTo>
                <a:lnTo>
                  <a:pt x="135441" y="10273"/>
                </a:lnTo>
                <a:lnTo>
                  <a:pt x="132551" y="12459"/>
                </a:lnTo>
                <a:lnTo>
                  <a:pt x="129790" y="14715"/>
                </a:lnTo>
                <a:lnTo>
                  <a:pt x="127159" y="17042"/>
                </a:lnTo>
                <a:lnTo>
                  <a:pt x="124664" y="19438"/>
                </a:lnTo>
                <a:lnTo>
                  <a:pt x="122309" y="21905"/>
                </a:lnTo>
                <a:lnTo>
                  <a:pt x="120098" y="24441"/>
                </a:lnTo>
                <a:lnTo>
                  <a:pt x="118033" y="27046"/>
                </a:lnTo>
                <a:lnTo>
                  <a:pt x="116121" y="29721"/>
                </a:lnTo>
                <a:lnTo>
                  <a:pt x="114363" y="32464"/>
                </a:lnTo>
                <a:lnTo>
                  <a:pt x="112765" y="35276"/>
                </a:lnTo>
                <a:lnTo>
                  <a:pt x="111330" y="38157"/>
                </a:lnTo>
                <a:lnTo>
                  <a:pt x="110062" y="41107"/>
                </a:lnTo>
                <a:lnTo>
                  <a:pt x="108966" y="44124"/>
                </a:lnTo>
                <a:lnTo>
                  <a:pt x="108044" y="47210"/>
                </a:lnTo>
                <a:lnTo>
                  <a:pt x="107302" y="50363"/>
                </a:lnTo>
                <a:lnTo>
                  <a:pt x="106743" y="53584"/>
                </a:lnTo>
                <a:lnTo>
                  <a:pt x="106370" y="56872"/>
                </a:lnTo>
                <a:lnTo>
                  <a:pt x="106189" y="60228"/>
                </a:lnTo>
                <a:lnTo>
                  <a:pt x="106203" y="63650"/>
                </a:lnTo>
                <a:lnTo>
                  <a:pt x="106415" y="67140"/>
                </a:lnTo>
                <a:lnTo>
                  <a:pt x="106830" y="70696"/>
                </a:lnTo>
                <a:lnTo>
                  <a:pt x="107452" y="74318"/>
                </a:lnTo>
                <a:lnTo>
                  <a:pt x="108285" y="78007"/>
                </a:lnTo>
                <a:lnTo>
                  <a:pt x="108691" y="80149"/>
                </a:lnTo>
                <a:lnTo>
                  <a:pt x="108974" y="82219"/>
                </a:lnTo>
                <a:lnTo>
                  <a:pt x="109140" y="84223"/>
                </a:lnTo>
                <a:lnTo>
                  <a:pt x="109196" y="86165"/>
                </a:lnTo>
                <a:lnTo>
                  <a:pt x="109149" y="88051"/>
                </a:lnTo>
                <a:lnTo>
                  <a:pt x="109003" y="89885"/>
                </a:lnTo>
                <a:lnTo>
                  <a:pt x="108766" y="91673"/>
                </a:lnTo>
                <a:lnTo>
                  <a:pt x="108445" y="93420"/>
                </a:lnTo>
                <a:lnTo>
                  <a:pt x="108044" y="95131"/>
                </a:lnTo>
                <a:lnTo>
                  <a:pt x="107572" y="96811"/>
                </a:lnTo>
                <a:lnTo>
                  <a:pt x="107033" y="98464"/>
                </a:lnTo>
                <a:lnTo>
                  <a:pt x="106435" y="100097"/>
                </a:lnTo>
                <a:lnTo>
                  <a:pt x="105783" y="101714"/>
                </a:lnTo>
                <a:lnTo>
                  <a:pt x="105084" y="103319"/>
                </a:lnTo>
                <a:lnTo>
                  <a:pt x="104344" y="104919"/>
                </a:lnTo>
                <a:lnTo>
                  <a:pt x="103570" y="106519"/>
                </a:lnTo>
                <a:lnTo>
                  <a:pt x="102768" y="108122"/>
                </a:lnTo>
                <a:lnTo>
                  <a:pt x="101945" y="109735"/>
                </a:lnTo>
                <a:lnTo>
                  <a:pt x="101105" y="111363"/>
                </a:lnTo>
                <a:lnTo>
                  <a:pt x="100257" y="113010"/>
                </a:lnTo>
                <a:lnTo>
                  <a:pt x="99406" y="114682"/>
                </a:lnTo>
                <a:lnTo>
                  <a:pt x="98559" y="116383"/>
                </a:lnTo>
                <a:lnTo>
                  <a:pt x="97721" y="118119"/>
                </a:lnTo>
                <a:lnTo>
                  <a:pt x="96900" y="119894"/>
                </a:lnTo>
                <a:lnTo>
                  <a:pt x="95004" y="123681"/>
                </a:lnTo>
                <a:lnTo>
                  <a:pt x="92866" y="127296"/>
                </a:lnTo>
                <a:lnTo>
                  <a:pt x="90511" y="130755"/>
                </a:lnTo>
                <a:lnTo>
                  <a:pt x="87967" y="134076"/>
                </a:lnTo>
                <a:lnTo>
                  <a:pt x="85262" y="137274"/>
                </a:lnTo>
                <a:lnTo>
                  <a:pt x="82421" y="140366"/>
                </a:lnTo>
                <a:lnTo>
                  <a:pt x="79473" y="143366"/>
                </a:lnTo>
                <a:lnTo>
                  <a:pt x="76445" y="146293"/>
                </a:lnTo>
                <a:lnTo>
                  <a:pt x="73363" y="149161"/>
                </a:lnTo>
                <a:lnTo>
                  <a:pt x="70255" y="151987"/>
                </a:lnTo>
                <a:lnTo>
                  <a:pt x="67148" y="154788"/>
                </a:lnTo>
                <a:lnTo>
                  <a:pt x="64068" y="157579"/>
                </a:lnTo>
                <a:lnTo>
                  <a:pt x="61044" y="160376"/>
                </a:lnTo>
                <a:lnTo>
                  <a:pt x="58103" y="163196"/>
                </a:lnTo>
                <a:lnTo>
                  <a:pt x="55270" y="166055"/>
                </a:lnTo>
                <a:lnTo>
                  <a:pt x="52574" y="168968"/>
                </a:lnTo>
                <a:lnTo>
                  <a:pt x="50042" y="171953"/>
                </a:lnTo>
                <a:lnTo>
                  <a:pt x="47701" y="175025"/>
                </a:lnTo>
                <a:lnTo>
                  <a:pt x="45577" y="178201"/>
                </a:lnTo>
                <a:lnTo>
                  <a:pt x="43699" y="181496"/>
                </a:lnTo>
                <a:lnTo>
                  <a:pt x="42093" y="184927"/>
                </a:lnTo>
                <a:lnTo>
                  <a:pt x="40786" y="188510"/>
                </a:lnTo>
                <a:lnTo>
                  <a:pt x="39805" y="192262"/>
                </a:lnTo>
                <a:lnTo>
                  <a:pt x="39178" y="196197"/>
                </a:lnTo>
                <a:lnTo>
                  <a:pt x="38427" y="201114"/>
                </a:lnTo>
                <a:lnTo>
                  <a:pt x="37622" y="206021"/>
                </a:lnTo>
                <a:lnTo>
                  <a:pt x="36762" y="210917"/>
                </a:lnTo>
                <a:lnTo>
                  <a:pt x="35849" y="215802"/>
                </a:lnTo>
                <a:lnTo>
                  <a:pt x="34883" y="220676"/>
                </a:lnTo>
                <a:lnTo>
                  <a:pt x="33863" y="225538"/>
                </a:lnTo>
                <a:lnTo>
                  <a:pt x="32790" y="230388"/>
                </a:lnTo>
                <a:lnTo>
                  <a:pt x="31663" y="235225"/>
                </a:lnTo>
                <a:lnTo>
                  <a:pt x="30484" y="240049"/>
                </a:lnTo>
                <a:lnTo>
                  <a:pt x="29251" y="244859"/>
                </a:lnTo>
                <a:lnTo>
                  <a:pt x="27966" y="249655"/>
                </a:lnTo>
                <a:lnTo>
                  <a:pt x="26628" y="254437"/>
                </a:lnTo>
                <a:lnTo>
                  <a:pt x="25237" y="259205"/>
                </a:lnTo>
                <a:lnTo>
                  <a:pt x="23794" y="263956"/>
                </a:lnTo>
                <a:lnTo>
                  <a:pt x="22298" y="268692"/>
                </a:lnTo>
                <a:lnTo>
                  <a:pt x="20751" y="273412"/>
                </a:lnTo>
                <a:lnTo>
                  <a:pt x="19151" y="278116"/>
                </a:lnTo>
                <a:lnTo>
                  <a:pt x="17499" y="282802"/>
                </a:lnTo>
                <a:lnTo>
                  <a:pt x="15795" y="287471"/>
                </a:lnTo>
                <a:lnTo>
                  <a:pt x="14040" y="292122"/>
                </a:lnTo>
                <a:lnTo>
                  <a:pt x="12233" y="296754"/>
                </a:lnTo>
                <a:lnTo>
                  <a:pt x="10375" y="301368"/>
                </a:lnTo>
                <a:lnTo>
                  <a:pt x="8465" y="305963"/>
                </a:lnTo>
                <a:lnTo>
                  <a:pt x="6504" y="310538"/>
                </a:lnTo>
                <a:lnTo>
                  <a:pt x="4579" y="315825"/>
                </a:lnTo>
                <a:lnTo>
                  <a:pt x="2991" y="320822"/>
                </a:lnTo>
                <a:lnTo>
                  <a:pt x="1739" y="325535"/>
                </a:lnTo>
                <a:lnTo>
                  <a:pt x="823" y="329969"/>
                </a:lnTo>
                <a:lnTo>
                  <a:pt x="243" y="334131"/>
                </a:lnTo>
                <a:lnTo>
                  <a:pt x="0" y="338027"/>
                </a:lnTo>
                <a:lnTo>
                  <a:pt x="94" y="341662"/>
                </a:lnTo>
                <a:lnTo>
                  <a:pt x="524" y="345042"/>
                </a:lnTo>
                <a:lnTo>
                  <a:pt x="1292" y="348173"/>
                </a:lnTo>
                <a:lnTo>
                  <a:pt x="2398" y="351061"/>
                </a:lnTo>
                <a:lnTo>
                  <a:pt x="3841" y="353713"/>
                </a:lnTo>
                <a:lnTo>
                  <a:pt x="5621" y="356133"/>
                </a:lnTo>
                <a:lnTo>
                  <a:pt x="7740" y="358328"/>
                </a:lnTo>
                <a:lnTo>
                  <a:pt x="10197" y="360304"/>
                </a:lnTo>
                <a:lnTo>
                  <a:pt x="12992" y="362066"/>
                </a:lnTo>
                <a:lnTo>
                  <a:pt x="16126" y="363621"/>
                </a:lnTo>
                <a:lnTo>
                  <a:pt x="19599" y="364974"/>
                </a:lnTo>
                <a:lnTo>
                  <a:pt x="23410" y="366131"/>
                </a:lnTo>
                <a:lnTo>
                  <a:pt x="27561" y="367098"/>
                </a:lnTo>
                <a:lnTo>
                  <a:pt x="32051" y="367882"/>
                </a:lnTo>
                <a:lnTo>
                  <a:pt x="36881" y="368487"/>
                </a:lnTo>
                <a:lnTo>
                  <a:pt x="42050" y="368920"/>
                </a:lnTo>
                <a:lnTo>
                  <a:pt x="47560" y="369187"/>
                </a:lnTo>
                <a:lnTo>
                  <a:pt x="53409" y="369294"/>
                </a:lnTo>
                <a:lnTo>
                  <a:pt x="243309" y="369294"/>
                </a:lnTo>
                <a:lnTo>
                  <a:pt x="243423" y="368954"/>
                </a:lnTo>
                <a:lnTo>
                  <a:pt x="436966" y="368954"/>
                </a:lnTo>
                <a:lnTo>
                  <a:pt x="443079" y="368915"/>
                </a:lnTo>
                <a:lnTo>
                  <a:pt x="448733" y="368789"/>
                </a:lnTo>
                <a:lnTo>
                  <a:pt x="453943" y="368558"/>
                </a:lnTo>
                <a:lnTo>
                  <a:pt x="458724" y="368208"/>
                </a:lnTo>
                <a:lnTo>
                  <a:pt x="463089" y="367722"/>
                </a:lnTo>
                <a:lnTo>
                  <a:pt x="467053" y="367084"/>
                </a:lnTo>
                <a:lnTo>
                  <a:pt x="470631" y="366279"/>
                </a:lnTo>
                <a:lnTo>
                  <a:pt x="473837" y="365289"/>
                </a:lnTo>
                <a:lnTo>
                  <a:pt x="476685" y="364100"/>
                </a:lnTo>
                <a:lnTo>
                  <a:pt x="479191" y="362696"/>
                </a:lnTo>
                <a:close/>
                <a:moveTo>
                  <a:pt x="147416" y="191588"/>
                </a:moveTo>
                <a:lnTo>
                  <a:pt x="146381" y="188938"/>
                </a:lnTo>
                <a:lnTo>
                  <a:pt x="145216" y="186346"/>
                </a:lnTo>
                <a:lnTo>
                  <a:pt x="143917" y="183814"/>
                </a:lnTo>
                <a:lnTo>
                  <a:pt x="142478" y="181344"/>
                </a:lnTo>
                <a:lnTo>
                  <a:pt x="140896" y="178939"/>
                </a:lnTo>
                <a:lnTo>
                  <a:pt x="139165" y="176600"/>
                </a:lnTo>
                <a:lnTo>
                  <a:pt x="137282" y="174328"/>
                </a:lnTo>
                <a:lnTo>
                  <a:pt x="135242" y="172127"/>
                </a:lnTo>
                <a:lnTo>
                  <a:pt x="133039" y="169997"/>
                </a:lnTo>
                <a:lnTo>
                  <a:pt x="130669" y="167941"/>
                </a:lnTo>
                <a:lnTo>
                  <a:pt x="128129" y="165961"/>
                </a:lnTo>
                <a:lnTo>
                  <a:pt x="125412" y="164058"/>
                </a:lnTo>
                <a:lnTo>
                  <a:pt x="122516" y="162234"/>
                </a:lnTo>
                <a:lnTo>
                  <a:pt x="121748" y="161778"/>
                </a:lnTo>
                <a:lnTo>
                  <a:pt x="120982" y="161313"/>
                </a:lnTo>
                <a:lnTo>
                  <a:pt x="120222" y="160838"/>
                </a:lnTo>
                <a:lnTo>
                  <a:pt x="119470" y="160353"/>
                </a:lnTo>
                <a:lnTo>
                  <a:pt x="118729" y="159855"/>
                </a:lnTo>
                <a:lnTo>
                  <a:pt x="118001" y="159344"/>
                </a:lnTo>
                <a:lnTo>
                  <a:pt x="117289" y="158818"/>
                </a:lnTo>
                <a:lnTo>
                  <a:pt x="116596" y="158276"/>
                </a:lnTo>
                <a:lnTo>
                  <a:pt x="115924" y="157717"/>
                </a:lnTo>
                <a:lnTo>
                  <a:pt x="115276" y="157139"/>
                </a:lnTo>
                <a:lnTo>
                  <a:pt x="114654" y="156542"/>
                </a:lnTo>
                <a:lnTo>
                  <a:pt x="114062" y="155923"/>
                </a:lnTo>
                <a:lnTo>
                  <a:pt x="113502" y="155282"/>
                </a:lnTo>
                <a:lnTo>
                  <a:pt x="112977" y="154617"/>
                </a:lnTo>
                <a:lnTo>
                  <a:pt x="112489" y="153927"/>
                </a:lnTo>
                <a:lnTo>
                  <a:pt x="112042" y="153211"/>
                </a:lnTo>
                <a:lnTo>
                  <a:pt x="111636" y="152468"/>
                </a:lnTo>
                <a:lnTo>
                  <a:pt x="111277" y="151695"/>
                </a:lnTo>
                <a:lnTo>
                  <a:pt x="110965" y="150893"/>
                </a:lnTo>
                <a:lnTo>
                  <a:pt x="110704" y="150059"/>
                </a:lnTo>
                <a:lnTo>
                  <a:pt x="110496" y="149193"/>
                </a:lnTo>
                <a:lnTo>
                  <a:pt x="110345" y="148293"/>
                </a:lnTo>
                <a:lnTo>
                  <a:pt x="110252" y="147357"/>
                </a:lnTo>
                <a:lnTo>
                  <a:pt x="110220" y="146385"/>
                </a:lnTo>
                <a:lnTo>
                  <a:pt x="110382" y="144762"/>
                </a:lnTo>
                <a:lnTo>
                  <a:pt x="110663" y="143153"/>
                </a:lnTo>
                <a:lnTo>
                  <a:pt x="111055" y="141563"/>
                </a:lnTo>
                <a:lnTo>
                  <a:pt x="111551" y="139999"/>
                </a:lnTo>
                <a:lnTo>
                  <a:pt x="112144" y="138467"/>
                </a:lnTo>
                <a:lnTo>
                  <a:pt x="112824" y="136973"/>
                </a:lnTo>
                <a:lnTo>
                  <a:pt x="113586" y="135524"/>
                </a:lnTo>
                <a:lnTo>
                  <a:pt x="114420" y="134125"/>
                </a:lnTo>
                <a:lnTo>
                  <a:pt x="115319" y="132783"/>
                </a:lnTo>
                <a:lnTo>
                  <a:pt x="116276" y="131505"/>
                </a:lnTo>
                <a:lnTo>
                  <a:pt x="117283" y="130296"/>
                </a:lnTo>
                <a:lnTo>
                  <a:pt x="118332" y="129163"/>
                </a:lnTo>
                <a:lnTo>
                  <a:pt x="119415" y="128112"/>
                </a:lnTo>
                <a:lnTo>
                  <a:pt x="120525" y="127149"/>
                </a:lnTo>
                <a:lnTo>
                  <a:pt x="121654" y="126281"/>
                </a:lnTo>
                <a:lnTo>
                  <a:pt x="122794" y="125513"/>
                </a:lnTo>
                <a:lnTo>
                  <a:pt x="123938" y="124852"/>
                </a:lnTo>
                <a:lnTo>
                  <a:pt x="125077" y="124304"/>
                </a:lnTo>
                <a:lnTo>
                  <a:pt x="126205" y="123876"/>
                </a:lnTo>
                <a:lnTo>
                  <a:pt x="127313" y="123573"/>
                </a:lnTo>
                <a:lnTo>
                  <a:pt x="128394" y="123402"/>
                </a:lnTo>
                <a:lnTo>
                  <a:pt x="129440" y="123369"/>
                </a:lnTo>
                <a:lnTo>
                  <a:pt x="130443" y="123481"/>
                </a:lnTo>
                <a:lnTo>
                  <a:pt x="131396" y="123743"/>
                </a:lnTo>
                <a:lnTo>
                  <a:pt x="134866" y="124885"/>
                </a:lnTo>
                <a:lnTo>
                  <a:pt x="138385" y="125702"/>
                </a:lnTo>
                <a:lnTo>
                  <a:pt x="141946" y="126231"/>
                </a:lnTo>
                <a:lnTo>
                  <a:pt x="145544" y="126508"/>
                </a:lnTo>
                <a:lnTo>
                  <a:pt x="149172" y="126569"/>
                </a:lnTo>
                <a:lnTo>
                  <a:pt x="152824" y="126451"/>
                </a:lnTo>
                <a:lnTo>
                  <a:pt x="156495" y="126191"/>
                </a:lnTo>
                <a:lnTo>
                  <a:pt x="160179" y="125823"/>
                </a:lnTo>
                <a:lnTo>
                  <a:pt x="163868" y="125385"/>
                </a:lnTo>
                <a:lnTo>
                  <a:pt x="167558" y="124913"/>
                </a:lnTo>
                <a:lnTo>
                  <a:pt x="171242" y="124443"/>
                </a:lnTo>
                <a:lnTo>
                  <a:pt x="174915" y="124012"/>
                </a:lnTo>
                <a:lnTo>
                  <a:pt x="178569" y="123656"/>
                </a:lnTo>
                <a:lnTo>
                  <a:pt x="182200" y="123411"/>
                </a:lnTo>
                <a:lnTo>
                  <a:pt x="185801" y="123313"/>
                </a:lnTo>
                <a:lnTo>
                  <a:pt x="189366" y="123400"/>
                </a:lnTo>
                <a:lnTo>
                  <a:pt x="192889" y="123706"/>
                </a:lnTo>
                <a:lnTo>
                  <a:pt x="196364" y="124269"/>
                </a:lnTo>
                <a:lnTo>
                  <a:pt x="199786" y="125124"/>
                </a:lnTo>
                <a:lnTo>
                  <a:pt x="203147" y="126309"/>
                </a:lnTo>
                <a:lnTo>
                  <a:pt x="206442" y="127859"/>
                </a:lnTo>
                <a:lnTo>
                  <a:pt x="209666" y="129811"/>
                </a:lnTo>
                <a:lnTo>
                  <a:pt x="212811" y="132200"/>
                </a:lnTo>
                <a:lnTo>
                  <a:pt x="215872" y="135064"/>
                </a:lnTo>
                <a:lnTo>
                  <a:pt x="217169" y="136510"/>
                </a:lnTo>
                <a:lnTo>
                  <a:pt x="218275" y="137959"/>
                </a:lnTo>
                <a:lnTo>
                  <a:pt x="219197" y="139410"/>
                </a:lnTo>
                <a:lnTo>
                  <a:pt x="219943" y="140863"/>
                </a:lnTo>
                <a:lnTo>
                  <a:pt x="220520" y="142315"/>
                </a:lnTo>
                <a:lnTo>
                  <a:pt x="220934" y="143765"/>
                </a:lnTo>
                <a:lnTo>
                  <a:pt x="221195" y="145213"/>
                </a:lnTo>
                <a:lnTo>
                  <a:pt x="221307" y="146658"/>
                </a:lnTo>
                <a:lnTo>
                  <a:pt x="221279" y="148097"/>
                </a:lnTo>
                <a:lnTo>
                  <a:pt x="221118" y="149529"/>
                </a:lnTo>
                <a:lnTo>
                  <a:pt x="220831" y="150955"/>
                </a:lnTo>
                <a:lnTo>
                  <a:pt x="220426" y="152371"/>
                </a:lnTo>
                <a:lnTo>
                  <a:pt x="219909" y="153777"/>
                </a:lnTo>
                <a:lnTo>
                  <a:pt x="219287" y="155173"/>
                </a:lnTo>
                <a:lnTo>
                  <a:pt x="218569" y="156555"/>
                </a:lnTo>
                <a:lnTo>
                  <a:pt x="217761" y="157924"/>
                </a:lnTo>
                <a:lnTo>
                  <a:pt x="216870" y="159278"/>
                </a:lnTo>
                <a:lnTo>
                  <a:pt x="215904" y="160616"/>
                </a:lnTo>
                <a:lnTo>
                  <a:pt x="214869" y="161936"/>
                </a:lnTo>
                <a:lnTo>
                  <a:pt x="213774" y="163238"/>
                </a:lnTo>
                <a:lnTo>
                  <a:pt x="212625" y="164520"/>
                </a:lnTo>
                <a:lnTo>
                  <a:pt x="211429" y="165781"/>
                </a:lnTo>
                <a:lnTo>
                  <a:pt x="210194" y="167019"/>
                </a:lnTo>
                <a:lnTo>
                  <a:pt x="208927" y="168234"/>
                </a:lnTo>
                <a:lnTo>
                  <a:pt x="206611" y="170491"/>
                </a:lnTo>
                <a:lnTo>
                  <a:pt x="204390" y="172788"/>
                </a:lnTo>
                <a:lnTo>
                  <a:pt x="202269" y="175127"/>
                </a:lnTo>
                <a:lnTo>
                  <a:pt x="200251" y="177506"/>
                </a:lnTo>
                <a:lnTo>
                  <a:pt x="198340" y="179926"/>
                </a:lnTo>
                <a:lnTo>
                  <a:pt x="196541" y="182386"/>
                </a:lnTo>
                <a:lnTo>
                  <a:pt x="194856" y="184886"/>
                </a:lnTo>
                <a:lnTo>
                  <a:pt x="193292" y="187425"/>
                </a:lnTo>
                <a:lnTo>
                  <a:pt x="191850" y="190005"/>
                </a:lnTo>
                <a:lnTo>
                  <a:pt x="190536" y="192624"/>
                </a:lnTo>
                <a:lnTo>
                  <a:pt x="189354" y="195283"/>
                </a:lnTo>
                <a:lnTo>
                  <a:pt x="188306" y="197980"/>
                </a:lnTo>
                <a:lnTo>
                  <a:pt x="187398" y="200717"/>
                </a:lnTo>
                <a:lnTo>
                  <a:pt x="186633" y="203492"/>
                </a:lnTo>
                <a:lnTo>
                  <a:pt x="186016" y="206305"/>
                </a:lnTo>
                <a:lnTo>
                  <a:pt x="185550" y="209157"/>
                </a:lnTo>
                <a:lnTo>
                  <a:pt x="185239" y="212048"/>
                </a:lnTo>
                <a:lnTo>
                  <a:pt x="185088" y="214976"/>
                </a:lnTo>
                <a:lnTo>
                  <a:pt x="185100" y="217941"/>
                </a:lnTo>
                <a:lnTo>
                  <a:pt x="185280" y="220945"/>
                </a:lnTo>
                <a:lnTo>
                  <a:pt x="185630" y="223985"/>
                </a:lnTo>
                <a:lnTo>
                  <a:pt x="186157" y="227063"/>
                </a:lnTo>
                <a:lnTo>
                  <a:pt x="186862" y="230178"/>
                </a:lnTo>
                <a:lnTo>
                  <a:pt x="187751" y="233330"/>
                </a:lnTo>
                <a:lnTo>
                  <a:pt x="188436" y="235674"/>
                </a:lnTo>
                <a:lnTo>
                  <a:pt x="189009" y="237977"/>
                </a:lnTo>
                <a:lnTo>
                  <a:pt x="189471" y="240236"/>
                </a:lnTo>
                <a:lnTo>
                  <a:pt x="189819" y="242445"/>
                </a:lnTo>
                <a:lnTo>
                  <a:pt x="190053" y="244601"/>
                </a:lnTo>
                <a:lnTo>
                  <a:pt x="190172" y="246699"/>
                </a:lnTo>
                <a:lnTo>
                  <a:pt x="190175" y="248735"/>
                </a:lnTo>
                <a:lnTo>
                  <a:pt x="190062" y="250705"/>
                </a:lnTo>
                <a:lnTo>
                  <a:pt x="189830" y="252605"/>
                </a:lnTo>
                <a:lnTo>
                  <a:pt x="189480" y="254430"/>
                </a:lnTo>
                <a:lnTo>
                  <a:pt x="189010" y="256176"/>
                </a:lnTo>
                <a:lnTo>
                  <a:pt x="188420" y="257839"/>
                </a:lnTo>
                <a:lnTo>
                  <a:pt x="187708" y="259415"/>
                </a:lnTo>
                <a:lnTo>
                  <a:pt x="186873" y="260900"/>
                </a:lnTo>
                <a:lnTo>
                  <a:pt x="185916" y="262289"/>
                </a:lnTo>
                <a:lnTo>
                  <a:pt x="184833" y="263577"/>
                </a:lnTo>
                <a:lnTo>
                  <a:pt x="183626" y="264762"/>
                </a:lnTo>
                <a:lnTo>
                  <a:pt x="182292" y="265838"/>
                </a:lnTo>
                <a:lnTo>
                  <a:pt x="180831" y="266802"/>
                </a:lnTo>
                <a:lnTo>
                  <a:pt x="179241" y="267649"/>
                </a:lnTo>
                <a:lnTo>
                  <a:pt x="177523" y="268374"/>
                </a:lnTo>
                <a:lnTo>
                  <a:pt x="175675" y="268975"/>
                </a:lnTo>
                <a:lnTo>
                  <a:pt x="173696" y="269446"/>
                </a:lnTo>
                <a:lnTo>
                  <a:pt x="171585" y="269783"/>
                </a:lnTo>
                <a:lnTo>
                  <a:pt x="168978" y="270009"/>
                </a:lnTo>
                <a:lnTo>
                  <a:pt x="166589" y="270015"/>
                </a:lnTo>
                <a:lnTo>
                  <a:pt x="164409" y="269811"/>
                </a:lnTo>
                <a:lnTo>
                  <a:pt x="162427" y="269410"/>
                </a:lnTo>
                <a:lnTo>
                  <a:pt x="160636" y="268822"/>
                </a:lnTo>
                <a:lnTo>
                  <a:pt x="159026" y="268058"/>
                </a:lnTo>
                <a:lnTo>
                  <a:pt x="157587" y="267129"/>
                </a:lnTo>
                <a:lnTo>
                  <a:pt x="156312" y="266047"/>
                </a:lnTo>
                <a:lnTo>
                  <a:pt x="155190" y="264822"/>
                </a:lnTo>
                <a:lnTo>
                  <a:pt x="154213" y="263465"/>
                </a:lnTo>
                <a:lnTo>
                  <a:pt x="153372" y="261988"/>
                </a:lnTo>
                <a:lnTo>
                  <a:pt x="152657" y="260401"/>
                </a:lnTo>
                <a:lnTo>
                  <a:pt x="152060" y="258715"/>
                </a:lnTo>
                <a:lnTo>
                  <a:pt x="151571" y="256943"/>
                </a:lnTo>
                <a:lnTo>
                  <a:pt x="151181" y="255093"/>
                </a:lnTo>
                <a:lnTo>
                  <a:pt x="150881" y="253179"/>
                </a:lnTo>
                <a:lnTo>
                  <a:pt x="150662" y="251210"/>
                </a:lnTo>
                <a:lnTo>
                  <a:pt x="150515" y="249198"/>
                </a:lnTo>
                <a:lnTo>
                  <a:pt x="150431" y="247154"/>
                </a:lnTo>
                <a:lnTo>
                  <a:pt x="150401" y="245089"/>
                </a:lnTo>
                <a:lnTo>
                  <a:pt x="150416" y="243014"/>
                </a:lnTo>
                <a:lnTo>
                  <a:pt x="150466" y="240940"/>
                </a:lnTo>
                <a:lnTo>
                  <a:pt x="150542" y="238878"/>
                </a:lnTo>
                <a:lnTo>
                  <a:pt x="150636" y="236839"/>
                </a:lnTo>
                <a:lnTo>
                  <a:pt x="150667" y="236302"/>
                </a:lnTo>
                <a:lnTo>
                  <a:pt x="150702" y="235766"/>
                </a:lnTo>
                <a:lnTo>
                  <a:pt x="150741" y="235231"/>
                </a:lnTo>
                <a:lnTo>
                  <a:pt x="150783" y="234697"/>
                </a:lnTo>
                <a:lnTo>
                  <a:pt x="150828" y="234163"/>
                </a:lnTo>
                <a:lnTo>
                  <a:pt x="150875" y="233630"/>
                </a:lnTo>
                <a:lnTo>
                  <a:pt x="150924" y="233098"/>
                </a:lnTo>
                <a:lnTo>
                  <a:pt x="150974" y="232567"/>
                </a:lnTo>
                <a:lnTo>
                  <a:pt x="151025" y="232035"/>
                </a:lnTo>
                <a:lnTo>
                  <a:pt x="151076" y="231504"/>
                </a:lnTo>
                <a:lnTo>
                  <a:pt x="151127" y="230973"/>
                </a:lnTo>
                <a:lnTo>
                  <a:pt x="151177" y="230443"/>
                </a:lnTo>
                <a:lnTo>
                  <a:pt x="151226" y="229912"/>
                </a:lnTo>
                <a:lnTo>
                  <a:pt x="151274" y="229381"/>
                </a:lnTo>
                <a:lnTo>
                  <a:pt x="151319" y="228850"/>
                </a:lnTo>
                <a:lnTo>
                  <a:pt x="151362" y="228319"/>
                </a:lnTo>
                <a:lnTo>
                  <a:pt x="151401" y="227787"/>
                </a:lnTo>
                <a:lnTo>
                  <a:pt x="151437" y="227255"/>
                </a:lnTo>
                <a:lnTo>
                  <a:pt x="151468" y="226722"/>
                </a:lnTo>
                <a:lnTo>
                  <a:pt x="151495" y="226189"/>
                </a:lnTo>
                <a:lnTo>
                  <a:pt x="151517" y="225655"/>
                </a:lnTo>
                <a:lnTo>
                  <a:pt x="151534" y="225120"/>
                </a:lnTo>
                <a:lnTo>
                  <a:pt x="151544" y="224584"/>
                </a:lnTo>
                <a:lnTo>
                  <a:pt x="151547" y="224046"/>
                </a:lnTo>
                <a:lnTo>
                  <a:pt x="151637" y="220880"/>
                </a:lnTo>
                <a:lnTo>
                  <a:pt x="151648" y="217752"/>
                </a:lnTo>
                <a:lnTo>
                  <a:pt x="151574" y="214662"/>
                </a:lnTo>
                <a:lnTo>
                  <a:pt x="151413" y="211614"/>
                </a:lnTo>
                <a:lnTo>
                  <a:pt x="151158" y="208609"/>
                </a:lnTo>
                <a:lnTo>
                  <a:pt x="150805" y="205648"/>
                </a:lnTo>
                <a:lnTo>
                  <a:pt x="150351" y="202735"/>
                </a:lnTo>
                <a:lnTo>
                  <a:pt x="149789" y="199870"/>
                </a:lnTo>
                <a:lnTo>
                  <a:pt x="149116" y="197056"/>
                </a:lnTo>
                <a:lnTo>
                  <a:pt x="148326" y="194295"/>
                </a:lnTo>
                <a:lnTo>
                  <a:pt x="147416" y="191588"/>
                </a:lnTo>
                <a:close/>
                <a:moveTo>
                  <a:pt x="308112" y="264608"/>
                </a:moveTo>
                <a:lnTo>
                  <a:pt x="306845" y="262816"/>
                </a:lnTo>
                <a:lnTo>
                  <a:pt x="305672" y="260996"/>
                </a:lnTo>
                <a:lnTo>
                  <a:pt x="304603" y="259141"/>
                </a:lnTo>
                <a:lnTo>
                  <a:pt x="303647" y="257244"/>
                </a:lnTo>
                <a:lnTo>
                  <a:pt x="302814" y="255297"/>
                </a:lnTo>
                <a:lnTo>
                  <a:pt x="302113" y="253293"/>
                </a:lnTo>
                <a:lnTo>
                  <a:pt x="301554" y="251225"/>
                </a:lnTo>
                <a:lnTo>
                  <a:pt x="301145" y="249086"/>
                </a:lnTo>
                <a:lnTo>
                  <a:pt x="300897" y="246869"/>
                </a:lnTo>
                <a:lnTo>
                  <a:pt x="300819" y="244566"/>
                </a:lnTo>
                <a:lnTo>
                  <a:pt x="300921" y="242170"/>
                </a:lnTo>
                <a:lnTo>
                  <a:pt x="301211" y="239675"/>
                </a:lnTo>
                <a:lnTo>
                  <a:pt x="301699" y="237073"/>
                </a:lnTo>
                <a:lnTo>
                  <a:pt x="302395" y="234356"/>
                </a:lnTo>
                <a:lnTo>
                  <a:pt x="303308" y="231518"/>
                </a:lnTo>
                <a:lnTo>
                  <a:pt x="304212" y="228714"/>
                </a:lnTo>
                <a:lnTo>
                  <a:pt x="304957" y="225890"/>
                </a:lnTo>
                <a:lnTo>
                  <a:pt x="305544" y="223051"/>
                </a:lnTo>
                <a:lnTo>
                  <a:pt x="305975" y="220203"/>
                </a:lnTo>
                <a:lnTo>
                  <a:pt x="306252" y="217351"/>
                </a:lnTo>
                <a:lnTo>
                  <a:pt x="306376" y="214503"/>
                </a:lnTo>
                <a:lnTo>
                  <a:pt x="306350" y="211662"/>
                </a:lnTo>
                <a:lnTo>
                  <a:pt x="306174" y="208835"/>
                </a:lnTo>
                <a:lnTo>
                  <a:pt x="305851" y="206028"/>
                </a:lnTo>
                <a:lnTo>
                  <a:pt x="305383" y="203247"/>
                </a:lnTo>
                <a:lnTo>
                  <a:pt x="304771" y="200496"/>
                </a:lnTo>
                <a:lnTo>
                  <a:pt x="304016" y="197782"/>
                </a:lnTo>
                <a:lnTo>
                  <a:pt x="303122" y="195111"/>
                </a:lnTo>
                <a:lnTo>
                  <a:pt x="302089" y="192487"/>
                </a:lnTo>
                <a:lnTo>
                  <a:pt x="300919" y="189918"/>
                </a:lnTo>
                <a:lnTo>
                  <a:pt x="299614" y="187408"/>
                </a:lnTo>
                <a:lnTo>
                  <a:pt x="298176" y="184963"/>
                </a:lnTo>
                <a:lnTo>
                  <a:pt x="296606" y="182590"/>
                </a:lnTo>
                <a:lnTo>
                  <a:pt x="294906" y="180293"/>
                </a:lnTo>
                <a:lnTo>
                  <a:pt x="293079" y="178078"/>
                </a:lnTo>
                <a:lnTo>
                  <a:pt x="291125" y="175952"/>
                </a:lnTo>
                <a:lnTo>
                  <a:pt x="289046" y="173920"/>
                </a:lnTo>
                <a:lnTo>
                  <a:pt x="286845" y="171987"/>
                </a:lnTo>
                <a:lnTo>
                  <a:pt x="284523" y="170159"/>
                </a:lnTo>
                <a:lnTo>
                  <a:pt x="283312" y="169091"/>
                </a:lnTo>
                <a:lnTo>
                  <a:pt x="282104" y="168008"/>
                </a:lnTo>
                <a:lnTo>
                  <a:pt x="280908" y="166910"/>
                </a:lnTo>
                <a:lnTo>
                  <a:pt x="279734" y="165795"/>
                </a:lnTo>
                <a:lnTo>
                  <a:pt x="278591" y="164661"/>
                </a:lnTo>
                <a:lnTo>
                  <a:pt x="277487" y="163506"/>
                </a:lnTo>
                <a:lnTo>
                  <a:pt x="276432" y="162330"/>
                </a:lnTo>
                <a:lnTo>
                  <a:pt x="275436" y="161132"/>
                </a:lnTo>
                <a:lnTo>
                  <a:pt x="274506" y="159909"/>
                </a:lnTo>
                <a:lnTo>
                  <a:pt x="273653" y="158660"/>
                </a:lnTo>
                <a:lnTo>
                  <a:pt x="272886" y="157383"/>
                </a:lnTo>
                <a:lnTo>
                  <a:pt x="272213" y="156079"/>
                </a:lnTo>
                <a:lnTo>
                  <a:pt x="271644" y="154744"/>
                </a:lnTo>
                <a:lnTo>
                  <a:pt x="271187" y="153377"/>
                </a:lnTo>
                <a:lnTo>
                  <a:pt x="270853" y="151978"/>
                </a:lnTo>
                <a:lnTo>
                  <a:pt x="270650" y="150545"/>
                </a:lnTo>
                <a:lnTo>
                  <a:pt x="270587" y="149075"/>
                </a:lnTo>
                <a:lnTo>
                  <a:pt x="270674" y="147569"/>
                </a:lnTo>
                <a:lnTo>
                  <a:pt x="270919" y="146023"/>
                </a:lnTo>
                <a:lnTo>
                  <a:pt x="271333" y="144438"/>
                </a:lnTo>
                <a:lnTo>
                  <a:pt x="271923" y="142811"/>
                </a:lnTo>
                <a:lnTo>
                  <a:pt x="272699" y="141142"/>
                </a:lnTo>
                <a:lnTo>
                  <a:pt x="273670" y="139428"/>
                </a:lnTo>
                <a:lnTo>
                  <a:pt x="274846" y="137668"/>
                </a:lnTo>
                <a:lnTo>
                  <a:pt x="275835" y="136337"/>
                </a:lnTo>
                <a:lnTo>
                  <a:pt x="276841" y="135036"/>
                </a:lnTo>
                <a:lnTo>
                  <a:pt x="277865" y="133770"/>
                </a:lnTo>
                <a:lnTo>
                  <a:pt x="278910" y="132544"/>
                </a:lnTo>
                <a:lnTo>
                  <a:pt x="279977" y="131363"/>
                </a:lnTo>
                <a:lnTo>
                  <a:pt x="281070" y="130233"/>
                </a:lnTo>
                <a:lnTo>
                  <a:pt x="282189" y="129159"/>
                </a:lnTo>
                <a:lnTo>
                  <a:pt x="283338" y="128146"/>
                </a:lnTo>
                <a:lnTo>
                  <a:pt x="284518" y="127199"/>
                </a:lnTo>
                <a:lnTo>
                  <a:pt x="285731" y="126323"/>
                </a:lnTo>
                <a:lnTo>
                  <a:pt x="286979" y="125523"/>
                </a:lnTo>
                <a:lnTo>
                  <a:pt x="288265" y="124805"/>
                </a:lnTo>
                <a:lnTo>
                  <a:pt x="289591" y="124173"/>
                </a:lnTo>
                <a:lnTo>
                  <a:pt x="290959" y="123633"/>
                </a:lnTo>
                <a:lnTo>
                  <a:pt x="292371" y="123191"/>
                </a:lnTo>
                <a:lnTo>
                  <a:pt x="293829" y="122850"/>
                </a:lnTo>
                <a:lnTo>
                  <a:pt x="295335" y="122617"/>
                </a:lnTo>
                <a:lnTo>
                  <a:pt x="296891" y="122496"/>
                </a:lnTo>
                <a:lnTo>
                  <a:pt x="298500" y="122493"/>
                </a:lnTo>
                <a:lnTo>
                  <a:pt x="300164" y="122613"/>
                </a:lnTo>
                <a:lnTo>
                  <a:pt x="301884" y="122860"/>
                </a:lnTo>
                <a:lnTo>
                  <a:pt x="303663" y="123241"/>
                </a:lnTo>
                <a:lnTo>
                  <a:pt x="305503" y="123760"/>
                </a:lnTo>
                <a:lnTo>
                  <a:pt x="307406" y="124423"/>
                </a:lnTo>
                <a:lnTo>
                  <a:pt x="308247" y="124736"/>
                </a:lnTo>
                <a:lnTo>
                  <a:pt x="309092" y="125035"/>
                </a:lnTo>
                <a:lnTo>
                  <a:pt x="309942" y="125318"/>
                </a:lnTo>
                <a:lnTo>
                  <a:pt x="310797" y="125586"/>
                </a:lnTo>
                <a:lnTo>
                  <a:pt x="311655" y="125839"/>
                </a:lnTo>
                <a:lnTo>
                  <a:pt x="312518" y="126077"/>
                </a:lnTo>
                <a:lnTo>
                  <a:pt x="313384" y="126299"/>
                </a:lnTo>
                <a:lnTo>
                  <a:pt x="314253" y="126506"/>
                </a:lnTo>
                <a:lnTo>
                  <a:pt x="315126" y="126698"/>
                </a:lnTo>
                <a:lnTo>
                  <a:pt x="316002" y="126874"/>
                </a:lnTo>
                <a:lnTo>
                  <a:pt x="316881" y="127035"/>
                </a:lnTo>
                <a:lnTo>
                  <a:pt x="317762" y="127181"/>
                </a:lnTo>
                <a:lnTo>
                  <a:pt x="318646" y="127310"/>
                </a:lnTo>
                <a:lnTo>
                  <a:pt x="319532" y="127425"/>
                </a:lnTo>
                <a:lnTo>
                  <a:pt x="320420" y="127524"/>
                </a:lnTo>
                <a:lnTo>
                  <a:pt x="321310" y="127607"/>
                </a:lnTo>
                <a:lnTo>
                  <a:pt x="322202" y="127674"/>
                </a:lnTo>
                <a:lnTo>
                  <a:pt x="323095" y="127726"/>
                </a:lnTo>
                <a:lnTo>
                  <a:pt x="323988" y="127762"/>
                </a:lnTo>
                <a:lnTo>
                  <a:pt x="324883" y="127782"/>
                </a:lnTo>
                <a:lnTo>
                  <a:pt x="325779" y="127787"/>
                </a:lnTo>
                <a:lnTo>
                  <a:pt x="326675" y="127776"/>
                </a:lnTo>
                <a:lnTo>
                  <a:pt x="327572" y="127749"/>
                </a:lnTo>
                <a:lnTo>
                  <a:pt x="328468" y="127706"/>
                </a:lnTo>
                <a:lnTo>
                  <a:pt x="330687" y="127501"/>
                </a:lnTo>
                <a:lnTo>
                  <a:pt x="332928" y="127210"/>
                </a:lnTo>
                <a:lnTo>
                  <a:pt x="335186" y="126852"/>
                </a:lnTo>
                <a:lnTo>
                  <a:pt x="337457" y="126447"/>
                </a:lnTo>
                <a:lnTo>
                  <a:pt x="339734" y="126014"/>
                </a:lnTo>
                <a:lnTo>
                  <a:pt x="342015" y="125571"/>
                </a:lnTo>
                <a:lnTo>
                  <a:pt x="344292" y="125137"/>
                </a:lnTo>
                <a:lnTo>
                  <a:pt x="346562" y="124733"/>
                </a:lnTo>
                <a:lnTo>
                  <a:pt x="348819" y="124376"/>
                </a:lnTo>
                <a:lnTo>
                  <a:pt x="351059" y="124087"/>
                </a:lnTo>
                <a:lnTo>
                  <a:pt x="353275" y="123884"/>
                </a:lnTo>
                <a:lnTo>
                  <a:pt x="355465" y="123786"/>
                </a:lnTo>
                <a:lnTo>
                  <a:pt x="357621" y="123812"/>
                </a:lnTo>
                <a:lnTo>
                  <a:pt x="359741" y="123982"/>
                </a:lnTo>
                <a:lnTo>
                  <a:pt x="361817" y="124315"/>
                </a:lnTo>
                <a:lnTo>
                  <a:pt x="363846" y="124829"/>
                </a:lnTo>
                <a:lnTo>
                  <a:pt x="365822" y="125545"/>
                </a:lnTo>
                <a:lnTo>
                  <a:pt x="367741" y="126480"/>
                </a:lnTo>
                <a:lnTo>
                  <a:pt x="369597" y="127654"/>
                </a:lnTo>
                <a:lnTo>
                  <a:pt x="371386" y="129087"/>
                </a:lnTo>
                <a:lnTo>
                  <a:pt x="373102" y="130797"/>
                </a:lnTo>
                <a:lnTo>
                  <a:pt x="374740" y="132803"/>
                </a:lnTo>
                <a:lnTo>
                  <a:pt x="376296" y="135125"/>
                </a:lnTo>
                <a:lnTo>
                  <a:pt x="377765" y="137781"/>
                </a:lnTo>
                <a:lnTo>
                  <a:pt x="379072" y="140800"/>
                </a:lnTo>
                <a:lnTo>
                  <a:pt x="379965" y="143555"/>
                </a:lnTo>
                <a:lnTo>
                  <a:pt x="380474" y="146067"/>
                </a:lnTo>
                <a:lnTo>
                  <a:pt x="380625" y="148352"/>
                </a:lnTo>
                <a:lnTo>
                  <a:pt x="380448" y="150428"/>
                </a:lnTo>
                <a:lnTo>
                  <a:pt x="379969" y="152314"/>
                </a:lnTo>
                <a:lnTo>
                  <a:pt x="379217" y="154029"/>
                </a:lnTo>
                <a:lnTo>
                  <a:pt x="378220" y="155589"/>
                </a:lnTo>
                <a:lnTo>
                  <a:pt x="377006" y="157013"/>
                </a:lnTo>
                <a:lnTo>
                  <a:pt x="375604" y="158319"/>
                </a:lnTo>
                <a:lnTo>
                  <a:pt x="374040" y="159525"/>
                </a:lnTo>
                <a:lnTo>
                  <a:pt x="372343" y="160649"/>
                </a:lnTo>
                <a:lnTo>
                  <a:pt x="370541" y="161710"/>
                </a:lnTo>
                <a:lnTo>
                  <a:pt x="368662" y="162725"/>
                </a:lnTo>
                <a:lnTo>
                  <a:pt x="366735" y="163713"/>
                </a:lnTo>
                <a:lnTo>
                  <a:pt x="364786" y="164691"/>
                </a:lnTo>
                <a:lnTo>
                  <a:pt x="362845" y="165678"/>
                </a:lnTo>
                <a:lnTo>
                  <a:pt x="360938" y="166692"/>
                </a:lnTo>
                <a:lnTo>
                  <a:pt x="359095" y="167750"/>
                </a:lnTo>
                <a:lnTo>
                  <a:pt x="357343" y="168872"/>
                </a:lnTo>
                <a:lnTo>
                  <a:pt x="355710" y="170074"/>
                </a:lnTo>
                <a:lnTo>
                  <a:pt x="354225" y="171375"/>
                </a:lnTo>
                <a:lnTo>
                  <a:pt x="352915" y="172794"/>
                </a:lnTo>
                <a:lnTo>
                  <a:pt x="351807" y="174348"/>
                </a:lnTo>
                <a:lnTo>
                  <a:pt x="350570" y="176322"/>
                </a:lnTo>
                <a:lnTo>
                  <a:pt x="349394" y="178326"/>
                </a:lnTo>
                <a:lnTo>
                  <a:pt x="348280" y="180360"/>
                </a:lnTo>
                <a:lnTo>
                  <a:pt x="347228" y="182420"/>
                </a:lnTo>
                <a:lnTo>
                  <a:pt x="346238" y="184507"/>
                </a:lnTo>
                <a:lnTo>
                  <a:pt x="345311" y="186619"/>
                </a:lnTo>
                <a:lnTo>
                  <a:pt x="344447" y="188753"/>
                </a:lnTo>
                <a:lnTo>
                  <a:pt x="343647" y="190910"/>
                </a:lnTo>
                <a:lnTo>
                  <a:pt x="342910" y="193087"/>
                </a:lnTo>
                <a:lnTo>
                  <a:pt x="342237" y="195282"/>
                </a:lnTo>
                <a:lnTo>
                  <a:pt x="341629" y="197496"/>
                </a:lnTo>
                <a:lnTo>
                  <a:pt x="341086" y="199725"/>
                </a:lnTo>
                <a:lnTo>
                  <a:pt x="340607" y="201969"/>
                </a:lnTo>
                <a:lnTo>
                  <a:pt x="340195" y="204226"/>
                </a:lnTo>
                <a:lnTo>
                  <a:pt x="339847" y="206495"/>
                </a:lnTo>
                <a:lnTo>
                  <a:pt x="339567" y="208775"/>
                </a:lnTo>
                <a:lnTo>
                  <a:pt x="339352" y="211064"/>
                </a:lnTo>
                <a:lnTo>
                  <a:pt x="339204" y="213360"/>
                </a:lnTo>
                <a:lnTo>
                  <a:pt x="339124" y="215662"/>
                </a:lnTo>
                <a:lnTo>
                  <a:pt x="339111" y="217969"/>
                </a:lnTo>
                <a:lnTo>
                  <a:pt x="339165" y="220279"/>
                </a:lnTo>
                <a:lnTo>
                  <a:pt x="339288" y="222592"/>
                </a:lnTo>
                <a:lnTo>
                  <a:pt x="339479" y="224905"/>
                </a:lnTo>
                <a:lnTo>
                  <a:pt x="339739" y="227216"/>
                </a:lnTo>
                <a:lnTo>
                  <a:pt x="340256" y="229676"/>
                </a:lnTo>
                <a:lnTo>
                  <a:pt x="340655" y="232141"/>
                </a:lnTo>
                <a:lnTo>
                  <a:pt x="340940" y="234609"/>
                </a:lnTo>
                <a:lnTo>
                  <a:pt x="341110" y="237075"/>
                </a:lnTo>
                <a:lnTo>
                  <a:pt x="341166" y="239537"/>
                </a:lnTo>
                <a:lnTo>
                  <a:pt x="341111" y="241991"/>
                </a:lnTo>
                <a:lnTo>
                  <a:pt x="340946" y="244432"/>
                </a:lnTo>
                <a:lnTo>
                  <a:pt x="340670" y="246859"/>
                </a:lnTo>
                <a:lnTo>
                  <a:pt x="340287" y="249266"/>
                </a:lnTo>
                <a:lnTo>
                  <a:pt x="339796" y="251650"/>
                </a:lnTo>
                <a:lnTo>
                  <a:pt x="339199" y="254008"/>
                </a:lnTo>
                <a:lnTo>
                  <a:pt x="338497" y="256337"/>
                </a:lnTo>
                <a:lnTo>
                  <a:pt x="337691" y="258632"/>
                </a:lnTo>
                <a:lnTo>
                  <a:pt x="336783" y="260890"/>
                </a:lnTo>
                <a:lnTo>
                  <a:pt x="335774" y="263107"/>
                </a:lnTo>
                <a:lnTo>
                  <a:pt x="334664" y="265281"/>
                </a:lnTo>
                <a:lnTo>
                  <a:pt x="333456" y="267406"/>
                </a:lnTo>
                <a:lnTo>
                  <a:pt x="332149" y="269481"/>
                </a:lnTo>
                <a:lnTo>
                  <a:pt x="330746" y="271500"/>
                </a:lnTo>
                <a:lnTo>
                  <a:pt x="329247" y="273462"/>
                </a:lnTo>
                <a:lnTo>
                  <a:pt x="327654" y="275361"/>
                </a:lnTo>
                <a:lnTo>
                  <a:pt x="325968" y="277195"/>
                </a:lnTo>
                <a:lnTo>
                  <a:pt x="324190" y="278959"/>
                </a:lnTo>
                <a:lnTo>
                  <a:pt x="322321" y="280651"/>
                </a:lnTo>
                <a:lnTo>
                  <a:pt x="322207" y="280651"/>
                </a:lnTo>
                <a:lnTo>
                  <a:pt x="320515" y="278789"/>
                </a:lnTo>
                <a:lnTo>
                  <a:pt x="318832" y="276964"/>
                </a:lnTo>
                <a:lnTo>
                  <a:pt x="317169" y="275169"/>
                </a:lnTo>
                <a:lnTo>
                  <a:pt x="315533" y="273395"/>
                </a:lnTo>
                <a:lnTo>
                  <a:pt x="313936" y="271636"/>
                </a:lnTo>
                <a:lnTo>
                  <a:pt x="312385" y="269885"/>
                </a:lnTo>
                <a:lnTo>
                  <a:pt x="310892" y="268135"/>
                </a:lnTo>
                <a:lnTo>
                  <a:pt x="309464" y="266378"/>
                </a:lnTo>
                <a:lnTo>
                  <a:pt x="308112" y="264608"/>
                </a:lnTo>
                <a:close/>
                <a:moveTo>
                  <a:pt x="234709" y="344248"/>
                </a:moveTo>
                <a:lnTo>
                  <a:pt x="233632" y="344303"/>
                </a:lnTo>
                <a:lnTo>
                  <a:pt x="232555" y="344351"/>
                </a:lnTo>
                <a:lnTo>
                  <a:pt x="231478" y="344393"/>
                </a:lnTo>
                <a:lnTo>
                  <a:pt x="230400" y="344429"/>
                </a:lnTo>
                <a:lnTo>
                  <a:pt x="229323" y="344459"/>
                </a:lnTo>
                <a:lnTo>
                  <a:pt x="228245" y="344482"/>
                </a:lnTo>
                <a:lnTo>
                  <a:pt x="227167" y="344500"/>
                </a:lnTo>
                <a:lnTo>
                  <a:pt x="226089" y="344512"/>
                </a:lnTo>
                <a:lnTo>
                  <a:pt x="225011" y="344517"/>
                </a:lnTo>
                <a:lnTo>
                  <a:pt x="223932" y="344517"/>
                </a:lnTo>
                <a:lnTo>
                  <a:pt x="222854" y="344510"/>
                </a:lnTo>
                <a:lnTo>
                  <a:pt x="221776" y="344498"/>
                </a:lnTo>
                <a:lnTo>
                  <a:pt x="220698" y="344479"/>
                </a:lnTo>
                <a:lnTo>
                  <a:pt x="219621" y="344455"/>
                </a:lnTo>
                <a:lnTo>
                  <a:pt x="218543" y="344424"/>
                </a:lnTo>
                <a:lnTo>
                  <a:pt x="217466" y="344388"/>
                </a:lnTo>
                <a:lnTo>
                  <a:pt x="215365" y="344106"/>
                </a:lnTo>
                <a:lnTo>
                  <a:pt x="213175" y="343951"/>
                </a:lnTo>
                <a:lnTo>
                  <a:pt x="210912" y="343898"/>
                </a:lnTo>
                <a:lnTo>
                  <a:pt x="208595" y="343921"/>
                </a:lnTo>
                <a:lnTo>
                  <a:pt x="206242" y="343996"/>
                </a:lnTo>
                <a:lnTo>
                  <a:pt x="203870" y="344098"/>
                </a:lnTo>
                <a:lnTo>
                  <a:pt x="201496" y="344200"/>
                </a:lnTo>
                <a:lnTo>
                  <a:pt x="199140" y="344279"/>
                </a:lnTo>
                <a:lnTo>
                  <a:pt x="196819" y="344308"/>
                </a:lnTo>
                <a:lnTo>
                  <a:pt x="194550" y="344263"/>
                </a:lnTo>
                <a:lnTo>
                  <a:pt x="192352" y="344119"/>
                </a:lnTo>
                <a:lnTo>
                  <a:pt x="190242" y="343850"/>
                </a:lnTo>
                <a:lnTo>
                  <a:pt x="188238" y="343431"/>
                </a:lnTo>
                <a:lnTo>
                  <a:pt x="186358" y="342838"/>
                </a:lnTo>
                <a:lnTo>
                  <a:pt x="184620" y="342044"/>
                </a:lnTo>
                <a:lnTo>
                  <a:pt x="183041" y="341025"/>
                </a:lnTo>
                <a:lnTo>
                  <a:pt x="181640" y="339756"/>
                </a:lnTo>
                <a:lnTo>
                  <a:pt x="180435" y="338211"/>
                </a:lnTo>
                <a:lnTo>
                  <a:pt x="179442" y="336365"/>
                </a:lnTo>
                <a:lnTo>
                  <a:pt x="178681" y="334194"/>
                </a:lnTo>
                <a:lnTo>
                  <a:pt x="178168" y="331671"/>
                </a:lnTo>
                <a:lnTo>
                  <a:pt x="177922" y="328772"/>
                </a:lnTo>
                <a:lnTo>
                  <a:pt x="177961" y="325472"/>
                </a:lnTo>
                <a:lnTo>
                  <a:pt x="178302" y="321746"/>
                </a:lnTo>
                <a:lnTo>
                  <a:pt x="178743" y="318656"/>
                </a:lnTo>
                <a:lnTo>
                  <a:pt x="179274" y="315564"/>
                </a:lnTo>
                <a:lnTo>
                  <a:pt x="179899" y="312487"/>
                </a:lnTo>
                <a:lnTo>
                  <a:pt x="180623" y="309437"/>
                </a:lnTo>
                <a:lnTo>
                  <a:pt x="181453" y="306429"/>
                </a:lnTo>
                <a:lnTo>
                  <a:pt x="182391" y="303478"/>
                </a:lnTo>
                <a:lnTo>
                  <a:pt x="183445" y="300599"/>
                </a:lnTo>
                <a:lnTo>
                  <a:pt x="184618" y="297804"/>
                </a:lnTo>
                <a:lnTo>
                  <a:pt x="185916" y="295110"/>
                </a:lnTo>
                <a:lnTo>
                  <a:pt x="187345" y="292529"/>
                </a:lnTo>
                <a:lnTo>
                  <a:pt x="188908" y="290078"/>
                </a:lnTo>
                <a:lnTo>
                  <a:pt x="190612" y="287769"/>
                </a:lnTo>
                <a:lnTo>
                  <a:pt x="192460" y="285618"/>
                </a:lnTo>
                <a:lnTo>
                  <a:pt x="194460" y="283638"/>
                </a:lnTo>
                <a:lnTo>
                  <a:pt x="196614" y="281845"/>
                </a:lnTo>
                <a:lnTo>
                  <a:pt x="198929" y="280253"/>
                </a:lnTo>
                <a:lnTo>
                  <a:pt x="201410" y="278875"/>
                </a:lnTo>
                <a:lnTo>
                  <a:pt x="204062" y="277727"/>
                </a:lnTo>
                <a:lnTo>
                  <a:pt x="206889" y="276823"/>
                </a:lnTo>
                <a:lnTo>
                  <a:pt x="209897" y="276177"/>
                </a:lnTo>
                <a:lnTo>
                  <a:pt x="213092" y="275803"/>
                </a:lnTo>
                <a:lnTo>
                  <a:pt x="216477" y="275717"/>
                </a:lnTo>
                <a:lnTo>
                  <a:pt x="220058" y="275932"/>
                </a:lnTo>
                <a:lnTo>
                  <a:pt x="223841" y="276462"/>
                </a:lnTo>
                <a:lnTo>
                  <a:pt x="226239" y="276867"/>
                </a:lnTo>
                <a:lnTo>
                  <a:pt x="228621" y="277156"/>
                </a:lnTo>
                <a:lnTo>
                  <a:pt x="230989" y="277340"/>
                </a:lnTo>
                <a:lnTo>
                  <a:pt x="233343" y="277429"/>
                </a:lnTo>
                <a:lnTo>
                  <a:pt x="235683" y="277435"/>
                </a:lnTo>
                <a:lnTo>
                  <a:pt x="238010" y="277370"/>
                </a:lnTo>
                <a:lnTo>
                  <a:pt x="240324" y="277243"/>
                </a:lnTo>
                <a:lnTo>
                  <a:pt x="242626" y="277066"/>
                </a:lnTo>
                <a:lnTo>
                  <a:pt x="244916" y="276850"/>
                </a:lnTo>
                <a:lnTo>
                  <a:pt x="247195" y="276607"/>
                </a:lnTo>
                <a:lnTo>
                  <a:pt x="249463" y="276346"/>
                </a:lnTo>
                <a:lnTo>
                  <a:pt x="251720" y="276080"/>
                </a:lnTo>
                <a:lnTo>
                  <a:pt x="253967" y="275819"/>
                </a:lnTo>
                <a:lnTo>
                  <a:pt x="256205" y="275575"/>
                </a:lnTo>
                <a:lnTo>
                  <a:pt x="258433" y="275358"/>
                </a:lnTo>
                <a:lnTo>
                  <a:pt x="260652" y="275179"/>
                </a:lnTo>
                <a:lnTo>
                  <a:pt x="262864" y="275050"/>
                </a:lnTo>
                <a:lnTo>
                  <a:pt x="265067" y="274982"/>
                </a:lnTo>
                <a:lnTo>
                  <a:pt x="267263" y="274985"/>
                </a:lnTo>
                <a:lnTo>
                  <a:pt x="269452" y="275071"/>
                </a:lnTo>
                <a:lnTo>
                  <a:pt x="271634" y="275250"/>
                </a:lnTo>
                <a:lnTo>
                  <a:pt x="273811" y="275535"/>
                </a:lnTo>
                <a:lnTo>
                  <a:pt x="275982" y="275935"/>
                </a:lnTo>
                <a:lnTo>
                  <a:pt x="278147" y="276462"/>
                </a:lnTo>
                <a:lnTo>
                  <a:pt x="280799" y="277330"/>
                </a:lnTo>
                <a:lnTo>
                  <a:pt x="283372" y="278338"/>
                </a:lnTo>
                <a:lnTo>
                  <a:pt x="285860" y="279481"/>
                </a:lnTo>
                <a:lnTo>
                  <a:pt x="288261" y="280755"/>
                </a:lnTo>
                <a:lnTo>
                  <a:pt x="290572" y="282154"/>
                </a:lnTo>
                <a:lnTo>
                  <a:pt x="292787" y="283673"/>
                </a:lnTo>
                <a:lnTo>
                  <a:pt x="294904" y="285306"/>
                </a:lnTo>
                <a:lnTo>
                  <a:pt x="296920" y="287048"/>
                </a:lnTo>
                <a:lnTo>
                  <a:pt x="298829" y="288894"/>
                </a:lnTo>
                <a:lnTo>
                  <a:pt x="300629" y="290839"/>
                </a:lnTo>
                <a:lnTo>
                  <a:pt x="302316" y="292877"/>
                </a:lnTo>
                <a:lnTo>
                  <a:pt x="303887" y="295003"/>
                </a:lnTo>
                <a:lnTo>
                  <a:pt x="305337" y="297212"/>
                </a:lnTo>
                <a:lnTo>
                  <a:pt x="306663" y="299499"/>
                </a:lnTo>
                <a:lnTo>
                  <a:pt x="307862" y="301858"/>
                </a:lnTo>
                <a:lnTo>
                  <a:pt x="308929" y="304285"/>
                </a:lnTo>
                <a:lnTo>
                  <a:pt x="309862" y="306773"/>
                </a:lnTo>
                <a:lnTo>
                  <a:pt x="310655" y="309318"/>
                </a:lnTo>
                <a:lnTo>
                  <a:pt x="311307" y="311914"/>
                </a:lnTo>
                <a:lnTo>
                  <a:pt x="311812" y="314557"/>
                </a:lnTo>
                <a:lnTo>
                  <a:pt x="312168" y="317240"/>
                </a:lnTo>
                <a:lnTo>
                  <a:pt x="312371" y="319958"/>
                </a:lnTo>
                <a:lnTo>
                  <a:pt x="312417" y="322708"/>
                </a:lnTo>
                <a:lnTo>
                  <a:pt x="312302" y="325482"/>
                </a:lnTo>
                <a:lnTo>
                  <a:pt x="312217" y="328772"/>
                </a:lnTo>
                <a:lnTo>
                  <a:pt x="311888" y="331669"/>
                </a:lnTo>
                <a:lnTo>
                  <a:pt x="311329" y="334195"/>
                </a:lnTo>
                <a:lnTo>
                  <a:pt x="310556" y="336375"/>
                </a:lnTo>
                <a:lnTo>
                  <a:pt x="309584" y="338233"/>
                </a:lnTo>
                <a:lnTo>
                  <a:pt x="308427" y="339790"/>
                </a:lnTo>
                <a:lnTo>
                  <a:pt x="307102" y="341072"/>
                </a:lnTo>
                <a:lnTo>
                  <a:pt x="305623" y="342102"/>
                </a:lnTo>
                <a:lnTo>
                  <a:pt x="304005" y="342904"/>
                </a:lnTo>
                <a:lnTo>
                  <a:pt x="302263" y="343501"/>
                </a:lnTo>
                <a:lnTo>
                  <a:pt x="300413" y="343917"/>
                </a:lnTo>
                <a:lnTo>
                  <a:pt x="298469" y="344175"/>
                </a:lnTo>
                <a:lnTo>
                  <a:pt x="296447" y="344300"/>
                </a:lnTo>
                <a:lnTo>
                  <a:pt x="294362" y="344314"/>
                </a:lnTo>
                <a:lnTo>
                  <a:pt x="292229" y="344242"/>
                </a:lnTo>
                <a:lnTo>
                  <a:pt x="290063" y="344107"/>
                </a:lnTo>
                <a:lnTo>
                  <a:pt x="287880" y="343932"/>
                </a:lnTo>
                <a:lnTo>
                  <a:pt x="285693" y="343742"/>
                </a:lnTo>
                <a:lnTo>
                  <a:pt x="283519" y="343560"/>
                </a:lnTo>
                <a:lnTo>
                  <a:pt x="281373" y="343409"/>
                </a:lnTo>
                <a:lnTo>
                  <a:pt x="279269" y="343314"/>
                </a:lnTo>
                <a:lnTo>
                  <a:pt x="277223" y="343297"/>
                </a:lnTo>
                <a:lnTo>
                  <a:pt x="275250" y="343383"/>
                </a:lnTo>
                <a:lnTo>
                  <a:pt x="273365" y="343595"/>
                </a:lnTo>
                <a:lnTo>
                  <a:pt x="272120" y="343683"/>
                </a:lnTo>
                <a:lnTo>
                  <a:pt x="270874" y="343764"/>
                </a:lnTo>
                <a:lnTo>
                  <a:pt x="269627" y="343837"/>
                </a:lnTo>
                <a:lnTo>
                  <a:pt x="268380" y="343902"/>
                </a:lnTo>
                <a:lnTo>
                  <a:pt x="267133" y="343959"/>
                </a:lnTo>
                <a:lnTo>
                  <a:pt x="265885" y="344009"/>
                </a:lnTo>
                <a:lnTo>
                  <a:pt x="264637" y="344051"/>
                </a:lnTo>
                <a:lnTo>
                  <a:pt x="263389" y="344086"/>
                </a:lnTo>
                <a:lnTo>
                  <a:pt x="262140" y="344113"/>
                </a:lnTo>
                <a:lnTo>
                  <a:pt x="260892" y="344132"/>
                </a:lnTo>
                <a:lnTo>
                  <a:pt x="259643" y="344143"/>
                </a:lnTo>
                <a:lnTo>
                  <a:pt x="258394" y="344147"/>
                </a:lnTo>
                <a:lnTo>
                  <a:pt x="257146" y="344143"/>
                </a:lnTo>
                <a:lnTo>
                  <a:pt x="255897" y="344132"/>
                </a:lnTo>
                <a:lnTo>
                  <a:pt x="254648" y="344113"/>
                </a:lnTo>
                <a:lnTo>
                  <a:pt x="253400" y="344086"/>
                </a:lnTo>
                <a:lnTo>
                  <a:pt x="252151" y="344051"/>
                </a:lnTo>
                <a:lnTo>
                  <a:pt x="250903" y="344009"/>
                </a:lnTo>
                <a:lnTo>
                  <a:pt x="249656" y="343959"/>
                </a:lnTo>
                <a:lnTo>
                  <a:pt x="248408" y="343902"/>
                </a:lnTo>
                <a:lnTo>
                  <a:pt x="247161" y="343837"/>
                </a:lnTo>
                <a:lnTo>
                  <a:pt x="245915" y="343764"/>
                </a:lnTo>
                <a:lnTo>
                  <a:pt x="244669" y="343683"/>
                </a:lnTo>
                <a:lnTo>
                  <a:pt x="243423" y="343595"/>
                </a:lnTo>
                <a:lnTo>
                  <a:pt x="243309" y="343595"/>
                </a:lnTo>
                <a:lnTo>
                  <a:pt x="242236" y="343698"/>
                </a:lnTo>
                <a:lnTo>
                  <a:pt x="241162" y="343795"/>
                </a:lnTo>
                <a:lnTo>
                  <a:pt x="240088" y="343886"/>
                </a:lnTo>
                <a:lnTo>
                  <a:pt x="239013" y="343971"/>
                </a:lnTo>
                <a:lnTo>
                  <a:pt x="237938" y="344049"/>
                </a:lnTo>
                <a:lnTo>
                  <a:pt x="236862" y="344122"/>
                </a:lnTo>
                <a:lnTo>
                  <a:pt x="235786" y="344188"/>
                </a:lnTo>
                <a:lnTo>
                  <a:pt x="234709" y="344248"/>
                </a:lnTo>
                <a:close/>
                <a:moveTo>
                  <a:pt x="81782" y="344005"/>
                </a:moveTo>
                <a:lnTo>
                  <a:pt x="80924" y="344030"/>
                </a:lnTo>
                <a:lnTo>
                  <a:pt x="80065" y="344050"/>
                </a:lnTo>
                <a:lnTo>
                  <a:pt x="79206" y="344065"/>
                </a:lnTo>
                <a:lnTo>
                  <a:pt x="78347" y="344077"/>
                </a:lnTo>
                <a:lnTo>
                  <a:pt x="77488" y="344083"/>
                </a:lnTo>
                <a:lnTo>
                  <a:pt x="76630" y="344086"/>
                </a:lnTo>
                <a:lnTo>
                  <a:pt x="75771" y="344084"/>
                </a:lnTo>
                <a:lnTo>
                  <a:pt x="74912" y="344077"/>
                </a:lnTo>
                <a:lnTo>
                  <a:pt x="74053" y="344066"/>
                </a:lnTo>
                <a:lnTo>
                  <a:pt x="73194" y="344051"/>
                </a:lnTo>
                <a:lnTo>
                  <a:pt x="72336" y="344032"/>
                </a:lnTo>
                <a:lnTo>
                  <a:pt x="71477" y="344007"/>
                </a:lnTo>
                <a:lnTo>
                  <a:pt x="70618" y="343979"/>
                </a:lnTo>
                <a:lnTo>
                  <a:pt x="69760" y="343946"/>
                </a:lnTo>
                <a:lnTo>
                  <a:pt x="68902" y="343909"/>
                </a:lnTo>
                <a:lnTo>
                  <a:pt x="68043" y="343868"/>
                </a:lnTo>
                <a:lnTo>
                  <a:pt x="67185" y="343822"/>
                </a:lnTo>
                <a:lnTo>
                  <a:pt x="65486" y="343710"/>
                </a:lnTo>
                <a:lnTo>
                  <a:pt x="63753" y="343678"/>
                </a:lnTo>
                <a:lnTo>
                  <a:pt x="61992" y="343709"/>
                </a:lnTo>
                <a:lnTo>
                  <a:pt x="60210" y="343787"/>
                </a:lnTo>
                <a:lnTo>
                  <a:pt x="58415" y="343897"/>
                </a:lnTo>
                <a:lnTo>
                  <a:pt x="56613" y="344023"/>
                </a:lnTo>
                <a:lnTo>
                  <a:pt x="54812" y="344150"/>
                </a:lnTo>
                <a:lnTo>
                  <a:pt x="53017" y="344262"/>
                </a:lnTo>
                <a:lnTo>
                  <a:pt x="51237" y="344343"/>
                </a:lnTo>
                <a:lnTo>
                  <a:pt x="49478" y="344378"/>
                </a:lnTo>
                <a:lnTo>
                  <a:pt x="47747" y="344351"/>
                </a:lnTo>
                <a:lnTo>
                  <a:pt x="46052" y="344246"/>
                </a:lnTo>
                <a:lnTo>
                  <a:pt x="44398" y="344048"/>
                </a:lnTo>
                <a:lnTo>
                  <a:pt x="42794" y="343742"/>
                </a:lnTo>
                <a:lnTo>
                  <a:pt x="41246" y="343311"/>
                </a:lnTo>
                <a:lnTo>
                  <a:pt x="39760" y="342740"/>
                </a:lnTo>
                <a:lnTo>
                  <a:pt x="38345" y="342013"/>
                </a:lnTo>
                <a:lnTo>
                  <a:pt x="37006" y="341115"/>
                </a:lnTo>
                <a:lnTo>
                  <a:pt x="35752" y="340030"/>
                </a:lnTo>
                <a:lnTo>
                  <a:pt x="34588" y="338743"/>
                </a:lnTo>
                <a:lnTo>
                  <a:pt x="33522" y="337237"/>
                </a:lnTo>
                <a:lnTo>
                  <a:pt x="32561" y="335498"/>
                </a:lnTo>
                <a:lnTo>
                  <a:pt x="31712" y="333509"/>
                </a:lnTo>
                <a:lnTo>
                  <a:pt x="30981" y="331255"/>
                </a:lnTo>
                <a:lnTo>
                  <a:pt x="30367" y="329098"/>
                </a:lnTo>
                <a:lnTo>
                  <a:pt x="29881" y="326929"/>
                </a:lnTo>
                <a:lnTo>
                  <a:pt x="29521" y="324755"/>
                </a:lnTo>
                <a:lnTo>
                  <a:pt x="29286" y="322579"/>
                </a:lnTo>
                <a:lnTo>
                  <a:pt x="29174" y="320407"/>
                </a:lnTo>
                <a:lnTo>
                  <a:pt x="29183" y="318243"/>
                </a:lnTo>
                <a:lnTo>
                  <a:pt x="29311" y="316092"/>
                </a:lnTo>
                <a:lnTo>
                  <a:pt x="29557" y="313958"/>
                </a:lnTo>
                <a:lnTo>
                  <a:pt x="29918" y="311846"/>
                </a:lnTo>
                <a:lnTo>
                  <a:pt x="30394" y="309761"/>
                </a:lnTo>
                <a:lnTo>
                  <a:pt x="30982" y="307707"/>
                </a:lnTo>
                <a:lnTo>
                  <a:pt x="31681" y="305689"/>
                </a:lnTo>
                <a:lnTo>
                  <a:pt x="32489" y="303711"/>
                </a:lnTo>
                <a:lnTo>
                  <a:pt x="33404" y="301779"/>
                </a:lnTo>
                <a:lnTo>
                  <a:pt x="34424" y="299897"/>
                </a:lnTo>
                <a:lnTo>
                  <a:pt x="35548" y="298069"/>
                </a:lnTo>
                <a:lnTo>
                  <a:pt x="36773" y="296301"/>
                </a:lnTo>
                <a:lnTo>
                  <a:pt x="38099" y="294596"/>
                </a:lnTo>
                <a:lnTo>
                  <a:pt x="39523" y="292960"/>
                </a:lnTo>
                <a:lnTo>
                  <a:pt x="41044" y="291398"/>
                </a:lnTo>
                <a:lnTo>
                  <a:pt x="42660" y="289913"/>
                </a:lnTo>
                <a:lnTo>
                  <a:pt x="44369" y="288510"/>
                </a:lnTo>
                <a:lnTo>
                  <a:pt x="46169" y="287195"/>
                </a:lnTo>
                <a:lnTo>
                  <a:pt x="48058" y="285972"/>
                </a:lnTo>
                <a:lnTo>
                  <a:pt x="51563" y="283911"/>
                </a:lnTo>
                <a:lnTo>
                  <a:pt x="55138" y="282024"/>
                </a:lnTo>
                <a:lnTo>
                  <a:pt x="58776" y="280308"/>
                </a:lnTo>
                <a:lnTo>
                  <a:pt x="62471" y="278766"/>
                </a:lnTo>
                <a:lnTo>
                  <a:pt x="66218" y="277397"/>
                </a:lnTo>
                <a:lnTo>
                  <a:pt x="70010" y="276201"/>
                </a:lnTo>
                <a:lnTo>
                  <a:pt x="73841" y="275178"/>
                </a:lnTo>
                <a:lnTo>
                  <a:pt x="77706" y="274328"/>
                </a:lnTo>
                <a:lnTo>
                  <a:pt x="81597" y="273652"/>
                </a:lnTo>
                <a:lnTo>
                  <a:pt x="85510" y="273149"/>
                </a:lnTo>
                <a:lnTo>
                  <a:pt x="89439" y="272820"/>
                </a:lnTo>
                <a:lnTo>
                  <a:pt x="93376" y="272664"/>
                </a:lnTo>
                <a:lnTo>
                  <a:pt x="97316" y="272682"/>
                </a:lnTo>
                <a:lnTo>
                  <a:pt x="101254" y="272875"/>
                </a:lnTo>
                <a:lnTo>
                  <a:pt x="105182" y="273241"/>
                </a:lnTo>
                <a:lnTo>
                  <a:pt x="109096" y="273781"/>
                </a:lnTo>
                <a:lnTo>
                  <a:pt x="112988" y="274496"/>
                </a:lnTo>
                <a:lnTo>
                  <a:pt x="116853" y="275385"/>
                </a:lnTo>
                <a:lnTo>
                  <a:pt x="120686" y="276448"/>
                </a:lnTo>
                <a:lnTo>
                  <a:pt x="124479" y="277687"/>
                </a:lnTo>
                <a:lnTo>
                  <a:pt x="128226" y="279099"/>
                </a:lnTo>
                <a:lnTo>
                  <a:pt x="131923" y="280687"/>
                </a:lnTo>
                <a:lnTo>
                  <a:pt x="135562" y="282449"/>
                </a:lnTo>
                <a:lnTo>
                  <a:pt x="139138" y="284387"/>
                </a:lnTo>
                <a:lnTo>
                  <a:pt x="140974" y="285313"/>
                </a:lnTo>
                <a:lnTo>
                  <a:pt x="142723" y="286343"/>
                </a:lnTo>
                <a:lnTo>
                  <a:pt x="144384" y="287471"/>
                </a:lnTo>
                <a:lnTo>
                  <a:pt x="145955" y="288691"/>
                </a:lnTo>
                <a:lnTo>
                  <a:pt x="147432" y="289998"/>
                </a:lnTo>
                <a:lnTo>
                  <a:pt x="148815" y="291387"/>
                </a:lnTo>
                <a:lnTo>
                  <a:pt x="150100" y="292852"/>
                </a:lnTo>
                <a:lnTo>
                  <a:pt x="151286" y="294387"/>
                </a:lnTo>
                <a:lnTo>
                  <a:pt x="152370" y="295988"/>
                </a:lnTo>
                <a:lnTo>
                  <a:pt x="153350" y="297648"/>
                </a:lnTo>
                <a:lnTo>
                  <a:pt x="154225" y="299363"/>
                </a:lnTo>
                <a:lnTo>
                  <a:pt x="154991" y="301126"/>
                </a:lnTo>
                <a:lnTo>
                  <a:pt x="155647" y="302933"/>
                </a:lnTo>
                <a:lnTo>
                  <a:pt x="156191" y="304778"/>
                </a:lnTo>
                <a:lnTo>
                  <a:pt x="156620" y="306656"/>
                </a:lnTo>
                <a:lnTo>
                  <a:pt x="156932" y="308561"/>
                </a:lnTo>
                <a:lnTo>
                  <a:pt x="157125" y="310487"/>
                </a:lnTo>
                <a:lnTo>
                  <a:pt x="157197" y="312430"/>
                </a:lnTo>
                <a:lnTo>
                  <a:pt x="157146" y="314384"/>
                </a:lnTo>
                <a:lnTo>
                  <a:pt x="156969" y="316342"/>
                </a:lnTo>
                <a:lnTo>
                  <a:pt x="156664" y="318301"/>
                </a:lnTo>
                <a:lnTo>
                  <a:pt x="156230" y="320255"/>
                </a:lnTo>
                <a:lnTo>
                  <a:pt x="155663" y="322197"/>
                </a:lnTo>
                <a:lnTo>
                  <a:pt x="154963" y="324123"/>
                </a:lnTo>
                <a:lnTo>
                  <a:pt x="154233" y="326201"/>
                </a:lnTo>
                <a:lnTo>
                  <a:pt x="153439" y="328136"/>
                </a:lnTo>
                <a:lnTo>
                  <a:pt x="152582" y="329933"/>
                </a:lnTo>
                <a:lnTo>
                  <a:pt x="151664" y="331596"/>
                </a:lnTo>
                <a:lnTo>
                  <a:pt x="150684" y="333129"/>
                </a:lnTo>
                <a:lnTo>
                  <a:pt x="149646" y="334537"/>
                </a:lnTo>
                <a:lnTo>
                  <a:pt x="148548" y="335824"/>
                </a:lnTo>
                <a:lnTo>
                  <a:pt x="147394" y="336995"/>
                </a:lnTo>
                <a:lnTo>
                  <a:pt x="146183" y="338055"/>
                </a:lnTo>
                <a:lnTo>
                  <a:pt x="144917" y="339008"/>
                </a:lnTo>
                <a:lnTo>
                  <a:pt x="143598" y="339858"/>
                </a:lnTo>
                <a:lnTo>
                  <a:pt x="142226" y="340609"/>
                </a:lnTo>
                <a:lnTo>
                  <a:pt x="140802" y="341267"/>
                </a:lnTo>
                <a:lnTo>
                  <a:pt x="139328" y="341836"/>
                </a:lnTo>
                <a:lnTo>
                  <a:pt x="137804" y="342320"/>
                </a:lnTo>
                <a:lnTo>
                  <a:pt x="136232" y="342723"/>
                </a:lnTo>
                <a:lnTo>
                  <a:pt x="134614" y="343051"/>
                </a:lnTo>
                <a:lnTo>
                  <a:pt x="132949" y="343307"/>
                </a:lnTo>
                <a:lnTo>
                  <a:pt x="131239" y="343496"/>
                </a:lnTo>
                <a:lnTo>
                  <a:pt x="129486" y="343623"/>
                </a:lnTo>
                <a:lnTo>
                  <a:pt x="127691" y="343692"/>
                </a:lnTo>
                <a:lnTo>
                  <a:pt x="125854" y="343707"/>
                </a:lnTo>
                <a:lnTo>
                  <a:pt x="123977" y="343673"/>
                </a:lnTo>
                <a:lnTo>
                  <a:pt x="122060" y="343595"/>
                </a:lnTo>
                <a:lnTo>
                  <a:pt x="87906" y="343595"/>
                </a:lnTo>
                <a:lnTo>
                  <a:pt x="87792" y="343708"/>
                </a:lnTo>
                <a:lnTo>
                  <a:pt x="86934" y="343764"/>
                </a:lnTo>
                <a:lnTo>
                  <a:pt x="86075" y="343815"/>
                </a:lnTo>
                <a:lnTo>
                  <a:pt x="85217" y="343862"/>
                </a:lnTo>
                <a:lnTo>
                  <a:pt x="84358" y="343905"/>
                </a:lnTo>
                <a:lnTo>
                  <a:pt x="83500" y="343943"/>
                </a:lnTo>
                <a:lnTo>
                  <a:pt x="82641" y="343976"/>
                </a:lnTo>
                <a:lnTo>
                  <a:pt x="81782" y="344005"/>
                </a:lnTo>
                <a:close/>
                <a:moveTo>
                  <a:pt x="364096" y="341925"/>
                </a:moveTo>
                <a:lnTo>
                  <a:pt x="359865" y="341301"/>
                </a:lnTo>
                <a:lnTo>
                  <a:pt x="356049" y="340539"/>
                </a:lnTo>
                <a:lnTo>
                  <a:pt x="352634" y="339628"/>
                </a:lnTo>
                <a:lnTo>
                  <a:pt x="349603" y="338557"/>
                </a:lnTo>
                <a:lnTo>
                  <a:pt x="346942" y="337317"/>
                </a:lnTo>
                <a:lnTo>
                  <a:pt x="344635" y="335897"/>
                </a:lnTo>
                <a:lnTo>
                  <a:pt x="342667" y="334285"/>
                </a:lnTo>
                <a:lnTo>
                  <a:pt x="341024" y="332472"/>
                </a:lnTo>
                <a:lnTo>
                  <a:pt x="339689" y="330447"/>
                </a:lnTo>
                <a:lnTo>
                  <a:pt x="338647" y="328199"/>
                </a:lnTo>
                <a:lnTo>
                  <a:pt x="337884" y="325717"/>
                </a:lnTo>
                <a:lnTo>
                  <a:pt x="337384" y="322991"/>
                </a:lnTo>
                <a:lnTo>
                  <a:pt x="337132" y="320011"/>
                </a:lnTo>
                <a:lnTo>
                  <a:pt x="337112" y="316765"/>
                </a:lnTo>
                <a:lnTo>
                  <a:pt x="337310" y="313243"/>
                </a:lnTo>
                <a:lnTo>
                  <a:pt x="337710" y="309434"/>
                </a:lnTo>
                <a:lnTo>
                  <a:pt x="338297" y="305329"/>
                </a:lnTo>
                <a:lnTo>
                  <a:pt x="339056" y="300915"/>
                </a:lnTo>
                <a:lnTo>
                  <a:pt x="339113" y="300208"/>
                </a:lnTo>
                <a:lnTo>
                  <a:pt x="339186" y="299502"/>
                </a:lnTo>
                <a:lnTo>
                  <a:pt x="339275" y="298800"/>
                </a:lnTo>
                <a:lnTo>
                  <a:pt x="339381" y="298101"/>
                </a:lnTo>
                <a:lnTo>
                  <a:pt x="339502" y="297405"/>
                </a:lnTo>
                <a:lnTo>
                  <a:pt x="339640" y="296713"/>
                </a:lnTo>
                <a:lnTo>
                  <a:pt x="339794" y="296025"/>
                </a:lnTo>
                <a:lnTo>
                  <a:pt x="339963" y="295341"/>
                </a:lnTo>
                <a:lnTo>
                  <a:pt x="340148" y="294662"/>
                </a:lnTo>
                <a:lnTo>
                  <a:pt x="340349" y="293987"/>
                </a:lnTo>
                <a:lnTo>
                  <a:pt x="340565" y="293317"/>
                </a:lnTo>
                <a:lnTo>
                  <a:pt x="340797" y="292653"/>
                </a:lnTo>
                <a:lnTo>
                  <a:pt x="341044" y="291993"/>
                </a:lnTo>
                <a:lnTo>
                  <a:pt x="341306" y="291340"/>
                </a:lnTo>
                <a:lnTo>
                  <a:pt x="341584" y="290693"/>
                </a:lnTo>
                <a:lnTo>
                  <a:pt x="341876" y="290052"/>
                </a:lnTo>
                <a:lnTo>
                  <a:pt x="342184" y="289417"/>
                </a:lnTo>
                <a:lnTo>
                  <a:pt x="342506" y="288789"/>
                </a:lnTo>
                <a:lnTo>
                  <a:pt x="342844" y="288168"/>
                </a:lnTo>
                <a:lnTo>
                  <a:pt x="343196" y="287555"/>
                </a:lnTo>
                <a:lnTo>
                  <a:pt x="343562" y="286949"/>
                </a:lnTo>
                <a:lnTo>
                  <a:pt x="343943" y="286351"/>
                </a:lnTo>
                <a:lnTo>
                  <a:pt x="344339" y="285761"/>
                </a:lnTo>
                <a:lnTo>
                  <a:pt x="344749" y="285179"/>
                </a:lnTo>
                <a:lnTo>
                  <a:pt x="347821" y="282378"/>
                </a:lnTo>
                <a:lnTo>
                  <a:pt x="350945" y="280090"/>
                </a:lnTo>
                <a:lnTo>
                  <a:pt x="354117" y="278274"/>
                </a:lnTo>
                <a:lnTo>
                  <a:pt x="357336" y="276890"/>
                </a:lnTo>
                <a:lnTo>
                  <a:pt x="360597" y="275898"/>
                </a:lnTo>
                <a:lnTo>
                  <a:pt x="363898" y="275258"/>
                </a:lnTo>
                <a:lnTo>
                  <a:pt x="367237" y="274928"/>
                </a:lnTo>
                <a:lnTo>
                  <a:pt x="370609" y="274869"/>
                </a:lnTo>
                <a:lnTo>
                  <a:pt x="374013" y="275040"/>
                </a:lnTo>
                <a:lnTo>
                  <a:pt x="377445" y="275402"/>
                </a:lnTo>
                <a:lnTo>
                  <a:pt x="380902" y="275913"/>
                </a:lnTo>
                <a:lnTo>
                  <a:pt x="384382" y="276533"/>
                </a:lnTo>
                <a:lnTo>
                  <a:pt x="387882" y="277222"/>
                </a:lnTo>
                <a:lnTo>
                  <a:pt x="391398" y="277940"/>
                </a:lnTo>
                <a:lnTo>
                  <a:pt x="394928" y="278647"/>
                </a:lnTo>
                <a:lnTo>
                  <a:pt x="398469" y="279301"/>
                </a:lnTo>
                <a:lnTo>
                  <a:pt x="402017" y="279863"/>
                </a:lnTo>
                <a:lnTo>
                  <a:pt x="405571" y="280292"/>
                </a:lnTo>
                <a:lnTo>
                  <a:pt x="409126" y="280548"/>
                </a:lnTo>
                <a:lnTo>
                  <a:pt x="412681" y="280591"/>
                </a:lnTo>
                <a:lnTo>
                  <a:pt x="416232" y="280380"/>
                </a:lnTo>
                <a:lnTo>
                  <a:pt x="419777" y="279875"/>
                </a:lnTo>
                <a:lnTo>
                  <a:pt x="423312" y="279035"/>
                </a:lnTo>
                <a:lnTo>
                  <a:pt x="426834" y="277821"/>
                </a:lnTo>
                <a:lnTo>
                  <a:pt x="428469" y="277293"/>
                </a:lnTo>
                <a:lnTo>
                  <a:pt x="430125" y="277032"/>
                </a:lnTo>
                <a:lnTo>
                  <a:pt x="431796" y="277023"/>
                </a:lnTo>
                <a:lnTo>
                  <a:pt x="433476" y="277255"/>
                </a:lnTo>
                <a:lnTo>
                  <a:pt x="435158" y="277712"/>
                </a:lnTo>
                <a:lnTo>
                  <a:pt x="436837" y="278383"/>
                </a:lnTo>
                <a:lnTo>
                  <a:pt x="438505" y="279254"/>
                </a:lnTo>
                <a:lnTo>
                  <a:pt x="440158" y="280311"/>
                </a:lnTo>
                <a:lnTo>
                  <a:pt x="441789" y="281542"/>
                </a:lnTo>
                <a:lnTo>
                  <a:pt x="443392" y="282933"/>
                </a:lnTo>
                <a:lnTo>
                  <a:pt x="444960" y="284470"/>
                </a:lnTo>
                <a:lnTo>
                  <a:pt x="446487" y="286142"/>
                </a:lnTo>
                <a:lnTo>
                  <a:pt x="447967" y="287933"/>
                </a:lnTo>
                <a:lnTo>
                  <a:pt x="449395" y="289832"/>
                </a:lnTo>
                <a:lnTo>
                  <a:pt x="450763" y="291824"/>
                </a:lnTo>
                <a:lnTo>
                  <a:pt x="452066" y="293896"/>
                </a:lnTo>
                <a:lnTo>
                  <a:pt x="453297" y="296036"/>
                </a:lnTo>
                <a:lnTo>
                  <a:pt x="454451" y="298230"/>
                </a:lnTo>
                <a:lnTo>
                  <a:pt x="455521" y="300465"/>
                </a:lnTo>
                <a:lnTo>
                  <a:pt x="456500" y="302727"/>
                </a:lnTo>
                <a:lnTo>
                  <a:pt x="457384" y="305003"/>
                </a:lnTo>
                <a:lnTo>
                  <a:pt x="458165" y="307280"/>
                </a:lnTo>
                <a:lnTo>
                  <a:pt x="458837" y="309544"/>
                </a:lnTo>
                <a:lnTo>
                  <a:pt x="459395" y="311783"/>
                </a:lnTo>
                <a:lnTo>
                  <a:pt x="459897" y="314307"/>
                </a:lnTo>
                <a:lnTo>
                  <a:pt x="460291" y="316753"/>
                </a:lnTo>
                <a:lnTo>
                  <a:pt x="460572" y="319117"/>
                </a:lnTo>
                <a:lnTo>
                  <a:pt x="460737" y="321396"/>
                </a:lnTo>
                <a:lnTo>
                  <a:pt x="460781" y="323587"/>
                </a:lnTo>
                <a:lnTo>
                  <a:pt x="460700" y="325685"/>
                </a:lnTo>
                <a:lnTo>
                  <a:pt x="460491" y="327688"/>
                </a:lnTo>
                <a:lnTo>
                  <a:pt x="460149" y="329591"/>
                </a:lnTo>
                <a:lnTo>
                  <a:pt x="459671" y="331391"/>
                </a:lnTo>
                <a:lnTo>
                  <a:pt x="459051" y="333084"/>
                </a:lnTo>
                <a:lnTo>
                  <a:pt x="458287" y="334668"/>
                </a:lnTo>
                <a:lnTo>
                  <a:pt x="457374" y="336138"/>
                </a:lnTo>
                <a:lnTo>
                  <a:pt x="456308" y="337490"/>
                </a:lnTo>
                <a:lnTo>
                  <a:pt x="455084" y="338721"/>
                </a:lnTo>
                <a:lnTo>
                  <a:pt x="453700" y="339828"/>
                </a:lnTo>
                <a:lnTo>
                  <a:pt x="452150" y="340807"/>
                </a:lnTo>
                <a:lnTo>
                  <a:pt x="450432" y="341654"/>
                </a:lnTo>
                <a:lnTo>
                  <a:pt x="448540" y="342366"/>
                </a:lnTo>
                <a:lnTo>
                  <a:pt x="446471" y="342939"/>
                </a:lnTo>
                <a:lnTo>
                  <a:pt x="444220" y="343369"/>
                </a:lnTo>
                <a:lnTo>
                  <a:pt x="441784" y="343654"/>
                </a:lnTo>
                <a:lnTo>
                  <a:pt x="439159" y="343789"/>
                </a:lnTo>
                <a:lnTo>
                  <a:pt x="436340" y="343770"/>
                </a:lnTo>
                <a:lnTo>
                  <a:pt x="433323" y="343595"/>
                </a:lnTo>
                <a:lnTo>
                  <a:pt x="431900" y="343517"/>
                </a:lnTo>
                <a:lnTo>
                  <a:pt x="430477" y="343452"/>
                </a:lnTo>
                <a:lnTo>
                  <a:pt x="429054" y="343400"/>
                </a:lnTo>
                <a:lnTo>
                  <a:pt x="427631" y="343359"/>
                </a:lnTo>
                <a:lnTo>
                  <a:pt x="426208" y="343329"/>
                </a:lnTo>
                <a:lnTo>
                  <a:pt x="424785" y="343309"/>
                </a:lnTo>
                <a:lnTo>
                  <a:pt x="423361" y="343297"/>
                </a:lnTo>
                <a:lnTo>
                  <a:pt x="421938" y="343293"/>
                </a:lnTo>
                <a:lnTo>
                  <a:pt x="420515" y="343297"/>
                </a:lnTo>
                <a:lnTo>
                  <a:pt x="419092" y="343306"/>
                </a:lnTo>
                <a:lnTo>
                  <a:pt x="417669" y="343321"/>
                </a:lnTo>
                <a:lnTo>
                  <a:pt x="416246" y="343340"/>
                </a:lnTo>
                <a:lnTo>
                  <a:pt x="414823" y="343363"/>
                </a:lnTo>
                <a:lnTo>
                  <a:pt x="413400" y="343389"/>
                </a:lnTo>
                <a:lnTo>
                  <a:pt x="411977" y="343416"/>
                </a:lnTo>
                <a:lnTo>
                  <a:pt x="410553" y="343444"/>
                </a:lnTo>
                <a:lnTo>
                  <a:pt x="409130" y="343472"/>
                </a:lnTo>
                <a:lnTo>
                  <a:pt x="407707" y="343500"/>
                </a:lnTo>
                <a:lnTo>
                  <a:pt x="406284" y="343525"/>
                </a:lnTo>
                <a:lnTo>
                  <a:pt x="404861" y="343548"/>
                </a:lnTo>
                <a:lnTo>
                  <a:pt x="403438" y="343567"/>
                </a:lnTo>
                <a:lnTo>
                  <a:pt x="402015" y="343582"/>
                </a:lnTo>
                <a:lnTo>
                  <a:pt x="400592" y="343592"/>
                </a:lnTo>
                <a:lnTo>
                  <a:pt x="399169" y="343595"/>
                </a:lnTo>
                <a:lnTo>
                  <a:pt x="399055" y="343369"/>
                </a:lnTo>
                <a:lnTo>
                  <a:pt x="392012" y="343349"/>
                </a:lnTo>
                <a:lnTo>
                  <a:pt x="385477" y="343256"/>
                </a:lnTo>
                <a:lnTo>
                  <a:pt x="379433" y="343077"/>
                </a:lnTo>
                <a:lnTo>
                  <a:pt x="373865" y="342803"/>
                </a:lnTo>
                <a:lnTo>
                  <a:pt x="368757" y="342422"/>
                </a:lnTo>
                <a:lnTo>
                  <a:pt x="364096" y="341925"/>
                </a:lnTo>
                <a:close/>
                <a:moveTo>
                  <a:pt x="111211" y="183134"/>
                </a:moveTo>
                <a:lnTo>
                  <a:pt x="113306" y="184066"/>
                </a:lnTo>
                <a:lnTo>
                  <a:pt x="115305" y="185094"/>
                </a:lnTo>
                <a:lnTo>
                  <a:pt x="117205" y="186220"/>
                </a:lnTo>
                <a:lnTo>
                  <a:pt x="119001" y="187443"/>
                </a:lnTo>
                <a:lnTo>
                  <a:pt x="120692" y="188764"/>
                </a:lnTo>
                <a:lnTo>
                  <a:pt x="122274" y="190183"/>
                </a:lnTo>
                <a:lnTo>
                  <a:pt x="123743" y="191700"/>
                </a:lnTo>
                <a:lnTo>
                  <a:pt x="125098" y="193317"/>
                </a:lnTo>
                <a:lnTo>
                  <a:pt x="126334" y="195032"/>
                </a:lnTo>
                <a:lnTo>
                  <a:pt x="127449" y="196847"/>
                </a:lnTo>
                <a:lnTo>
                  <a:pt x="128439" y="198762"/>
                </a:lnTo>
                <a:lnTo>
                  <a:pt x="129302" y="200777"/>
                </a:lnTo>
                <a:lnTo>
                  <a:pt x="130034" y="202892"/>
                </a:lnTo>
                <a:lnTo>
                  <a:pt x="130632" y="205109"/>
                </a:lnTo>
                <a:lnTo>
                  <a:pt x="131093" y="207426"/>
                </a:lnTo>
                <a:lnTo>
                  <a:pt x="131414" y="209845"/>
                </a:lnTo>
                <a:lnTo>
                  <a:pt x="131592" y="212366"/>
                </a:lnTo>
                <a:lnTo>
                  <a:pt x="131624" y="214990"/>
                </a:lnTo>
                <a:lnTo>
                  <a:pt x="131628" y="215058"/>
                </a:lnTo>
                <a:lnTo>
                  <a:pt x="131632" y="215126"/>
                </a:lnTo>
                <a:lnTo>
                  <a:pt x="131635" y="215194"/>
                </a:lnTo>
                <a:lnTo>
                  <a:pt x="131639" y="215262"/>
                </a:lnTo>
                <a:lnTo>
                  <a:pt x="131642" y="215331"/>
                </a:lnTo>
                <a:lnTo>
                  <a:pt x="131645" y="215399"/>
                </a:lnTo>
                <a:lnTo>
                  <a:pt x="131648" y="215468"/>
                </a:lnTo>
                <a:lnTo>
                  <a:pt x="131651" y="215536"/>
                </a:lnTo>
                <a:lnTo>
                  <a:pt x="131654" y="215605"/>
                </a:lnTo>
                <a:lnTo>
                  <a:pt x="131656" y="215673"/>
                </a:lnTo>
                <a:lnTo>
                  <a:pt x="131658" y="215742"/>
                </a:lnTo>
                <a:lnTo>
                  <a:pt x="131661" y="215811"/>
                </a:lnTo>
                <a:lnTo>
                  <a:pt x="131663" y="215879"/>
                </a:lnTo>
                <a:lnTo>
                  <a:pt x="131665" y="215948"/>
                </a:lnTo>
                <a:lnTo>
                  <a:pt x="131666" y="216016"/>
                </a:lnTo>
                <a:lnTo>
                  <a:pt x="131668" y="216085"/>
                </a:lnTo>
                <a:lnTo>
                  <a:pt x="131670" y="216153"/>
                </a:lnTo>
                <a:lnTo>
                  <a:pt x="131672" y="216222"/>
                </a:lnTo>
                <a:lnTo>
                  <a:pt x="131673" y="216290"/>
                </a:lnTo>
                <a:lnTo>
                  <a:pt x="131675" y="216359"/>
                </a:lnTo>
                <a:lnTo>
                  <a:pt x="131676" y="216427"/>
                </a:lnTo>
                <a:lnTo>
                  <a:pt x="131678" y="216495"/>
                </a:lnTo>
                <a:lnTo>
                  <a:pt x="131679" y="216563"/>
                </a:lnTo>
                <a:lnTo>
                  <a:pt x="131681" y="216631"/>
                </a:lnTo>
                <a:lnTo>
                  <a:pt x="131621" y="219191"/>
                </a:lnTo>
                <a:lnTo>
                  <a:pt x="131391" y="221705"/>
                </a:lnTo>
                <a:lnTo>
                  <a:pt x="130996" y="224170"/>
                </a:lnTo>
                <a:lnTo>
                  <a:pt x="130443" y="226579"/>
                </a:lnTo>
                <a:lnTo>
                  <a:pt x="129736" y="228926"/>
                </a:lnTo>
                <a:lnTo>
                  <a:pt x="128881" y="231207"/>
                </a:lnTo>
                <a:lnTo>
                  <a:pt x="127883" y="233415"/>
                </a:lnTo>
                <a:lnTo>
                  <a:pt x="126749" y="235544"/>
                </a:lnTo>
                <a:lnTo>
                  <a:pt x="125484" y="237590"/>
                </a:lnTo>
                <a:lnTo>
                  <a:pt x="124092" y="239546"/>
                </a:lnTo>
                <a:lnTo>
                  <a:pt x="122581" y="241407"/>
                </a:lnTo>
                <a:lnTo>
                  <a:pt x="120955" y="243167"/>
                </a:lnTo>
                <a:lnTo>
                  <a:pt x="119219" y="244821"/>
                </a:lnTo>
                <a:lnTo>
                  <a:pt x="117380" y="246363"/>
                </a:lnTo>
                <a:lnTo>
                  <a:pt x="115443" y="247788"/>
                </a:lnTo>
                <a:lnTo>
                  <a:pt x="113413" y="249089"/>
                </a:lnTo>
                <a:lnTo>
                  <a:pt x="111297" y="250261"/>
                </a:lnTo>
                <a:lnTo>
                  <a:pt x="109098" y="251299"/>
                </a:lnTo>
                <a:lnTo>
                  <a:pt x="106824" y="252196"/>
                </a:lnTo>
                <a:lnTo>
                  <a:pt x="104480" y="252948"/>
                </a:lnTo>
                <a:lnTo>
                  <a:pt x="102071" y="253549"/>
                </a:lnTo>
                <a:lnTo>
                  <a:pt x="99602" y="253993"/>
                </a:lnTo>
                <a:lnTo>
                  <a:pt x="97079" y="254274"/>
                </a:lnTo>
                <a:lnTo>
                  <a:pt x="94509" y="254386"/>
                </a:lnTo>
                <a:lnTo>
                  <a:pt x="94396" y="254386"/>
                </a:lnTo>
                <a:lnTo>
                  <a:pt x="94284" y="254386"/>
                </a:lnTo>
                <a:lnTo>
                  <a:pt x="94171" y="254385"/>
                </a:lnTo>
                <a:lnTo>
                  <a:pt x="94058" y="254384"/>
                </a:lnTo>
                <a:lnTo>
                  <a:pt x="93945" y="254382"/>
                </a:lnTo>
                <a:lnTo>
                  <a:pt x="93832" y="254380"/>
                </a:lnTo>
                <a:lnTo>
                  <a:pt x="93720" y="254378"/>
                </a:lnTo>
                <a:lnTo>
                  <a:pt x="93606" y="254376"/>
                </a:lnTo>
                <a:lnTo>
                  <a:pt x="93493" y="254373"/>
                </a:lnTo>
                <a:lnTo>
                  <a:pt x="93380" y="254370"/>
                </a:lnTo>
                <a:lnTo>
                  <a:pt x="93267" y="254366"/>
                </a:lnTo>
                <a:lnTo>
                  <a:pt x="93154" y="254362"/>
                </a:lnTo>
                <a:lnTo>
                  <a:pt x="93041" y="254358"/>
                </a:lnTo>
                <a:lnTo>
                  <a:pt x="92928" y="254354"/>
                </a:lnTo>
                <a:lnTo>
                  <a:pt x="92815" y="254349"/>
                </a:lnTo>
                <a:lnTo>
                  <a:pt x="92702" y="254345"/>
                </a:lnTo>
                <a:lnTo>
                  <a:pt x="92589" y="254339"/>
                </a:lnTo>
                <a:lnTo>
                  <a:pt x="92476" y="254334"/>
                </a:lnTo>
                <a:lnTo>
                  <a:pt x="92363" y="254328"/>
                </a:lnTo>
                <a:lnTo>
                  <a:pt x="92250" y="254322"/>
                </a:lnTo>
                <a:lnTo>
                  <a:pt x="92137" y="254316"/>
                </a:lnTo>
                <a:lnTo>
                  <a:pt x="92024" y="254310"/>
                </a:lnTo>
                <a:lnTo>
                  <a:pt x="91912" y="254303"/>
                </a:lnTo>
                <a:lnTo>
                  <a:pt x="91799" y="254296"/>
                </a:lnTo>
                <a:lnTo>
                  <a:pt x="89278" y="254033"/>
                </a:lnTo>
                <a:lnTo>
                  <a:pt x="86814" y="253607"/>
                </a:lnTo>
                <a:lnTo>
                  <a:pt x="84412" y="253025"/>
                </a:lnTo>
                <a:lnTo>
                  <a:pt x="82079" y="252292"/>
                </a:lnTo>
                <a:lnTo>
                  <a:pt x="79818" y="251414"/>
                </a:lnTo>
                <a:lnTo>
                  <a:pt x="77636" y="250397"/>
                </a:lnTo>
                <a:lnTo>
                  <a:pt x="75536" y="249247"/>
                </a:lnTo>
                <a:lnTo>
                  <a:pt x="73525" y="247970"/>
                </a:lnTo>
                <a:lnTo>
                  <a:pt x="71607" y="246571"/>
                </a:lnTo>
                <a:lnTo>
                  <a:pt x="69788" y="245056"/>
                </a:lnTo>
                <a:lnTo>
                  <a:pt x="68072" y="243431"/>
                </a:lnTo>
                <a:lnTo>
                  <a:pt x="66465" y="241703"/>
                </a:lnTo>
                <a:lnTo>
                  <a:pt x="64972" y="239876"/>
                </a:lnTo>
                <a:lnTo>
                  <a:pt x="63597" y="237958"/>
                </a:lnTo>
                <a:lnTo>
                  <a:pt x="62346" y="235953"/>
                </a:lnTo>
                <a:lnTo>
                  <a:pt x="61224" y="233867"/>
                </a:lnTo>
                <a:lnTo>
                  <a:pt x="60237" y="231707"/>
                </a:lnTo>
                <a:lnTo>
                  <a:pt x="59389" y="229478"/>
                </a:lnTo>
                <a:lnTo>
                  <a:pt x="58685" y="227186"/>
                </a:lnTo>
                <a:lnTo>
                  <a:pt x="58130" y="224838"/>
                </a:lnTo>
                <a:lnTo>
                  <a:pt x="57730" y="222438"/>
                </a:lnTo>
                <a:lnTo>
                  <a:pt x="57490" y="219993"/>
                </a:lnTo>
                <a:lnTo>
                  <a:pt x="57414" y="217508"/>
                </a:lnTo>
                <a:lnTo>
                  <a:pt x="57508" y="214990"/>
                </a:lnTo>
                <a:lnTo>
                  <a:pt x="57524" y="212127"/>
                </a:lnTo>
                <a:lnTo>
                  <a:pt x="57711" y="209398"/>
                </a:lnTo>
                <a:lnTo>
                  <a:pt x="58066" y="206799"/>
                </a:lnTo>
                <a:lnTo>
                  <a:pt x="58583" y="204330"/>
                </a:lnTo>
                <a:lnTo>
                  <a:pt x="59260" y="201989"/>
                </a:lnTo>
                <a:lnTo>
                  <a:pt x="60091" y="199774"/>
                </a:lnTo>
                <a:lnTo>
                  <a:pt x="61073" y="197683"/>
                </a:lnTo>
                <a:lnTo>
                  <a:pt x="62201" y="195715"/>
                </a:lnTo>
                <a:lnTo>
                  <a:pt x="63472" y="193868"/>
                </a:lnTo>
                <a:lnTo>
                  <a:pt x="64880" y="192140"/>
                </a:lnTo>
                <a:lnTo>
                  <a:pt x="66423" y="190530"/>
                </a:lnTo>
                <a:lnTo>
                  <a:pt x="68096" y="189037"/>
                </a:lnTo>
                <a:lnTo>
                  <a:pt x="69894" y="187657"/>
                </a:lnTo>
                <a:lnTo>
                  <a:pt x="71814" y="186390"/>
                </a:lnTo>
                <a:lnTo>
                  <a:pt x="73851" y="185235"/>
                </a:lnTo>
                <a:lnTo>
                  <a:pt x="76002" y="184189"/>
                </a:lnTo>
                <a:lnTo>
                  <a:pt x="78262" y="183250"/>
                </a:lnTo>
                <a:lnTo>
                  <a:pt x="80626" y="182417"/>
                </a:lnTo>
                <a:lnTo>
                  <a:pt x="83092" y="181689"/>
                </a:lnTo>
                <a:lnTo>
                  <a:pt x="85654" y="181064"/>
                </a:lnTo>
                <a:lnTo>
                  <a:pt x="88309" y="180539"/>
                </a:lnTo>
                <a:lnTo>
                  <a:pt x="91051" y="180114"/>
                </a:lnTo>
                <a:lnTo>
                  <a:pt x="93879" y="179787"/>
                </a:lnTo>
                <a:lnTo>
                  <a:pt x="96786" y="179555"/>
                </a:lnTo>
                <a:lnTo>
                  <a:pt x="99395" y="179914"/>
                </a:lnTo>
                <a:lnTo>
                  <a:pt x="101926" y="180367"/>
                </a:lnTo>
                <a:lnTo>
                  <a:pt x="104377" y="180915"/>
                </a:lnTo>
                <a:lnTo>
                  <a:pt x="106743" y="181559"/>
                </a:lnTo>
                <a:lnTo>
                  <a:pt x="109022" y="182298"/>
                </a:lnTo>
                <a:lnTo>
                  <a:pt x="111211" y="183134"/>
                </a:lnTo>
                <a:close/>
                <a:moveTo>
                  <a:pt x="431075" y="227997"/>
                </a:moveTo>
                <a:lnTo>
                  <a:pt x="430128" y="230393"/>
                </a:lnTo>
                <a:lnTo>
                  <a:pt x="429090" y="232708"/>
                </a:lnTo>
                <a:lnTo>
                  <a:pt x="427960" y="234936"/>
                </a:lnTo>
                <a:lnTo>
                  <a:pt x="426737" y="237071"/>
                </a:lnTo>
                <a:lnTo>
                  <a:pt x="425421" y="239108"/>
                </a:lnTo>
                <a:lnTo>
                  <a:pt x="424011" y="241042"/>
                </a:lnTo>
                <a:lnTo>
                  <a:pt x="422508" y="242867"/>
                </a:lnTo>
                <a:lnTo>
                  <a:pt x="420909" y="244578"/>
                </a:lnTo>
                <a:lnTo>
                  <a:pt x="419215" y="246169"/>
                </a:lnTo>
                <a:lnTo>
                  <a:pt x="417424" y="247635"/>
                </a:lnTo>
                <a:lnTo>
                  <a:pt x="415537" y="248969"/>
                </a:lnTo>
                <a:lnTo>
                  <a:pt x="413553" y="250167"/>
                </a:lnTo>
                <a:lnTo>
                  <a:pt x="411471" y="251224"/>
                </a:lnTo>
                <a:lnTo>
                  <a:pt x="409291" y="252133"/>
                </a:lnTo>
                <a:lnTo>
                  <a:pt x="407011" y="252889"/>
                </a:lnTo>
                <a:lnTo>
                  <a:pt x="404632" y="253486"/>
                </a:lnTo>
                <a:lnTo>
                  <a:pt x="402153" y="253920"/>
                </a:lnTo>
                <a:lnTo>
                  <a:pt x="399573" y="254184"/>
                </a:lnTo>
                <a:lnTo>
                  <a:pt x="396892" y="254273"/>
                </a:lnTo>
                <a:lnTo>
                  <a:pt x="396704" y="254278"/>
                </a:lnTo>
                <a:lnTo>
                  <a:pt x="396516" y="254283"/>
                </a:lnTo>
                <a:lnTo>
                  <a:pt x="396328" y="254286"/>
                </a:lnTo>
                <a:lnTo>
                  <a:pt x="396140" y="254288"/>
                </a:lnTo>
                <a:lnTo>
                  <a:pt x="395952" y="254290"/>
                </a:lnTo>
                <a:lnTo>
                  <a:pt x="395765" y="254290"/>
                </a:lnTo>
                <a:lnTo>
                  <a:pt x="395577" y="254290"/>
                </a:lnTo>
                <a:lnTo>
                  <a:pt x="395389" y="254288"/>
                </a:lnTo>
                <a:lnTo>
                  <a:pt x="395201" y="254286"/>
                </a:lnTo>
                <a:lnTo>
                  <a:pt x="395014" y="254283"/>
                </a:lnTo>
                <a:lnTo>
                  <a:pt x="394826" y="254278"/>
                </a:lnTo>
                <a:lnTo>
                  <a:pt x="394639" y="254273"/>
                </a:lnTo>
                <a:lnTo>
                  <a:pt x="394451" y="254267"/>
                </a:lnTo>
                <a:lnTo>
                  <a:pt x="394264" y="254260"/>
                </a:lnTo>
                <a:lnTo>
                  <a:pt x="394077" y="254252"/>
                </a:lnTo>
                <a:lnTo>
                  <a:pt x="393889" y="254243"/>
                </a:lnTo>
                <a:lnTo>
                  <a:pt x="393702" y="254233"/>
                </a:lnTo>
                <a:lnTo>
                  <a:pt x="393515" y="254222"/>
                </a:lnTo>
                <a:lnTo>
                  <a:pt x="393328" y="254211"/>
                </a:lnTo>
                <a:lnTo>
                  <a:pt x="393141" y="254198"/>
                </a:lnTo>
                <a:lnTo>
                  <a:pt x="392954" y="254184"/>
                </a:lnTo>
                <a:lnTo>
                  <a:pt x="392768" y="254169"/>
                </a:lnTo>
                <a:lnTo>
                  <a:pt x="392581" y="254154"/>
                </a:lnTo>
                <a:lnTo>
                  <a:pt x="392395" y="254137"/>
                </a:lnTo>
                <a:lnTo>
                  <a:pt x="389980" y="253830"/>
                </a:lnTo>
                <a:lnTo>
                  <a:pt x="387625" y="253369"/>
                </a:lnTo>
                <a:lnTo>
                  <a:pt x="385333" y="252758"/>
                </a:lnTo>
                <a:lnTo>
                  <a:pt x="383110" y="252004"/>
                </a:lnTo>
                <a:lnTo>
                  <a:pt x="380960" y="251113"/>
                </a:lnTo>
                <a:lnTo>
                  <a:pt x="378887" y="250090"/>
                </a:lnTo>
                <a:lnTo>
                  <a:pt x="376898" y="248941"/>
                </a:lnTo>
                <a:lnTo>
                  <a:pt x="374995" y="247671"/>
                </a:lnTo>
                <a:lnTo>
                  <a:pt x="373186" y="246287"/>
                </a:lnTo>
                <a:lnTo>
                  <a:pt x="371473" y="244794"/>
                </a:lnTo>
                <a:lnTo>
                  <a:pt x="369861" y="243198"/>
                </a:lnTo>
                <a:lnTo>
                  <a:pt x="368357" y="241505"/>
                </a:lnTo>
                <a:lnTo>
                  <a:pt x="366963" y="239720"/>
                </a:lnTo>
                <a:lnTo>
                  <a:pt x="365686" y="237849"/>
                </a:lnTo>
                <a:lnTo>
                  <a:pt x="364530" y="235897"/>
                </a:lnTo>
                <a:lnTo>
                  <a:pt x="363499" y="233871"/>
                </a:lnTo>
                <a:lnTo>
                  <a:pt x="362598" y="231777"/>
                </a:lnTo>
                <a:lnTo>
                  <a:pt x="361833" y="229619"/>
                </a:lnTo>
                <a:lnTo>
                  <a:pt x="361208" y="227404"/>
                </a:lnTo>
                <a:lnTo>
                  <a:pt x="360727" y="225137"/>
                </a:lnTo>
                <a:lnTo>
                  <a:pt x="360396" y="222825"/>
                </a:lnTo>
                <a:lnTo>
                  <a:pt x="360218" y="220472"/>
                </a:lnTo>
                <a:lnTo>
                  <a:pt x="360200" y="218085"/>
                </a:lnTo>
                <a:lnTo>
                  <a:pt x="360346" y="215669"/>
                </a:lnTo>
                <a:lnTo>
                  <a:pt x="360341" y="215581"/>
                </a:lnTo>
                <a:lnTo>
                  <a:pt x="360335" y="215494"/>
                </a:lnTo>
                <a:lnTo>
                  <a:pt x="360331" y="215406"/>
                </a:lnTo>
                <a:lnTo>
                  <a:pt x="360326" y="215318"/>
                </a:lnTo>
                <a:lnTo>
                  <a:pt x="360322" y="215230"/>
                </a:lnTo>
                <a:lnTo>
                  <a:pt x="360318" y="215143"/>
                </a:lnTo>
                <a:lnTo>
                  <a:pt x="360314" y="215055"/>
                </a:lnTo>
                <a:lnTo>
                  <a:pt x="360311" y="214968"/>
                </a:lnTo>
                <a:lnTo>
                  <a:pt x="360308" y="214880"/>
                </a:lnTo>
                <a:lnTo>
                  <a:pt x="360305" y="214792"/>
                </a:lnTo>
                <a:lnTo>
                  <a:pt x="360303" y="214705"/>
                </a:lnTo>
                <a:lnTo>
                  <a:pt x="360301" y="214618"/>
                </a:lnTo>
                <a:lnTo>
                  <a:pt x="360298" y="214530"/>
                </a:lnTo>
                <a:lnTo>
                  <a:pt x="360297" y="214443"/>
                </a:lnTo>
                <a:lnTo>
                  <a:pt x="360295" y="214356"/>
                </a:lnTo>
                <a:lnTo>
                  <a:pt x="360294" y="214269"/>
                </a:lnTo>
                <a:lnTo>
                  <a:pt x="360293" y="214182"/>
                </a:lnTo>
                <a:lnTo>
                  <a:pt x="360292" y="214095"/>
                </a:lnTo>
                <a:lnTo>
                  <a:pt x="360291" y="214008"/>
                </a:lnTo>
                <a:lnTo>
                  <a:pt x="360290" y="213921"/>
                </a:lnTo>
                <a:lnTo>
                  <a:pt x="360290" y="213834"/>
                </a:lnTo>
                <a:lnTo>
                  <a:pt x="360289" y="213748"/>
                </a:lnTo>
                <a:lnTo>
                  <a:pt x="360289" y="213661"/>
                </a:lnTo>
                <a:lnTo>
                  <a:pt x="360289" y="213575"/>
                </a:lnTo>
                <a:lnTo>
                  <a:pt x="360372" y="211249"/>
                </a:lnTo>
                <a:lnTo>
                  <a:pt x="360609" y="208966"/>
                </a:lnTo>
                <a:lnTo>
                  <a:pt x="360995" y="206731"/>
                </a:lnTo>
                <a:lnTo>
                  <a:pt x="361525" y="204547"/>
                </a:lnTo>
                <a:lnTo>
                  <a:pt x="362194" y="202421"/>
                </a:lnTo>
                <a:lnTo>
                  <a:pt x="362996" y="200358"/>
                </a:lnTo>
                <a:lnTo>
                  <a:pt x="363927" y="198363"/>
                </a:lnTo>
                <a:lnTo>
                  <a:pt x="364982" y="196439"/>
                </a:lnTo>
                <a:lnTo>
                  <a:pt x="366155" y="194594"/>
                </a:lnTo>
                <a:lnTo>
                  <a:pt x="367441" y="192831"/>
                </a:lnTo>
                <a:lnTo>
                  <a:pt x="368836" y="191156"/>
                </a:lnTo>
                <a:lnTo>
                  <a:pt x="370333" y="189574"/>
                </a:lnTo>
                <a:lnTo>
                  <a:pt x="371929" y="188090"/>
                </a:lnTo>
                <a:lnTo>
                  <a:pt x="373618" y="186709"/>
                </a:lnTo>
                <a:lnTo>
                  <a:pt x="375395" y="185436"/>
                </a:lnTo>
                <a:lnTo>
                  <a:pt x="377254" y="184275"/>
                </a:lnTo>
                <a:lnTo>
                  <a:pt x="379192" y="183233"/>
                </a:lnTo>
                <a:lnTo>
                  <a:pt x="381201" y="182314"/>
                </a:lnTo>
                <a:lnTo>
                  <a:pt x="383279" y="181523"/>
                </a:lnTo>
                <a:lnTo>
                  <a:pt x="385419" y="180866"/>
                </a:lnTo>
                <a:lnTo>
                  <a:pt x="387616" y="180346"/>
                </a:lnTo>
                <a:lnTo>
                  <a:pt x="389865" y="179970"/>
                </a:lnTo>
                <a:lnTo>
                  <a:pt x="392162" y="179743"/>
                </a:lnTo>
                <a:lnTo>
                  <a:pt x="394501" y="179669"/>
                </a:lnTo>
                <a:lnTo>
                  <a:pt x="397468" y="179656"/>
                </a:lnTo>
                <a:lnTo>
                  <a:pt x="400307" y="179788"/>
                </a:lnTo>
                <a:lnTo>
                  <a:pt x="403021" y="180063"/>
                </a:lnTo>
                <a:lnTo>
                  <a:pt x="405612" y="180477"/>
                </a:lnTo>
                <a:lnTo>
                  <a:pt x="408081" y="181029"/>
                </a:lnTo>
                <a:lnTo>
                  <a:pt x="410431" y="181717"/>
                </a:lnTo>
                <a:lnTo>
                  <a:pt x="412662" y="182539"/>
                </a:lnTo>
                <a:lnTo>
                  <a:pt x="414778" y="183493"/>
                </a:lnTo>
                <a:lnTo>
                  <a:pt x="416781" y="184576"/>
                </a:lnTo>
                <a:lnTo>
                  <a:pt x="418671" y="185787"/>
                </a:lnTo>
                <a:lnTo>
                  <a:pt x="420451" y="187124"/>
                </a:lnTo>
                <a:lnTo>
                  <a:pt x="422123" y="188584"/>
                </a:lnTo>
                <a:lnTo>
                  <a:pt x="423689" y="190165"/>
                </a:lnTo>
                <a:lnTo>
                  <a:pt x="425151" y="191866"/>
                </a:lnTo>
                <a:lnTo>
                  <a:pt x="426511" y="193685"/>
                </a:lnTo>
                <a:lnTo>
                  <a:pt x="427770" y="195618"/>
                </a:lnTo>
                <a:lnTo>
                  <a:pt x="428931" y="197665"/>
                </a:lnTo>
                <a:lnTo>
                  <a:pt x="429995" y="199823"/>
                </a:lnTo>
                <a:lnTo>
                  <a:pt x="430965" y="202090"/>
                </a:lnTo>
                <a:lnTo>
                  <a:pt x="431842" y="204464"/>
                </a:lnTo>
                <a:lnTo>
                  <a:pt x="432628" y="206944"/>
                </a:lnTo>
                <a:lnTo>
                  <a:pt x="433325" y="209525"/>
                </a:lnTo>
                <a:lnTo>
                  <a:pt x="433936" y="212208"/>
                </a:lnTo>
                <a:lnTo>
                  <a:pt x="434462" y="214990"/>
                </a:lnTo>
                <a:lnTo>
                  <a:pt x="433962" y="217710"/>
                </a:lnTo>
                <a:lnTo>
                  <a:pt x="433375" y="220376"/>
                </a:lnTo>
                <a:lnTo>
                  <a:pt x="432698" y="222983"/>
                </a:lnTo>
                <a:lnTo>
                  <a:pt x="431932" y="225526"/>
                </a:lnTo>
                <a:lnTo>
                  <a:pt x="431075" y="227997"/>
                </a:lnTo>
                <a:close/>
                <a:moveTo>
                  <a:pt x="155821" y="99268"/>
                </a:moveTo>
                <a:lnTo>
                  <a:pt x="153452" y="98383"/>
                </a:lnTo>
                <a:lnTo>
                  <a:pt x="151202" y="97396"/>
                </a:lnTo>
                <a:lnTo>
                  <a:pt x="149073" y="96305"/>
                </a:lnTo>
                <a:lnTo>
                  <a:pt x="147065" y="95110"/>
                </a:lnTo>
                <a:lnTo>
                  <a:pt x="145180" y="93811"/>
                </a:lnTo>
                <a:lnTo>
                  <a:pt x="143419" y="92407"/>
                </a:lnTo>
                <a:lnTo>
                  <a:pt x="141784" y="90899"/>
                </a:lnTo>
                <a:lnTo>
                  <a:pt x="140276" y="89285"/>
                </a:lnTo>
                <a:lnTo>
                  <a:pt x="138896" y="87566"/>
                </a:lnTo>
                <a:lnTo>
                  <a:pt x="137645" y="85741"/>
                </a:lnTo>
                <a:lnTo>
                  <a:pt x="136525" y="83810"/>
                </a:lnTo>
                <a:lnTo>
                  <a:pt x="135537" y="81772"/>
                </a:lnTo>
                <a:lnTo>
                  <a:pt x="134682" y="79627"/>
                </a:lnTo>
                <a:lnTo>
                  <a:pt x="133961" y="77375"/>
                </a:lnTo>
                <a:lnTo>
                  <a:pt x="133376" y="75016"/>
                </a:lnTo>
                <a:lnTo>
                  <a:pt x="132929" y="72548"/>
                </a:lnTo>
                <a:lnTo>
                  <a:pt x="132619" y="69972"/>
                </a:lnTo>
                <a:lnTo>
                  <a:pt x="132450" y="67288"/>
                </a:lnTo>
                <a:lnTo>
                  <a:pt x="132421" y="64494"/>
                </a:lnTo>
                <a:lnTo>
                  <a:pt x="132534" y="61592"/>
                </a:lnTo>
                <a:lnTo>
                  <a:pt x="132747" y="58972"/>
                </a:lnTo>
                <a:lnTo>
                  <a:pt x="133072" y="56437"/>
                </a:lnTo>
                <a:lnTo>
                  <a:pt x="133508" y="53988"/>
                </a:lnTo>
                <a:lnTo>
                  <a:pt x="134056" y="51627"/>
                </a:lnTo>
                <a:lnTo>
                  <a:pt x="134713" y="49358"/>
                </a:lnTo>
                <a:lnTo>
                  <a:pt x="135480" y="47182"/>
                </a:lnTo>
                <a:lnTo>
                  <a:pt x="136357" y="45103"/>
                </a:lnTo>
                <a:lnTo>
                  <a:pt x="137341" y="43122"/>
                </a:lnTo>
                <a:lnTo>
                  <a:pt x="138434" y="41242"/>
                </a:lnTo>
                <a:lnTo>
                  <a:pt x="139634" y="39465"/>
                </a:lnTo>
                <a:lnTo>
                  <a:pt x="140941" y="37795"/>
                </a:lnTo>
                <a:lnTo>
                  <a:pt x="142354" y="36233"/>
                </a:lnTo>
                <a:lnTo>
                  <a:pt x="143872" y="34782"/>
                </a:lnTo>
                <a:lnTo>
                  <a:pt x="145496" y="33444"/>
                </a:lnTo>
                <a:lnTo>
                  <a:pt x="147224" y="32221"/>
                </a:lnTo>
                <a:lnTo>
                  <a:pt x="149055" y="31117"/>
                </a:lnTo>
                <a:lnTo>
                  <a:pt x="150990" y="30134"/>
                </a:lnTo>
                <a:lnTo>
                  <a:pt x="153027" y="29274"/>
                </a:lnTo>
                <a:lnTo>
                  <a:pt x="155166" y="28539"/>
                </a:lnTo>
                <a:lnTo>
                  <a:pt x="157407" y="27933"/>
                </a:lnTo>
                <a:lnTo>
                  <a:pt x="159749" y="27457"/>
                </a:lnTo>
                <a:lnTo>
                  <a:pt x="162190" y="27114"/>
                </a:lnTo>
                <a:lnTo>
                  <a:pt x="164732" y="26906"/>
                </a:lnTo>
                <a:lnTo>
                  <a:pt x="167372" y="26836"/>
                </a:lnTo>
                <a:lnTo>
                  <a:pt x="170308" y="27003"/>
                </a:lnTo>
                <a:lnTo>
                  <a:pt x="173110" y="27329"/>
                </a:lnTo>
                <a:lnTo>
                  <a:pt x="175779" y="27810"/>
                </a:lnTo>
                <a:lnTo>
                  <a:pt x="178314" y="28443"/>
                </a:lnTo>
                <a:lnTo>
                  <a:pt x="180717" y="29224"/>
                </a:lnTo>
                <a:lnTo>
                  <a:pt x="182987" y="30148"/>
                </a:lnTo>
                <a:lnTo>
                  <a:pt x="185125" y="31211"/>
                </a:lnTo>
                <a:lnTo>
                  <a:pt x="187131" y="32409"/>
                </a:lnTo>
                <a:lnTo>
                  <a:pt x="189006" y="33738"/>
                </a:lnTo>
                <a:lnTo>
                  <a:pt x="190749" y="35193"/>
                </a:lnTo>
                <a:lnTo>
                  <a:pt x="192361" y="36772"/>
                </a:lnTo>
                <a:lnTo>
                  <a:pt x="193842" y="38469"/>
                </a:lnTo>
                <a:lnTo>
                  <a:pt x="195193" y="40280"/>
                </a:lnTo>
                <a:lnTo>
                  <a:pt x="196413" y="42201"/>
                </a:lnTo>
                <a:lnTo>
                  <a:pt x="197504" y="44229"/>
                </a:lnTo>
                <a:lnTo>
                  <a:pt x="198466" y="46359"/>
                </a:lnTo>
                <a:lnTo>
                  <a:pt x="199298" y="48586"/>
                </a:lnTo>
                <a:lnTo>
                  <a:pt x="200001" y="50908"/>
                </a:lnTo>
                <a:lnTo>
                  <a:pt x="200575" y="53318"/>
                </a:lnTo>
                <a:lnTo>
                  <a:pt x="201021" y="55815"/>
                </a:lnTo>
                <a:lnTo>
                  <a:pt x="201339" y="58393"/>
                </a:lnTo>
                <a:lnTo>
                  <a:pt x="201529" y="61048"/>
                </a:lnTo>
                <a:lnTo>
                  <a:pt x="201591" y="63776"/>
                </a:lnTo>
                <a:lnTo>
                  <a:pt x="201527" y="66573"/>
                </a:lnTo>
                <a:lnTo>
                  <a:pt x="201454" y="68970"/>
                </a:lnTo>
                <a:lnTo>
                  <a:pt x="201223" y="71325"/>
                </a:lnTo>
                <a:lnTo>
                  <a:pt x="200837" y="73632"/>
                </a:lnTo>
                <a:lnTo>
                  <a:pt x="200303" y="75886"/>
                </a:lnTo>
                <a:lnTo>
                  <a:pt x="199626" y="78082"/>
                </a:lnTo>
                <a:lnTo>
                  <a:pt x="198811" y="80214"/>
                </a:lnTo>
                <a:lnTo>
                  <a:pt x="197863" y="82277"/>
                </a:lnTo>
                <a:lnTo>
                  <a:pt x="196787" y="84267"/>
                </a:lnTo>
                <a:lnTo>
                  <a:pt x="195589" y="86177"/>
                </a:lnTo>
                <a:lnTo>
                  <a:pt x="194274" y="88003"/>
                </a:lnTo>
                <a:lnTo>
                  <a:pt x="192846" y="89740"/>
                </a:lnTo>
                <a:lnTo>
                  <a:pt x="191312" y="91381"/>
                </a:lnTo>
                <a:lnTo>
                  <a:pt x="189676" y="92923"/>
                </a:lnTo>
                <a:lnTo>
                  <a:pt x="187943" y="94359"/>
                </a:lnTo>
                <a:lnTo>
                  <a:pt x="186120" y="95684"/>
                </a:lnTo>
                <a:lnTo>
                  <a:pt x="184210" y="96894"/>
                </a:lnTo>
                <a:lnTo>
                  <a:pt x="182220" y="97983"/>
                </a:lnTo>
                <a:lnTo>
                  <a:pt x="180153" y="98946"/>
                </a:lnTo>
                <a:lnTo>
                  <a:pt x="178017" y="99778"/>
                </a:lnTo>
                <a:lnTo>
                  <a:pt x="175815" y="100472"/>
                </a:lnTo>
                <a:lnTo>
                  <a:pt x="173554" y="101025"/>
                </a:lnTo>
                <a:lnTo>
                  <a:pt x="171237" y="101431"/>
                </a:lnTo>
                <a:lnTo>
                  <a:pt x="168872" y="101685"/>
                </a:lnTo>
                <a:lnTo>
                  <a:pt x="166461" y="101781"/>
                </a:lnTo>
                <a:lnTo>
                  <a:pt x="163629" y="101305"/>
                </a:lnTo>
                <a:lnTo>
                  <a:pt x="160911" y="100728"/>
                </a:lnTo>
                <a:lnTo>
                  <a:pt x="158307" y="100049"/>
                </a:lnTo>
                <a:lnTo>
                  <a:pt x="155821" y="99268"/>
                </a:lnTo>
                <a:close/>
                <a:moveTo>
                  <a:pt x="330820" y="27567"/>
                </a:moveTo>
                <a:lnTo>
                  <a:pt x="333390" y="28343"/>
                </a:lnTo>
                <a:lnTo>
                  <a:pt x="335831" y="29214"/>
                </a:lnTo>
                <a:lnTo>
                  <a:pt x="338142" y="30180"/>
                </a:lnTo>
                <a:lnTo>
                  <a:pt x="340324" y="31241"/>
                </a:lnTo>
                <a:lnTo>
                  <a:pt x="342379" y="32396"/>
                </a:lnTo>
                <a:lnTo>
                  <a:pt x="344306" y="33646"/>
                </a:lnTo>
                <a:lnTo>
                  <a:pt x="346107" y="34990"/>
                </a:lnTo>
                <a:lnTo>
                  <a:pt x="347782" y="36428"/>
                </a:lnTo>
                <a:lnTo>
                  <a:pt x="349331" y="37959"/>
                </a:lnTo>
                <a:lnTo>
                  <a:pt x="350756" y="39584"/>
                </a:lnTo>
                <a:lnTo>
                  <a:pt x="352057" y="41301"/>
                </a:lnTo>
                <a:lnTo>
                  <a:pt x="353235" y="43111"/>
                </a:lnTo>
                <a:lnTo>
                  <a:pt x="354291" y="45013"/>
                </a:lnTo>
                <a:lnTo>
                  <a:pt x="355225" y="47007"/>
                </a:lnTo>
                <a:lnTo>
                  <a:pt x="356038" y="49093"/>
                </a:lnTo>
                <a:lnTo>
                  <a:pt x="356730" y="51270"/>
                </a:lnTo>
                <a:lnTo>
                  <a:pt x="357303" y="53538"/>
                </a:lnTo>
                <a:lnTo>
                  <a:pt x="357756" y="55897"/>
                </a:lnTo>
                <a:lnTo>
                  <a:pt x="358092" y="58347"/>
                </a:lnTo>
                <a:lnTo>
                  <a:pt x="358310" y="60886"/>
                </a:lnTo>
                <a:lnTo>
                  <a:pt x="358411" y="63516"/>
                </a:lnTo>
                <a:lnTo>
                  <a:pt x="358396" y="66161"/>
                </a:lnTo>
                <a:lnTo>
                  <a:pt x="358268" y="68742"/>
                </a:lnTo>
                <a:lnTo>
                  <a:pt x="358025" y="71255"/>
                </a:lnTo>
                <a:lnTo>
                  <a:pt x="357668" y="73696"/>
                </a:lnTo>
                <a:lnTo>
                  <a:pt x="357197" y="76061"/>
                </a:lnTo>
                <a:lnTo>
                  <a:pt x="356610" y="78345"/>
                </a:lnTo>
                <a:lnTo>
                  <a:pt x="355909" y="80543"/>
                </a:lnTo>
                <a:lnTo>
                  <a:pt x="355092" y="82653"/>
                </a:lnTo>
                <a:lnTo>
                  <a:pt x="354160" y="84668"/>
                </a:lnTo>
                <a:lnTo>
                  <a:pt x="353112" y="86585"/>
                </a:lnTo>
                <a:lnTo>
                  <a:pt x="351949" y="88399"/>
                </a:lnTo>
                <a:lnTo>
                  <a:pt x="350669" y="90106"/>
                </a:lnTo>
                <a:lnTo>
                  <a:pt x="349273" y="91702"/>
                </a:lnTo>
                <a:lnTo>
                  <a:pt x="347761" y="93182"/>
                </a:lnTo>
                <a:lnTo>
                  <a:pt x="346132" y="94541"/>
                </a:lnTo>
                <a:lnTo>
                  <a:pt x="344386" y="95777"/>
                </a:lnTo>
                <a:lnTo>
                  <a:pt x="342523" y="96883"/>
                </a:lnTo>
                <a:lnTo>
                  <a:pt x="340543" y="97856"/>
                </a:lnTo>
                <a:lnTo>
                  <a:pt x="338446" y="98691"/>
                </a:lnTo>
                <a:lnTo>
                  <a:pt x="336231" y="99384"/>
                </a:lnTo>
                <a:lnTo>
                  <a:pt x="333898" y="99931"/>
                </a:lnTo>
                <a:lnTo>
                  <a:pt x="331448" y="100327"/>
                </a:lnTo>
                <a:lnTo>
                  <a:pt x="328879" y="100567"/>
                </a:lnTo>
                <a:lnTo>
                  <a:pt x="326191" y="100649"/>
                </a:lnTo>
                <a:lnTo>
                  <a:pt x="326013" y="100652"/>
                </a:lnTo>
                <a:lnTo>
                  <a:pt x="325835" y="100655"/>
                </a:lnTo>
                <a:lnTo>
                  <a:pt x="325657" y="100657"/>
                </a:lnTo>
                <a:lnTo>
                  <a:pt x="325479" y="100658"/>
                </a:lnTo>
                <a:lnTo>
                  <a:pt x="325301" y="100658"/>
                </a:lnTo>
                <a:lnTo>
                  <a:pt x="325122" y="100658"/>
                </a:lnTo>
                <a:lnTo>
                  <a:pt x="324944" y="100656"/>
                </a:lnTo>
                <a:lnTo>
                  <a:pt x="324766" y="100653"/>
                </a:lnTo>
                <a:lnTo>
                  <a:pt x="324587" y="100650"/>
                </a:lnTo>
                <a:lnTo>
                  <a:pt x="324409" y="100646"/>
                </a:lnTo>
                <a:lnTo>
                  <a:pt x="324231" y="100640"/>
                </a:lnTo>
                <a:lnTo>
                  <a:pt x="324052" y="100635"/>
                </a:lnTo>
                <a:lnTo>
                  <a:pt x="323874" y="100628"/>
                </a:lnTo>
                <a:lnTo>
                  <a:pt x="323696" y="100620"/>
                </a:lnTo>
                <a:lnTo>
                  <a:pt x="323518" y="100612"/>
                </a:lnTo>
                <a:lnTo>
                  <a:pt x="323340" y="100603"/>
                </a:lnTo>
                <a:lnTo>
                  <a:pt x="323162" y="100593"/>
                </a:lnTo>
                <a:lnTo>
                  <a:pt x="322985" y="100582"/>
                </a:lnTo>
                <a:lnTo>
                  <a:pt x="322807" y="100570"/>
                </a:lnTo>
                <a:lnTo>
                  <a:pt x="322630" y="100558"/>
                </a:lnTo>
                <a:lnTo>
                  <a:pt x="322452" y="100545"/>
                </a:lnTo>
                <a:lnTo>
                  <a:pt x="322275" y="100531"/>
                </a:lnTo>
                <a:lnTo>
                  <a:pt x="322099" y="100517"/>
                </a:lnTo>
                <a:lnTo>
                  <a:pt x="321922" y="100502"/>
                </a:lnTo>
                <a:lnTo>
                  <a:pt x="319477" y="100185"/>
                </a:lnTo>
                <a:lnTo>
                  <a:pt x="317092" y="99712"/>
                </a:lnTo>
                <a:lnTo>
                  <a:pt x="314772" y="99088"/>
                </a:lnTo>
                <a:lnTo>
                  <a:pt x="312521" y="98320"/>
                </a:lnTo>
                <a:lnTo>
                  <a:pt x="310345" y="97413"/>
                </a:lnTo>
                <a:lnTo>
                  <a:pt x="308248" y="96372"/>
                </a:lnTo>
                <a:lnTo>
                  <a:pt x="306235" y="95204"/>
                </a:lnTo>
                <a:lnTo>
                  <a:pt x="304310" y="93914"/>
                </a:lnTo>
                <a:lnTo>
                  <a:pt x="302480" y="92508"/>
                </a:lnTo>
                <a:lnTo>
                  <a:pt x="300748" y="90993"/>
                </a:lnTo>
                <a:lnTo>
                  <a:pt x="299119" y="89373"/>
                </a:lnTo>
                <a:lnTo>
                  <a:pt x="297598" y="87655"/>
                </a:lnTo>
                <a:lnTo>
                  <a:pt x="296190" y="85844"/>
                </a:lnTo>
                <a:lnTo>
                  <a:pt x="294900" y="83947"/>
                </a:lnTo>
                <a:lnTo>
                  <a:pt x="293733" y="81969"/>
                </a:lnTo>
                <a:lnTo>
                  <a:pt x="292692" y="79915"/>
                </a:lnTo>
                <a:lnTo>
                  <a:pt x="291784" y="77792"/>
                </a:lnTo>
                <a:lnTo>
                  <a:pt x="291013" y="75606"/>
                </a:lnTo>
                <a:lnTo>
                  <a:pt x="290384" y="73362"/>
                </a:lnTo>
                <a:lnTo>
                  <a:pt x="289901" y="71066"/>
                </a:lnTo>
                <a:lnTo>
                  <a:pt x="289570" y="68723"/>
                </a:lnTo>
                <a:lnTo>
                  <a:pt x="289394" y="66341"/>
                </a:lnTo>
                <a:lnTo>
                  <a:pt x="289380" y="63924"/>
                </a:lnTo>
                <a:lnTo>
                  <a:pt x="289532" y="61478"/>
                </a:lnTo>
                <a:lnTo>
                  <a:pt x="289568" y="58755"/>
                </a:lnTo>
                <a:lnTo>
                  <a:pt x="289760" y="56159"/>
                </a:lnTo>
                <a:lnTo>
                  <a:pt x="290100" y="53687"/>
                </a:lnTo>
                <a:lnTo>
                  <a:pt x="290585" y="51337"/>
                </a:lnTo>
                <a:lnTo>
                  <a:pt x="291209" y="49106"/>
                </a:lnTo>
                <a:lnTo>
                  <a:pt x="291966" y="46991"/>
                </a:lnTo>
                <a:lnTo>
                  <a:pt x="292851" y="44990"/>
                </a:lnTo>
                <a:lnTo>
                  <a:pt x="293858" y="43101"/>
                </a:lnTo>
                <a:lnTo>
                  <a:pt x="294983" y="41320"/>
                </a:lnTo>
                <a:lnTo>
                  <a:pt x="296221" y="39644"/>
                </a:lnTo>
                <a:lnTo>
                  <a:pt x="297565" y="38072"/>
                </a:lnTo>
                <a:lnTo>
                  <a:pt x="299010" y="36601"/>
                </a:lnTo>
                <a:lnTo>
                  <a:pt x="300551" y="35227"/>
                </a:lnTo>
                <a:lnTo>
                  <a:pt x="302183" y="33949"/>
                </a:lnTo>
                <a:lnTo>
                  <a:pt x="303901" y="32763"/>
                </a:lnTo>
                <a:lnTo>
                  <a:pt x="305699" y="31667"/>
                </a:lnTo>
                <a:lnTo>
                  <a:pt x="307571" y="30658"/>
                </a:lnTo>
                <a:lnTo>
                  <a:pt x="309513" y="29734"/>
                </a:lnTo>
                <a:lnTo>
                  <a:pt x="311518" y="28892"/>
                </a:lnTo>
                <a:lnTo>
                  <a:pt x="313583" y="28129"/>
                </a:lnTo>
                <a:lnTo>
                  <a:pt x="315700" y="27443"/>
                </a:lnTo>
                <a:lnTo>
                  <a:pt x="317866" y="26831"/>
                </a:lnTo>
                <a:lnTo>
                  <a:pt x="320075" y="26290"/>
                </a:lnTo>
                <a:lnTo>
                  <a:pt x="322321" y="25818"/>
                </a:lnTo>
                <a:lnTo>
                  <a:pt x="325285" y="26305"/>
                </a:lnTo>
                <a:lnTo>
                  <a:pt x="328118" y="26888"/>
                </a:lnTo>
                <a:lnTo>
                  <a:pt x="330820" y="27567"/>
                </a:lnTo>
                <a:close/>
                <a:moveTo>
                  <a:pt x="279762" y="218324"/>
                </a:moveTo>
                <a:lnTo>
                  <a:pt x="279500" y="221455"/>
                </a:lnTo>
                <a:lnTo>
                  <a:pt x="279100" y="224431"/>
                </a:lnTo>
                <a:lnTo>
                  <a:pt x="278564" y="227254"/>
                </a:lnTo>
                <a:lnTo>
                  <a:pt x="277895" y="229926"/>
                </a:lnTo>
                <a:lnTo>
                  <a:pt x="277095" y="232448"/>
                </a:lnTo>
                <a:lnTo>
                  <a:pt x="276170" y="234822"/>
                </a:lnTo>
                <a:lnTo>
                  <a:pt x="275120" y="237050"/>
                </a:lnTo>
                <a:lnTo>
                  <a:pt x="273950" y="239132"/>
                </a:lnTo>
                <a:lnTo>
                  <a:pt x="272662" y="241071"/>
                </a:lnTo>
                <a:lnTo>
                  <a:pt x="271259" y="242867"/>
                </a:lnTo>
                <a:lnTo>
                  <a:pt x="269745" y="244524"/>
                </a:lnTo>
                <a:lnTo>
                  <a:pt x="268123" y="246042"/>
                </a:lnTo>
                <a:lnTo>
                  <a:pt x="266395" y="247422"/>
                </a:lnTo>
                <a:lnTo>
                  <a:pt x="264565" y="248667"/>
                </a:lnTo>
                <a:lnTo>
                  <a:pt x="262636" y="249778"/>
                </a:lnTo>
                <a:lnTo>
                  <a:pt x="260611" y="250757"/>
                </a:lnTo>
                <a:lnTo>
                  <a:pt x="258492" y="251604"/>
                </a:lnTo>
                <a:lnTo>
                  <a:pt x="256284" y="252323"/>
                </a:lnTo>
                <a:lnTo>
                  <a:pt x="253988" y="252913"/>
                </a:lnTo>
                <a:lnTo>
                  <a:pt x="251609" y="253377"/>
                </a:lnTo>
                <a:lnTo>
                  <a:pt x="249149" y="253717"/>
                </a:lnTo>
                <a:lnTo>
                  <a:pt x="246611" y="253934"/>
                </a:lnTo>
                <a:lnTo>
                  <a:pt x="246368" y="253961"/>
                </a:lnTo>
                <a:lnTo>
                  <a:pt x="246124" y="253986"/>
                </a:lnTo>
                <a:lnTo>
                  <a:pt x="245880" y="254010"/>
                </a:lnTo>
                <a:lnTo>
                  <a:pt x="245637" y="254032"/>
                </a:lnTo>
                <a:lnTo>
                  <a:pt x="245393" y="254052"/>
                </a:lnTo>
                <a:lnTo>
                  <a:pt x="245149" y="254070"/>
                </a:lnTo>
                <a:lnTo>
                  <a:pt x="244905" y="254086"/>
                </a:lnTo>
                <a:lnTo>
                  <a:pt x="244661" y="254100"/>
                </a:lnTo>
                <a:lnTo>
                  <a:pt x="244417" y="254113"/>
                </a:lnTo>
                <a:lnTo>
                  <a:pt x="244172" y="254123"/>
                </a:lnTo>
                <a:lnTo>
                  <a:pt x="243928" y="254132"/>
                </a:lnTo>
                <a:lnTo>
                  <a:pt x="243684" y="254139"/>
                </a:lnTo>
                <a:lnTo>
                  <a:pt x="243439" y="254144"/>
                </a:lnTo>
                <a:lnTo>
                  <a:pt x="243195" y="254147"/>
                </a:lnTo>
                <a:lnTo>
                  <a:pt x="242950" y="254149"/>
                </a:lnTo>
                <a:lnTo>
                  <a:pt x="242706" y="254148"/>
                </a:lnTo>
                <a:lnTo>
                  <a:pt x="242461" y="254146"/>
                </a:lnTo>
                <a:lnTo>
                  <a:pt x="242216" y="254142"/>
                </a:lnTo>
                <a:lnTo>
                  <a:pt x="241972" y="254136"/>
                </a:lnTo>
                <a:lnTo>
                  <a:pt x="241727" y="254129"/>
                </a:lnTo>
                <a:lnTo>
                  <a:pt x="241482" y="254120"/>
                </a:lnTo>
                <a:lnTo>
                  <a:pt x="241237" y="254108"/>
                </a:lnTo>
                <a:lnTo>
                  <a:pt x="240993" y="254095"/>
                </a:lnTo>
                <a:lnTo>
                  <a:pt x="240748" y="254081"/>
                </a:lnTo>
                <a:lnTo>
                  <a:pt x="238551" y="253860"/>
                </a:lnTo>
                <a:lnTo>
                  <a:pt x="236404" y="253497"/>
                </a:lnTo>
                <a:lnTo>
                  <a:pt x="234311" y="252998"/>
                </a:lnTo>
                <a:lnTo>
                  <a:pt x="232277" y="252368"/>
                </a:lnTo>
                <a:lnTo>
                  <a:pt x="230305" y="251611"/>
                </a:lnTo>
                <a:lnTo>
                  <a:pt x="228401" y="250733"/>
                </a:lnTo>
                <a:lnTo>
                  <a:pt x="226569" y="249739"/>
                </a:lnTo>
                <a:lnTo>
                  <a:pt x="224814" y="248634"/>
                </a:lnTo>
                <a:lnTo>
                  <a:pt x="223139" y="247422"/>
                </a:lnTo>
                <a:lnTo>
                  <a:pt x="221549" y="246110"/>
                </a:lnTo>
                <a:lnTo>
                  <a:pt x="220050" y="244702"/>
                </a:lnTo>
                <a:lnTo>
                  <a:pt x="218644" y="243203"/>
                </a:lnTo>
                <a:lnTo>
                  <a:pt x="217337" y="241618"/>
                </a:lnTo>
                <a:lnTo>
                  <a:pt x="216133" y="239952"/>
                </a:lnTo>
                <a:lnTo>
                  <a:pt x="215037" y="238211"/>
                </a:lnTo>
                <a:lnTo>
                  <a:pt x="214053" y="236399"/>
                </a:lnTo>
                <a:lnTo>
                  <a:pt x="213186" y="234522"/>
                </a:lnTo>
                <a:lnTo>
                  <a:pt x="212439" y="232584"/>
                </a:lnTo>
                <a:lnTo>
                  <a:pt x="211818" y="230591"/>
                </a:lnTo>
                <a:lnTo>
                  <a:pt x="211326" y="228547"/>
                </a:lnTo>
                <a:lnTo>
                  <a:pt x="210969" y="226458"/>
                </a:lnTo>
                <a:lnTo>
                  <a:pt x="210751" y="224329"/>
                </a:lnTo>
                <a:lnTo>
                  <a:pt x="210676" y="222165"/>
                </a:lnTo>
                <a:lnTo>
                  <a:pt x="210749" y="219971"/>
                </a:lnTo>
                <a:lnTo>
                  <a:pt x="210755" y="217083"/>
                </a:lnTo>
                <a:lnTo>
                  <a:pt x="210889" y="214282"/>
                </a:lnTo>
                <a:lnTo>
                  <a:pt x="211149" y="211569"/>
                </a:lnTo>
                <a:lnTo>
                  <a:pt x="211538" y="208949"/>
                </a:lnTo>
                <a:lnTo>
                  <a:pt x="212053" y="206425"/>
                </a:lnTo>
                <a:lnTo>
                  <a:pt x="212696" y="204000"/>
                </a:lnTo>
                <a:lnTo>
                  <a:pt x="213467" y="201677"/>
                </a:lnTo>
                <a:lnTo>
                  <a:pt x="214366" y="199459"/>
                </a:lnTo>
                <a:lnTo>
                  <a:pt x="215393" y="197351"/>
                </a:lnTo>
                <a:lnTo>
                  <a:pt x="216549" y="195354"/>
                </a:lnTo>
                <a:lnTo>
                  <a:pt x="217832" y="193473"/>
                </a:lnTo>
                <a:lnTo>
                  <a:pt x="219245" y="191711"/>
                </a:lnTo>
                <a:lnTo>
                  <a:pt x="220785" y="190071"/>
                </a:lnTo>
                <a:lnTo>
                  <a:pt x="222455" y="188556"/>
                </a:lnTo>
                <a:lnTo>
                  <a:pt x="224254" y="187170"/>
                </a:lnTo>
                <a:lnTo>
                  <a:pt x="226181" y="185916"/>
                </a:lnTo>
                <a:lnTo>
                  <a:pt x="228238" y="184797"/>
                </a:lnTo>
                <a:lnTo>
                  <a:pt x="230425" y="183817"/>
                </a:lnTo>
                <a:lnTo>
                  <a:pt x="232741" y="182978"/>
                </a:lnTo>
                <a:lnTo>
                  <a:pt x="235187" y="182284"/>
                </a:lnTo>
                <a:lnTo>
                  <a:pt x="237762" y="181739"/>
                </a:lnTo>
                <a:lnTo>
                  <a:pt x="240468" y="181346"/>
                </a:lnTo>
                <a:lnTo>
                  <a:pt x="243303" y="181107"/>
                </a:lnTo>
                <a:lnTo>
                  <a:pt x="246269" y="181027"/>
                </a:lnTo>
                <a:lnTo>
                  <a:pt x="246296" y="181026"/>
                </a:lnTo>
                <a:lnTo>
                  <a:pt x="246323" y="181024"/>
                </a:lnTo>
                <a:lnTo>
                  <a:pt x="246350" y="181023"/>
                </a:lnTo>
                <a:lnTo>
                  <a:pt x="246377" y="181021"/>
                </a:lnTo>
                <a:lnTo>
                  <a:pt x="246403" y="181020"/>
                </a:lnTo>
                <a:lnTo>
                  <a:pt x="246430" y="181019"/>
                </a:lnTo>
                <a:lnTo>
                  <a:pt x="246456" y="181017"/>
                </a:lnTo>
                <a:lnTo>
                  <a:pt x="246483" y="181016"/>
                </a:lnTo>
                <a:lnTo>
                  <a:pt x="246509" y="181014"/>
                </a:lnTo>
                <a:lnTo>
                  <a:pt x="246536" y="181013"/>
                </a:lnTo>
                <a:lnTo>
                  <a:pt x="246562" y="181012"/>
                </a:lnTo>
                <a:lnTo>
                  <a:pt x="246588" y="181010"/>
                </a:lnTo>
                <a:lnTo>
                  <a:pt x="246615" y="181009"/>
                </a:lnTo>
                <a:lnTo>
                  <a:pt x="246641" y="181007"/>
                </a:lnTo>
                <a:lnTo>
                  <a:pt x="246667" y="181006"/>
                </a:lnTo>
                <a:lnTo>
                  <a:pt x="246694" y="181004"/>
                </a:lnTo>
                <a:lnTo>
                  <a:pt x="246720" y="181003"/>
                </a:lnTo>
                <a:lnTo>
                  <a:pt x="246747" y="181002"/>
                </a:lnTo>
                <a:lnTo>
                  <a:pt x="246773" y="181000"/>
                </a:lnTo>
                <a:lnTo>
                  <a:pt x="246800" y="180999"/>
                </a:lnTo>
                <a:lnTo>
                  <a:pt x="246826" y="180997"/>
                </a:lnTo>
                <a:lnTo>
                  <a:pt x="246853" y="180996"/>
                </a:lnTo>
                <a:lnTo>
                  <a:pt x="246880" y="180995"/>
                </a:lnTo>
                <a:lnTo>
                  <a:pt x="246907" y="180993"/>
                </a:lnTo>
                <a:lnTo>
                  <a:pt x="249090" y="180993"/>
                </a:lnTo>
                <a:lnTo>
                  <a:pt x="251239" y="181137"/>
                </a:lnTo>
                <a:lnTo>
                  <a:pt x="253348" y="181421"/>
                </a:lnTo>
                <a:lnTo>
                  <a:pt x="255413" y="181840"/>
                </a:lnTo>
                <a:lnTo>
                  <a:pt x="257429" y="182389"/>
                </a:lnTo>
                <a:lnTo>
                  <a:pt x="259391" y="183065"/>
                </a:lnTo>
                <a:lnTo>
                  <a:pt x="261294" y="183862"/>
                </a:lnTo>
                <a:lnTo>
                  <a:pt x="263133" y="184776"/>
                </a:lnTo>
                <a:lnTo>
                  <a:pt x="264903" y="185802"/>
                </a:lnTo>
                <a:lnTo>
                  <a:pt x="266599" y="186936"/>
                </a:lnTo>
                <a:lnTo>
                  <a:pt x="268217" y="188173"/>
                </a:lnTo>
                <a:lnTo>
                  <a:pt x="269751" y="189509"/>
                </a:lnTo>
                <a:lnTo>
                  <a:pt x="271196" y="190940"/>
                </a:lnTo>
                <a:lnTo>
                  <a:pt x="272549" y="192460"/>
                </a:lnTo>
                <a:lnTo>
                  <a:pt x="273803" y="194065"/>
                </a:lnTo>
                <a:lnTo>
                  <a:pt x="274953" y="195751"/>
                </a:lnTo>
                <a:lnTo>
                  <a:pt x="275996" y="197512"/>
                </a:lnTo>
                <a:lnTo>
                  <a:pt x="276926" y="199346"/>
                </a:lnTo>
                <a:lnTo>
                  <a:pt x="277737" y="201246"/>
                </a:lnTo>
                <a:lnTo>
                  <a:pt x="278426" y="203209"/>
                </a:lnTo>
                <a:lnTo>
                  <a:pt x="278987" y="205229"/>
                </a:lnTo>
                <a:lnTo>
                  <a:pt x="279416" y="207303"/>
                </a:lnTo>
                <a:lnTo>
                  <a:pt x="279707" y="209426"/>
                </a:lnTo>
                <a:lnTo>
                  <a:pt x="279855" y="211593"/>
                </a:lnTo>
                <a:lnTo>
                  <a:pt x="279881" y="215038"/>
                </a:lnTo>
                <a:lnTo>
                  <a:pt x="279762" y="218324"/>
                </a:lnTo>
                <a:close/>
              </a:path>
            </a:pathLst>
          </a:custGeom>
          <a:solidFill xmlns:a="http://schemas.openxmlformats.org/drawingml/2006/main">
            <a:srgbClr val="DCA9A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9ACD9-82DB-42BD-8F89-EC12E52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882" y="2062399"/>
            <a:ext cx="117492" cy="162455"/>
          </a:xfrm>
          <a:custGeom xmlns:a="http://schemas.openxmlformats.org/drawingml/2006/main">
            <a:pathLst>
              <a:path w="117492" h="162455">
                <a:moveTo>
                  <a:pt x="41783" y="113775"/>
                </a:moveTo>
                <a:cubicBezTo>
                  <a:pt x="42807" y="88303"/>
                  <a:pt x="36659" y="66227"/>
                  <a:pt x="12751" y="52189"/>
                </a:cubicBezTo>
                <a:cubicBezTo>
                  <a:pt x="6603" y="48567"/>
                  <a:pt x="0" y="44265"/>
                  <a:pt x="455" y="36340"/>
                </a:cubicBezTo>
                <a:cubicBezTo>
                  <a:pt x="1252" y="23208"/>
                  <a:pt x="14231" y="10868"/>
                  <a:pt x="21631" y="13698"/>
                </a:cubicBezTo>
                <a:cubicBezTo>
                  <a:pt x="49524" y="24114"/>
                  <a:pt x="81971" y="0"/>
                  <a:pt x="106107" y="25019"/>
                </a:cubicBezTo>
                <a:cubicBezTo>
                  <a:pt x="117492" y="36340"/>
                  <a:pt x="109409" y="48567"/>
                  <a:pt x="99162" y="58189"/>
                </a:cubicBezTo>
                <a:cubicBezTo>
                  <a:pt x="80263" y="76076"/>
                  <a:pt x="70131" y="97926"/>
                  <a:pt x="77987" y="123285"/>
                </a:cubicBezTo>
                <a:cubicBezTo>
                  <a:pt x="83907" y="142190"/>
                  <a:pt x="79239" y="157247"/>
                  <a:pt x="61820" y="159738"/>
                </a:cubicBezTo>
                <a:cubicBezTo>
                  <a:pt x="40075" y="162455"/>
                  <a:pt x="40075" y="142983"/>
                  <a:pt x="40872" y="126794"/>
                </a:cubicBezTo>
                <a:cubicBezTo>
                  <a:pt x="41099" y="122266"/>
                  <a:pt x="41441" y="118077"/>
                  <a:pt x="41783" y="113775"/>
                </a:cubicBezTo>
              </a:path>
            </a:pathLst>
          </a:custGeom>
          <a:solidFill xmlns:a="http://schemas.openxmlformats.org/drawingml/2006/main">
            <a:srgbClr val="FBF6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9D163-0961-4E06-A449-CC9D2F12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7830" y="2067041"/>
            <a:ext cx="125234" cy="165738"/>
          </a:xfrm>
          <a:custGeom xmlns:a="http://schemas.openxmlformats.org/drawingml/2006/main">
            <a:pathLst>
              <a:path w="125234" h="165738">
                <a:moveTo>
                  <a:pt x="57494" y="165738"/>
                </a:moveTo>
                <a:cubicBezTo>
                  <a:pt x="43946" y="150681"/>
                  <a:pt x="30398" y="139813"/>
                  <a:pt x="38595" y="116832"/>
                </a:cubicBezTo>
                <a:cubicBezTo>
                  <a:pt x="46496" y="94518"/>
                  <a:pt x="38936" y="69691"/>
                  <a:pt x="19924" y="55472"/>
                </a:cubicBezTo>
                <a:cubicBezTo>
                  <a:pt x="9905" y="46982"/>
                  <a:pt x="0" y="37246"/>
                  <a:pt x="10246" y="22981"/>
                </a:cubicBezTo>
                <a:cubicBezTo>
                  <a:pt x="18102" y="12227"/>
                  <a:pt x="27324" y="3849"/>
                  <a:pt x="42807" y="9736"/>
                </a:cubicBezTo>
                <a:cubicBezTo>
                  <a:pt x="49490" y="12215"/>
                  <a:pt x="56628" y="13257"/>
                  <a:pt x="63755" y="12793"/>
                </a:cubicBezTo>
                <a:cubicBezTo>
                  <a:pt x="81402" y="11774"/>
                  <a:pt x="102009" y="0"/>
                  <a:pt x="113052" y="22868"/>
                </a:cubicBezTo>
                <a:cubicBezTo>
                  <a:pt x="125234" y="47774"/>
                  <a:pt x="95064" y="46416"/>
                  <a:pt x="87094" y="59435"/>
                </a:cubicBezTo>
                <a:cubicBezTo>
                  <a:pt x="76950" y="75103"/>
                  <a:pt x="72670" y="93816"/>
                  <a:pt x="75026" y="112303"/>
                </a:cubicBezTo>
                <a:cubicBezTo>
                  <a:pt x="79592" y="131968"/>
                  <a:pt x="72841" y="152538"/>
                  <a:pt x="57494" y="165738"/>
                </a:cubicBezTo>
              </a:path>
            </a:pathLst>
          </a:custGeom>
          <a:solidFill xmlns:a="http://schemas.openxmlformats.org/drawingml/2006/main">
            <a:srgbClr val="F8F3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4C8DA-9DF0-448E-8DBF-3B9B2077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7774" y="2222701"/>
            <a:ext cx="139556" cy="82416"/>
          </a:xfrm>
          <a:custGeom xmlns:a="http://schemas.openxmlformats.org/drawingml/2006/main">
            <a:pathLst>
              <a:path w="139556" h="82416">
                <a:moveTo>
                  <a:pt x="68651" y="73020"/>
                </a:moveTo>
                <a:cubicBezTo>
                  <a:pt x="60158" y="73586"/>
                  <a:pt x="51642" y="73586"/>
                  <a:pt x="43149" y="73020"/>
                </a:cubicBezTo>
                <a:cubicBezTo>
                  <a:pt x="27210" y="70642"/>
                  <a:pt x="0" y="82416"/>
                  <a:pt x="3985" y="50378"/>
                </a:cubicBezTo>
                <a:cubicBezTo>
                  <a:pt x="7059" y="26151"/>
                  <a:pt x="18330" y="0"/>
                  <a:pt x="49524" y="5094"/>
                </a:cubicBezTo>
                <a:cubicBezTo>
                  <a:pt x="68765" y="8604"/>
                  <a:pt x="86525" y="113"/>
                  <a:pt x="103830" y="5094"/>
                </a:cubicBezTo>
                <a:cubicBezTo>
                  <a:pt x="125359" y="11457"/>
                  <a:pt x="139556" y="31834"/>
                  <a:pt x="137985" y="54114"/>
                </a:cubicBezTo>
                <a:cubicBezTo>
                  <a:pt x="137985" y="82077"/>
                  <a:pt x="113735" y="69963"/>
                  <a:pt x="99049" y="72227"/>
                </a:cubicBezTo>
                <a:cubicBezTo>
                  <a:pt x="88950" y="73246"/>
                  <a:pt x="78795" y="73518"/>
                  <a:pt x="68651" y="73020"/>
                </a:cubicBezTo>
              </a:path>
            </a:pathLst>
          </a:custGeom>
          <a:solidFill xmlns:a="http://schemas.openxmlformats.org/drawingml/2006/main">
            <a:srgbClr val="FAF5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E8490-F6BB-4258-8B68-9D3FFDE5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84" y="2219974"/>
            <a:ext cx="136129" cy="82427"/>
          </a:xfrm>
          <a:custGeom xmlns:a="http://schemas.openxmlformats.org/drawingml/2006/main">
            <a:pathLst>
              <a:path w="136129" h="82427">
                <a:moveTo>
                  <a:pt x="62924" y="75861"/>
                </a:moveTo>
                <a:cubicBezTo>
                  <a:pt x="55832" y="76314"/>
                  <a:pt x="48727" y="76314"/>
                  <a:pt x="41635" y="75861"/>
                </a:cubicBezTo>
                <a:cubicBezTo>
                  <a:pt x="28656" y="74276"/>
                  <a:pt x="10781" y="82427"/>
                  <a:pt x="5431" y="63295"/>
                </a:cubicBezTo>
                <a:cubicBezTo>
                  <a:pt x="0" y="46087"/>
                  <a:pt x="7036" y="27419"/>
                  <a:pt x="22508" y="18012"/>
                </a:cubicBezTo>
                <a:cubicBezTo>
                  <a:pt x="50390" y="611"/>
                  <a:pt x="85683" y="0"/>
                  <a:pt x="114156" y="16427"/>
                </a:cubicBezTo>
                <a:cubicBezTo>
                  <a:pt x="129184" y="23412"/>
                  <a:pt x="136129" y="40834"/>
                  <a:pt x="129981" y="56163"/>
                </a:cubicBezTo>
                <a:cubicBezTo>
                  <a:pt x="124403" y="73371"/>
                  <a:pt x="112562" y="76427"/>
                  <a:pt x="97079" y="75635"/>
                </a:cubicBezTo>
                <a:cubicBezTo>
                  <a:pt x="85694" y="75522"/>
                  <a:pt x="74309" y="75861"/>
                  <a:pt x="62924" y="75861"/>
                </a:cubicBezTo>
              </a:path>
            </a:pathLst>
          </a:custGeom>
          <a:solidFill xmlns:a="http://schemas.openxmlformats.org/drawingml/2006/main">
            <a:srgbClr val="F9F5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5A5951-43EB-4087-A654-E182B9F1A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455" y="2212512"/>
            <a:ext cx="131723" cy="85133"/>
          </a:xfrm>
          <a:custGeom xmlns:a="http://schemas.openxmlformats.org/drawingml/2006/main">
            <a:pathLst>
              <a:path w="131723" h="85133">
                <a:moveTo>
                  <a:pt x="66715" y="83095"/>
                </a:moveTo>
                <a:cubicBezTo>
                  <a:pt x="8311" y="83095"/>
                  <a:pt x="0" y="77095"/>
                  <a:pt x="6945" y="40302"/>
                </a:cubicBezTo>
                <a:cubicBezTo>
                  <a:pt x="7332" y="34631"/>
                  <a:pt x="9301" y="29185"/>
                  <a:pt x="12637" y="24566"/>
                </a:cubicBezTo>
                <a:cubicBezTo>
                  <a:pt x="37001" y="0"/>
                  <a:pt x="66602" y="28189"/>
                  <a:pt x="94722" y="17208"/>
                </a:cubicBezTo>
                <a:cubicBezTo>
                  <a:pt x="107701" y="12113"/>
                  <a:pt x="123298" y="33623"/>
                  <a:pt x="127283" y="51170"/>
                </a:cubicBezTo>
                <a:cubicBezTo>
                  <a:pt x="131723" y="71208"/>
                  <a:pt x="126145" y="85133"/>
                  <a:pt x="101212" y="82982"/>
                </a:cubicBezTo>
                <a:cubicBezTo>
                  <a:pt x="89827" y="82303"/>
                  <a:pt x="78214" y="82982"/>
                  <a:pt x="66715" y="83095"/>
                </a:cubicBezTo>
              </a:path>
            </a:pathLst>
          </a:custGeom>
          <a:solidFill xmlns:a="http://schemas.openxmlformats.org/drawingml/2006/main">
            <a:srgbClr val="F9F6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ADDAA3-C2F6-4D5B-BE27-3900090B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053" y="2131683"/>
            <a:ext cx="75812" cy="74888"/>
          </a:xfrm>
          <a:custGeom xmlns:a="http://schemas.openxmlformats.org/drawingml/2006/main">
            <a:pathLst>
              <a:path w="75812" h="74888">
                <a:moveTo>
                  <a:pt x="39847" y="0"/>
                </a:moveTo>
                <a:cubicBezTo>
                  <a:pt x="61023" y="2491"/>
                  <a:pt x="75026" y="14038"/>
                  <a:pt x="74685" y="35434"/>
                </a:cubicBezTo>
                <a:cubicBezTo>
                  <a:pt x="75812" y="56038"/>
                  <a:pt x="59941" y="73654"/>
                  <a:pt x="39221" y="74775"/>
                </a:cubicBezTo>
                <a:cubicBezTo>
                  <a:pt x="38674" y="74808"/>
                  <a:pt x="38117" y="74820"/>
                  <a:pt x="37570" y="74831"/>
                </a:cubicBezTo>
                <a:cubicBezTo>
                  <a:pt x="17134" y="74888"/>
                  <a:pt x="524" y="58450"/>
                  <a:pt x="478" y="38129"/>
                </a:cubicBezTo>
                <a:cubicBezTo>
                  <a:pt x="478" y="37234"/>
                  <a:pt x="501" y="36329"/>
                  <a:pt x="569" y="35434"/>
                </a:cubicBezTo>
                <a:cubicBezTo>
                  <a:pt x="0" y="12000"/>
                  <a:pt x="16280" y="1472"/>
                  <a:pt x="39847" y="0"/>
                </a:cubicBezTo>
              </a:path>
            </a:pathLst>
          </a:custGeom>
          <a:solidFill xmlns:a="http://schemas.openxmlformats.org/drawingml/2006/main">
            <a:srgbClr val="F8F0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A3047-B696-4631-A784-EC887DC5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219" y="2131230"/>
            <a:ext cx="75357" cy="75816"/>
          </a:xfrm>
          <a:custGeom xmlns:a="http://schemas.openxmlformats.org/drawingml/2006/main">
            <a:pathLst>
              <a:path w="75357" h="75816">
                <a:moveTo>
                  <a:pt x="75357" y="35887"/>
                </a:moveTo>
                <a:cubicBezTo>
                  <a:pt x="71713" y="57737"/>
                  <a:pt x="59645" y="75058"/>
                  <a:pt x="37673" y="75171"/>
                </a:cubicBezTo>
                <a:cubicBezTo>
                  <a:pt x="18068" y="75816"/>
                  <a:pt x="1639" y="60544"/>
                  <a:pt x="990" y="41038"/>
                </a:cubicBezTo>
                <a:cubicBezTo>
                  <a:pt x="945" y="39544"/>
                  <a:pt x="990" y="38050"/>
                  <a:pt x="1127" y="36566"/>
                </a:cubicBezTo>
                <a:cubicBezTo>
                  <a:pt x="0" y="17842"/>
                  <a:pt x="14345" y="1755"/>
                  <a:pt x="33176" y="623"/>
                </a:cubicBezTo>
                <a:cubicBezTo>
                  <a:pt x="33870" y="589"/>
                  <a:pt x="34576" y="566"/>
                  <a:pt x="35282" y="566"/>
                </a:cubicBezTo>
                <a:cubicBezTo>
                  <a:pt x="59645" y="0"/>
                  <a:pt x="71486" y="13245"/>
                  <a:pt x="75357" y="35887"/>
                </a:cubicBezTo>
              </a:path>
            </a:pathLst>
          </a:custGeom>
          <a:solidFill xmlns:a="http://schemas.openxmlformats.org/drawingml/2006/main">
            <a:srgbClr val="F9F0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9AD54-3860-4E99-8F25-BA05EBD1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168" y="1977945"/>
            <a:ext cx="71269" cy="75963"/>
          </a:xfrm>
          <a:custGeom xmlns:a="http://schemas.openxmlformats.org/drawingml/2006/main">
            <a:pathLst>
              <a:path w="71269" h="75963">
                <a:moveTo>
                  <a:pt x="35407" y="75963"/>
                </a:moveTo>
                <a:cubicBezTo>
                  <a:pt x="12637" y="72114"/>
                  <a:pt x="0" y="58982"/>
                  <a:pt x="1252" y="35321"/>
                </a:cubicBezTo>
                <a:cubicBezTo>
                  <a:pt x="2505" y="14038"/>
                  <a:pt x="14573" y="0"/>
                  <a:pt x="36090" y="566"/>
                </a:cubicBezTo>
                <a:cubicBezTo>
                  <a:pt x="60112" y="1245"/>
                  <a:pt x="71269" y="17208"/>
                  <a:pt x="70245" y="40302"/>
                </a:cubicBezTo>
                <a:cubicBezTo>
                  <a:pt x="70564" y="59684"/>
                  <a:pt x="55023" y="75646"/>
                  <a:pt x="35532" y="75963"/>
                </a:cubicBezTo>
                <a:cubicBezTo>
                  <a:pt x="35487" y="75963"/>
                  <a:pt x="35453" y="75963"/>
                  <a:pt x="35407" y="75963"/>
                </a:cubicBezTo>
              </a:path>
            </a:pathLst>
          </a:custGeom>
          <a:solidFill xmlns:a="http://schemas.openxmlformats.org/drawingml/2006/main">
            <a:srgbClr val="F9F3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174C87-ABA5-46EE-961F-90154803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303" y="1977943"/>
            <a:ext cx="69562" cy="75295"/>
          </a:xfrm>
          <a:custGeom xmlns:a="http://schemas.openxmlformats.org/drawingml/2006/main">
            <a:pathLst>
              <a:path w="69562" h="75295">
                <a:moveTo>
                  <a:pt x="33130" y="0"/>
                </a:moveTo>
                <a:cubicBezTo>
                  <a:pt x="57380" y="3509"/>
                  <a:pt x="68879" y="16189"/>
                  <a:pt x="69220" y="37699"/>
                </a:cubicBezTo>
                <a:cubicBezTo>
                  <a:pt x="69562" y="59208"/>
                  <a:pt x="58974" y="75171"/>
                  <a:pt x="37001" y="74831"/>
                </a:cubicBezTo>
                <a:cubicBezTo>
                  <a:pt x="17134" y="75295"/>
                  <a:pt x="660" y="59661"/>
                  <a:pt x="194" y="39906"/>
                </a:cubicBezTo>
                <a:cubicBezTo>
                  <a:pt x="159" y="38491"/>
                  <a:pt x="205" y="37076"/>
                  <a:pt x="342" y="35661"/>
                </a:cubicBezTo>
                <a:cubicBezTo>
                  <a:pt x="0" y="13359"/>
                  <a:pt x="15028" y="3509"/>
                  <a:pt x="33130" y="0"/>
                </a:cubicBezTo>
              </a:path>
            </a:pathLst>
          </a:custGeom>
          <a:solidFill xmlns:a="http://schemas.openxmlformats.org/drawingml/2006/main">
            <a:srgbClr val="FAF2F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EF5F3A-BEE9-4215-9D51-FFBA687F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3726" y="2131762"/>
            <a:ext cx="70040" cy="75884"/>
          </a:xfrm>
          <a:custGeom xmlns:a="http://schemas.openxmlformats.org/drawingml/2006/main">
            <a:pathLst>
              <a:path w="70040" h="75884">
                <a:moveTo>
                  <a:pt x="69243" y="31959"/>
                </a:moveTo>
                <a:cubicBezTo>
                  <a:pt x="70040" y="60148"/>
                  <a:pt x="56606" y="73054"/>
                  <a:pt x="35999" y="73846"/>
                </a:cubicBezTo>
                <a:cubicBezTo>
                  <a:pt x="18318" y="75884"/>
                  <a:pt x="2334" y="63295"/>
                  <a:pt x="285" y="45714"/>
                </a:cubicBezTo>
                <a:cubicBezTo>
                  <a:pt x="57" y="43778"/>
                  <a:pt x="0" y="41831"/>
                  <a:pt x="137" y="39884"/>
                </a:cubicBezTo>
                <a:cubicBezTo>
                  <a:pt x="137" y="16449"/>
                  <a:pt x="11522" y="826"/>
                  <a:pt x="35657" y="940"/>
                </a:cubicBezTo>
                <a:cubicBezTo>
                  <a:pt x="53236" y="0"/>
                  <a:pt x="68252" y="13404"/>
                  <a:pt x="69197" y="30883"/>
                </a:cubicBezTo>
                <a:cubicBezTo>
                  <a:pt x="69220" y="31246"/>
                  <a:pt x="69232" y="31597"/>
                  <a:pt x="69243" y="31959"/>
                </a:cubicBezTo>
              </a:path>
            </a:pathLst>
          </a:custGeom>
          <a:solidFill xmlns:a="http://schemas.openxmlformats.org/drawingml/2006/main">
            <a:srgbClr val="FAF5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98229-2903-4D16-B196-DDC34124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909" y="2415676"/>
            <a:ext cx="1185658" cy="844807"/>
          </a:xfrm>
          <a:custGeom xmlns:a="http://schemas.openxmlformats.org/drawingml/2006/main">
            <a:pathLst>
              <a:path w="1185658" h="844807" fill="none">
                <a:moveTo>
                  <a:pt x="0" y="0"/>
                </a:moveTo>
                <a:lnTo>
                  <a:pt x="1185658" y="0"/>
                </a:lnTo>
                <a:lnTo>
                  <a:pt x="1185658" y="844807"/>
                </a:lnTo>
                <a:lnTo>
                  <a:pt x="0" y="8448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069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71" name="Text Model">
            <a:extLst xmlns:a="http://schemas.openxmlformats.org/drawingml/2006/main">
              <a:ext uri="{FF2B5EF4-FFF2-40B4-BE49-F238E27FC236}">
                <a16:creationId xmlns:a16="http://schemas.microsoft.com/office/drawing/2014/main" id="{76C7173F-E64D-49A8-8DDF-DB102011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694" y="2462031"/>
            <a:ext cx="491504" cy="139965"/>
          </a:xfrm>
          <a:custGeom xmlns:a="http://schemas.openxmlformats.org/drawingml/2006/main">
            <a:pathLst>
              <a:path w="491504" h="139965">
                <a:moveTo>
                  <a:pt x="0" y="137711"/>
                </a:moveTo>
                <a:lnTo>
                  <a:pt x="0" y="0"/>
                </a:lnTo>
                <a:lnTo>
                  <a:pt x="27429" y="0"/>
                </a:lnTo>
                <a:lnTo>
                  <a:pt x="60025" y="97506"/>
                </a:lnTo>
                <a:cubicBezTo>
                  <a:pt x="63031" y="106587"/>
                  <a:pt x="65223" y="113381"/>
                  <a:pt x="66601" y="117890"/>
                </a:cubicBezTo>
                <a:cubicBezTo>
                  <a:pt x="68167" y="112880"/>
                  <a:pt x="70609" y="105522"/>
                  <a:pt x="73928" y="95815"/>
                </a:cubicBezTo>
                <a:lnTo>
                  <a:pt x="106900" y="0"/>
                </a:lnTo>
                <a:lnTo>
                  <a:pt x="131417" y="0"/>
                </a:lnTo>
                <a:lnTo>
                  <a:pt x="131417" y="137711"/>
                </a:lnTo>
                <a:lnTo>
                  <a:pt x="113851" y="137711"/>
                </a:lnTo>
                <a:lnTo>
                  <a:pt x="113851" y="22451"/>
                </a:lnTo>
                <a:lnTo>
                  <a:pt x="73834" y="137711"/>
                </a:lnTo>
                <a:lnTo>
                  <a:pt x="57395" y="137711"/>
                </a:lnTo>
                <a:lnTo>
                  <a:pt x="17566" y="20478"/>
                </a:lnTo>
                <a:lnTo>
                  <a:pt x="17566" y="137711"/>
                </a:lnTo>
                <a:lnTo>
                  <a:pt x="0" y="137711"/>
                </a:lnTo>
                <a:close/>
                <a:moveTo>
                  <a:pt x="148939" y="87831"/>
                </a:moveTo>
                <a:cubicBezTo>
                  <a:pt x="148939" y="69356"/>
                  <a:pt x="154074" y="55673"/>
                  <a:pt x="164345" y="46780"/>
                </a:cubicBezTo>
                <a:cubicBezTo>
                  <a:pt x="172924" y="39391"/>
                  <a:pt x="183382" y="35696"/>
                  <a:pt x="195719" y="35696"/>
                </a:cubicBezTo>
                <a:cubicBezTo>
                  <a:pt x="209434" y="35696"/>
                  <a:pt x="220644" y="40189"/>
                  <a:pt x="229349" y="49176"/>
                </a:cubicBezTo>
                <a:cubicBezTo>
                  <a:pt x="238053" y="58162"/>
                  <a:pt x="242406" y="70578"/>
                  <a:pt x="242406" y="86422"/>
                </a:cubicBezTo>
                <a:cubicBezTo>
                  <a:pt x="242406" y="99260"/>
                  <a:pt x="240480" y="109358"/>
                  <a:pt x="236629" y="116716"/>
                </a:cubicBezTo>
                <a:cubicBezTo>
                  <a:pt x="232777" y="124074"/>
                  <a:pt x="227172" y="129789"/>
                  <a:pt x="219814" y="133859"/>
                </a:cubicBezTo>
                <a:cubicBezTo>
                  <a:pt x="212456" y="137930"/>
                  <a:pt x="204424" y="139965"/>
                  <a:pt x="195719" y="139965"/>
                </a:cubicBezTo>
                <a:cubicBezTo>
                  <a:pt x="181754" y="139965"/>
                  <a:pt x="170466" y="135488"/>
                  <a:pt x="161855" y="126532"/>
                </a:cubicBezTo>
                <a:cubicBezTo>
                  <a:pt x="153244" y="117577"/>
                  <a:pt x="148939" y="104677"/>
                  <a:pt x="148939" y="87831"/>
                </a:cubicBezTo>
                <a:moveTo>
                  <a:pt x="166317" y="87784"/>
                </a:moveTo>
                <a:cubicBezTo>
                  <a:pt x="166317" y="100512"/>
                  <a:pt x="169104" y="110043"/>
                  <a:pt x="174678" y="116376"/>
                </a:cubicBezTo>
                <a:cubicBezTo>
                  <a:pt x="180251" y="122708"/>
                  <a:pt x="187265" y="125875"/>
                  <a:pt x="195719" y="125875"/>
                </a:cubicBezTo>
                <a:cubicBezTo>
                  <a:pt x="204111" y="125875"/>
                  <a:pt x="211094" y="122693"/>
                  <a:pt x="216667" y="116329"/>
                </a:cubicBezTo>
                <a:cubicBezTo>
                  <a:pt x="222241" y="109964"/>
                  <a:pt x="225027" y="100262"/>
                  <a:pt x="225027" y="87223"/>
                </a:cubicBezTo>
                <a:cubicBezTo>
                  <a:pt x="225027" y="74931"/>
                  <a:pt x="222225" y="65619"/>
                  <a:pt x="216620" y="59286"/>
                </a:cubicBezTo>
                <a:cubicBezTo>
                  <a:pt x="211015" y="52953"/>
                  <a:pt x="204048" y="49786"/>
                  <a:pt x="195719" y="49786"/>
                </a:cubicBezTo>
                <a:cubicBezTo>
                  <a:pt x="187265" y="49786"/>
                  <a:pt x="180251" y="52937"/>
                  <a:pt x="174678" y="59239"/>
                </a:cubicBezTo>
                <a:cubicBezTo>
                  <a:pt x="169104" y="65540"/>
                  <a:pt x="166317" y="75055"/>
                  <a:pt x="166317" y="87784"/>
                </a:cubicBezTo>
                <a:close/>
                <a:moveTo>
                  <a:pt x="326535" y="137711"/>
                </a:moveTo>
                <a:lnTo>
                  <a:pt x="326535" y="125123"/>
                </a:lnTo>
                <a:cubicBezTo>
                  <a:pt x="320209" y="135018"/>
                  <a:pt x="310910" y="139965"/>
                  <a:pt x="298635" y="139965"/>
                </a:cubicBezTo>
                <a:cubicBezTo>
                  <a:pt x="290682" y="139965"/>
                  <a:pt x="283371" y="137773"/>
                  <a:pt x="276701" y="133390"/>
                </a:cubicBezTo>
                <a:cubicBezTo>
                  <a:pt x="270032" y="129006"/>
                  <a:pt x="264865" y="122885"/>
                  <a:pt x="261202" y="115025"/>
                </a:cubicBezTo>
                <a:cubicBezTo>
                  <a:pt x="257538" y="107166"/>
                  <a:pt x="255706" y="98132"/>
                  <a:pt x="255706" y="87925"/>
                </a:cubicBezTo>
                <a:cubicBezTo>
                  <a:pt x="255706" y="77967"/>
                  <a:pt x="257366" y="68934"/>
                  <a:pt x="260685" y="60824"/>
                </a:cubicBezTo>
                <a:cubicBezTo>
                  <a:pt x="264004" y="52714"/>
                  <a:pt x="268983" y="46499"/>
                  <a:pt x="275621" y="42177"/>
                </a:cubicBezTo>
                <a:cubicBezTo>
                  <a:pt x="282259" y="37856"/>
                  <a:pt x="289680" y="35696"/>
                  <a:pt x="297884" y="35696"/>
                </a:cubicBezTo>
                <a:cubicBezTo>
                  <a:pt x="303896" y="35696"/>
                  <a:pt x="309250" y="36964"/>
                  <a:pt x="313947" y="39500"/>
                </a:cubicBezTo>
                <a:cubicBezTo>
                  <a:pt x="318644" y="42037"/>
                  <a:pt x="322464" y="45340"/>
                  <a:pt x="325407" y="49411"/>
                </a:cubicBezTo>
                <a:lnTo>
                  <a:pt x="325407" y="0"/>
                </a:lnTo>
                <a:lnTo>
                  <a:pt x="342222" y="0"/>
                </a:lnTo>
                <a:lnTo>
                  <a:pt x="342222" y="137711"/>
                </a:lnTo>
                <a:lnTo>
                  <a:pt x="326535" y="137711"/>
                </a:lnTo>
                <a:moveTo>
                  <a:pt x="273085" y="87878"/>
                </a:moveTo>
                <a:cubicBezTo>
                  <a:pt x="273085" y="100606"/>
                  <a:pt x="275778" y="110121"/>
                  <a:pt x="281163" y="116422"/>
                </a:cubicBezTo>
                <a:cubicBezTo>
                  <a:pt x="286549" y="122724"/>
                  <a:pt x="292905" y="125875"/>
                  <a:pt x="300232" y="125875"/>
                </a:cubicBezTo>
                <a:cubicBezTo>
                  <a:pt x="307622" y="125875"/>
                  <a:pt x="313900" y="122865"/>
                  <a:pt x="319067" y="116845"/>
                </a:cubicBezTo>
                <a:cubicBezTo>
                  <a:pt x="324233" y="110823"/>
                  <a:pt x="326816" y="101635"/>
                  <a:pt x="326816" y="89281"/>
                </a:cubicBezTo>
                <a:cubicBezTo>
                  <a:pt x="326816" y="75680"/>
                  <a:pt x="324186" y="65697"/>
                  <a:pt x="318926" y="59333"/>
                </a:cubicBezTo>
                <a:cubicBezTo>
                  <a:pt x="313665" y="52968"/>
                  <a:pt x="307184" y="49786"/>
                  <a:pt x="299481" y="49786"/>
                </a:cubicBezTo>
                <a:cubicBezTo>
                  <a:pt x="291966" y="49786"/>
                  <a:pt x="285688" y="52844"/>
                  <a:pt x="280647" y="58960"/>
                </a:cubicBezTo>
                <a:cubicBezTo>
                  <a:pt x="275605" y="65073"/>
                  <a:pt x="273085" y="74713"/>
                  <a:pt x="273085" y="87878"/>
                </a:cubicBezTo>
                <a:close/>
                <a:moveTo>
                  <a:pt x="436683" y="105585"/>
                </a:moveTo>
                <a:lnTo>
                  <a:pt x="454156" y="107745"/>
                </a:lnTo>
                <a:cubicBezTo>
                  <a:pt x="451400" y="117953"/>
                  <a:pt x="446296" y="125875"/>
                  <a:pt x="438844" y="131511"/>
                </a:cubicBezTo>
                <a:cubicBezTo>
                  <a:pt x="431392" y="137147"/>
                  <a:pt x="421873" y="139965"/>
                  <a:pt x="410287" y="139965"/>
                </a:cubicBezTo>
                <a:cubicBezTo>
                  <a:pt x="395696" y="139965"/>
                  <a:pt x="384126" y="135472"/>
                  <a:pt x="375578" y="126485"/>
                </a:cubicBezTo>
                <a:cubicBezTo>
                  <a:pt x="367030" y="117499"/>
                  <a:pt x="362755" y="104896"/>
                  <a:pt x="362755" y="88676"/>
                </a:cubicBezTo>
                <a:cubicBezTo>
                  <a:pt x="362755" y="71893"/>
                  <a:pt x="367076" y="58867"/>
                  <a:pt x="375719" y="49598"/>
                </a:cubicBezTo>
                <a:cubicBezTo>
                  <a:pt x="384361" y="40330"/>
                  <a:pt x="395571" y="35696"/>
                  <a:pt x="409348" y="35696"/>
                </a:cubicBezTo>
                <a:cubicBezTo>
                  <a:pt x="422687" y="35696"/>
                  <a:pt x="433584" y="40229"/>
                  <a:pt x="442038" y="49296"/>
                </a:cubicBezTo>
                <a:cubicBezTo>
                  <a:pt x="450492" y="58361"/>
                  <a:pt x="454719" y="71115"/>
                  <a:pt x="454719" y="87558"/>
                </a:cubicBezTo>
                <a:cubicBezTo>
                  <a:pt x="454719" y="88558"/>
                  <a:pt x="454688" y="90058"/>
                  <a:pt x="454625" y="92058"/>
                </a:cubicBezTo>
                <a:lnTo>
                  <a:pt x="380228" y="92058"/>
                </a:lnTo>
                <a:cubicBezTo>
                  <a:pt x="380854" y="102986"/>
                  <a:pt x="383954" y="111354"/>
                  <a:pt x="389527" y="117162"/>
                </a:cubicBezTo>
                <a:cubicBezTo>
                  <a:pt x="395101" y="122971"/>
                  <a:pt x="402052" y="125875"/>
                  <a:pt x="410381" y="125875"/>
                </a:cubicBezTo>
                <a:cubicBezTo>
                  <a:pt x="416581" y="125875"/>
                  <a:pt x="421873" y="124262"/>
                  <a:pt x="426256" y="121037"/>
                </a:cubicBezTo>
                <a:cubicBezTo>
                  <a:pt x="430640" y="117810"/>
                  <a:pt x="434116" y="112659"/>
                  <a:pt x="436683" y="105585"/>
                </a:cubicBezTo>
                <a:moveTo>
                  <a:pt x="381167" y="77967"/>
                </a:moveTo>
                <a:lnTo>
                  <a:pt x="436871" y="77967"/>
                </a:lnTo>
                <a:cubicBezTo>
                  <a:pt x="436120" y="69713"/>
                  <a:pt x="433991" y="63522"/>
                  <a:pt x="430484" y="59394"/>
                </a:cubicBezTo>
                <a:cubicBezTo>
                  <a:pt x="425098" y="52989"/>
                  <a:pt x="418115" y="49786"/>
                  <a:pt x="409536" y="49786"/>
                </a:cubicBezTo>
                <a:cubicBezTo>
                  <a:pt x="401770" y="49786"/>
                  <a:pt x="395242" y="52343"/>
                  <a:pt x="389950" y="57457"/>
                </a:cubicBezTo>
                <a:cubicBezTo>
                  <a:pt x="384658" y="62569"/>
                  <a:pt x="381731" y="69405"/>
                  <a:pt x="381167" y="77967"/>
                </a:cubicBezTo>
                <a:close/>
                <a:moveTo>
                  <a:pt x="474595" y="137711"/>
                </a:moveTo>
                <a:lnTo>
                  <a:pt x="474595" y="0"/>
                </a:lnTo>
                <a:lnTo>
                  <a:pt x="491504" y="0"/>
                </a:lnTo>
                <a:lnTo>
                  <a:pt x="491504" y="137711"/>
                </a:lnTo>
                <a:lnTo>
                  <a:pt x="474595" y="137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Text Extraction">
            <a:extLst xmlns:a="http://schemas.openxmlformats.org/drawingml/2006/main">
              <a:ext uri="{FF2B5EF4-FFF2-40B4-BE49-F238E27FC236}">
                <a16:creationId xmlns:a16="http://schemas.microsoft.com/office/drawing/2014/main" id="{D38A82B2-D63C-4DE4-8451-F8257C8E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262" y="2652296"/>
            <a:ext cx="824914" cy="139965"/>
          </a:xfrm>
          <a:custGeom xmlns:a="http://schemas.openxmlformats.org/drawingml/2006/main">
            <a:pathLst>
              <a:path w="824914" h="139965">
                <a:moveTo>
                  <a:pt x="0" y="137711"/>
                </a:moveTo>
                <a:lnTo>
                  <a:pt x="0" y="0"/>
                </a:lnTo>
                <a:lnTo>
                  <a:pt x="99573" y="0"/>
                </a:lnTo>
                <a:lnTo>
                  <a:pt x="99573" y="16251"/>
                </a:lnTo>
                <a:lnTo>
                  <a:pt x="18224" y="16251"/>
                </a:lnTo>
                <a:lnTo>
                  <a:pt x="18224" y="58428"/>
                </a:lnTo>
                <a:lnTo>
                  <a:pt x="94406" y="58428"/>
                </a:lnTo>
                <a:lnTo>
                  <a:pt x="94406" y="74398"/>
                </a:lnTo>
                <a:lnTo>
                  <a:pt x="18224" y="74398"/>
                </a:lnTo>
                <a:lnTo>
                  <a:pt x="18224" y="121460"/>
                </a:lnTo>
                <a:lnTo>
                  <a:pt x="102766" y="121460"/>
                </a:lnTo>
                <a:lnTo>
                  <a:pt x="102766" y="137711"/>
                </a:lnTo>
                <a:lnTo>
                  <a:pt x="0" y="137711"/>
                </a:lnTo>
                <a:close/>
                <a:moveTo>
                  <a:pt x="113740" y="137711"/>
                </a:moveTo>
                <a:lnTo>
                  <a:pt x="150187" y="85858"/>
                </a:lnTo>
                <a:lnTo>
                  <a:pt x="116464" y="37950"/>
                </a:lnTo>
                <a:lnTo>
                  <a:pt x="137600" y="37950"/>
                </a:lnTo>
                <a:lnTo>
                  <a:pt x="152912" y="61341"/>
                </a:lnTo>
                <a:cubicBezTo>
                  <a:pt x="155792" y="65787"/>
                  <a:pt x="158109" y="69513"/>
                  <a:pt x="159863" y="72519"/>
                </a:cubicBezTo>
                <a:cubicBezTo>
                  <a:pt x="162618" y="68386"/>
                  <a:pt x="165155" y="64722"/>
                  <a:pt x="167472" y="61528"/>
                </a:cubicBezTo>
                <a:lnTo>
                  <a:pt x="184286" y="37950"/>
                </a:lnTo>
                <a:lnTo>
                  <a:pt x="204483" y="37950"/>
                </a:lnTo>
                <a:lnTo>
                  <a:pt x="170008" y="84919"/>
                </a:lnTo>
                <a:lnTo>
                  <a:pt x="207113" y="137711"/>
                </a:lnTo>
                <a:lnTo>
                  <a:pt x="186353" y="137711"/>
                </a:lnTo>
                <a:lnTo>
                  <a:pt x="165875" y="106712"/>
                </a:lnTo>
                <a:lnTo>
                  <a:pt x="160427" y="98351"/>
                </a:lnTo>
                <a:lnTo>
                  <a:pt x="134218" y="137711"/>
                </a:lnTo>
                <a:lnTo>
                  <a:pt x="113740" y="137711"/>
                </a:lnTo>
                <a:close/>
                <a:moveTo>
                  <a:pt x="256043" y="122775"/>
                </a:moveTo>
                <a:lnTo>
                  <a:pt x="258486" y="137711"/>
                </a:lnTo>
                <a:cubicBezTo>
                  <a:pt x="253726" y="138588"/>
                  <a:pt x="249468" y="139026"/>
                  <a:pt x="245710" y="139026"/>
                </a:cubicBezTo>
                <a:cubicBezTo>
                  <a:pt x="239573" y="139026"/>
                  <a:pt x="234814" y="138055"/>
                  <a:pt x="231432" y="136114"/>
                </a:cubicBezTo>
                <a:cubicBezTo>
                  <a:pt x="228050" y="134173"/>
                  <a:pt x="225671" y="131621"/>
                  <a:pt x="224293" y="128458"/>
                </a:cubicBezTo>
                <a:cubicBezTo>
                  <a:pt x="222915" y="125296"/>
                  <a:pt x="222226" y="118642"/>
                  <a:pt x="222226" y="108497"/>
                </a:cubicBezTo>
                <a:lnTo>
                  <a:pt x="222226" y="51101"/>
                </a:lnTo>
                <a:lnTo>
                  <a:pt x="209827" y="51101"/>
                </a:lnTo>
                <a:lnTo>
                  <a:pt x="209827" y="37950"/>
                </a:lnTo>
                <a:lnTo>
                  <a:pt x="222226" y="37950"/>
                </a:lnTo>
                <a:lnTo>
                  <a:pt x="222226" y="13178"/>
                </a:lnTo>
                <a:lnTo>
                  <a:pt x="239041" y="3006"/>
                </a:lnTo>
                <a:lnTo>
                  <a:pt x="239041" y="37950"/>
                </a:lnTo>
                <a:lnTo>
                  <a:pt x="256043" y="37950"/>
                </a:lnTo>
                <a:lnTo>
                  <a:pt x="256043" y="51101"/>
                </a:lnTo>
                <a:lnTo>
                  <a:pt x="239041" y="51101"/>
                </a:lnTo>
                <a:lnTo>
                  <a:pt x="239041" y="109436"/>
                </a:lnTo>
                <a:cubicBezTo>
                  <a:pt x="239041" y="114258"/>
                  <a:pt x="239338" y="117358"/>
                  <a:pt x="239933" y="118736"/>
                </a:cubicBezTo>
                <a:cubicBezTo>
                  <a:pt x="240528" y="120113"/>
                  <a:pt x="241499" y="121209"/>
                  <a:pt x="242845" y="122023"/>
                </a:cubicBezTo>
                <a:cubicBezTo>
                  <a:pt x="244192" y="122838"/>
                  <a:pt x="246117" y="123245"/>
                  <a:pt x="248622" y="123245"/>
                </a:cubicBezTo>
                <a:cubicBezTo>
                  <a:pt x="250501" y="123245"/>
                  <a:pt x="252975" y="123088"/>
                  <a:pt x="256043" y="122775"/>
                </a:cubicBezTo>
                <a:close/>
                <a:moveTo>
                  <a:pt x="273305" y="137711"/>
                </a:moveTo>
                <a:lnTo>
                  <a:pt x="273305" y="37950"/>
                </a:lnTo>
                <a:lnTo>
                  <a:pt x="288523" y="37950"/>
                </a:lnTo>
                <a:lnTo>
                  <a:pt x="288523" y="52980"/>
                </a:lnTo>
                <a:cubicBezTo>
                  <a:pt x="292406" y="45943"/>
                  <a:pt x="295991" y="41303"/>
                  <a:pt x="299279" y="39060"/>
                </a:cubicBezTo>
                <a:cubicBezTo>
                  <a:pt x="302567" y="36817"/>
                  <a:pt x="306183" y="35696"/>
                  <a:pt x="310129" y="35696"/>
                </a:cubicBezTo>
                <a:cubicBezTo>
                  <a:pt x="315827" y="35696"/>
                  <a:pt x="321620" y="37504"/>
                  <a:pt x="327507" y="41121"/>
                </a:cubicBezTo>
                <a:lnTo>
                  <a:pt x="321683" y="56738"/>
                </a:lnTo>
                <a:cubicBezTo>
                  <a:pt x="317550" y="54295"/>
                  <a:pt x="313416" y="53074"/>
                  <a:pt x="309283" y="53074"/>
                </a:cubicBezTo>
                <a:cubicBezTo>
                  <a:pt x="305588" y="53074"/>
                  <a:pt x="302269" y="54188"/>
                  <a:pt x="299326" y="56415"/>
                </a:cubicBezTo>
                <a:cubicBezTo>
                  <a:pt x="296383" y="58640"/>
                  <a:pt x="294285" y="61727"/>
                  <a:pt x="293032" y="65676"/>
                </a:cubicBezTo>
                <a:cubicBezTo>
                  <a:pt x="291153" y="71694"/>
                  <a:pt x="290214" y="78276"/>
                  <a:pt x="290214" y="85423"/>
                </a:cubicBezTo>
                <a:lnTo>
                  <a:pt x="290214" y="137711"/>
                </a:lnTo>
                <a:lnTo>
                  <a:pt x="273305" y="137711"/>
                </a:lnTo>
                <a:close/>
                <a:moveTo>
                  <a:pt x="403405" y="125393"/>
                </a:moveTo>
                <a:cubicBezTo>
                  <a:pt x="397142" y="130720"/>
                  <a:pt x="391115" y="134481"/>
                  <a:pt x="385322" y="136675"/>
                </a:cubicBezTo>
                <a:cubicBezTo>
                  <a:pt x="379529" y="138868"/>
                  <a:pt x="373314" y="139965"/>
                  <a:pt x="366675" y="139965"/>
                </a:cubicBezTo>
                <a:cubicBezTo>
                  <a:pt x="355716" y="139965"/>
                  <a:pt x="347293" y="137286"/>
                  <a:pt x="341407" y="131928"/>
                </a:cubicBezTo>
                <a:cubicBezTo>
                  <a:pt x="335520" y="126570"/>
                  <a:pt x="332576" y="119723"/>
                  <a:pt x="332576" y="111388"/>
                </a:cubicBezTo>
                <a:cubicBezTo>
                  <a:pt x="332576" y="106501"/>
                  <a:pt x="333688" y="102037"/>
                  <a:pt x="335911" y="97996"/>
                </a:cubicBezTo>
                <a:cubicBezTo>
                  <a:pt x="338134" y="93953"/>
                  <a:pt x="341046" y="90709"/>
                  <a:pt x="344647" y="88265"/>
                </a:cubicBezTo>
                <a:cubicBezTo>
                  <a:pt x="348248" y="85821"/>
                  <a:pt x="352303" y="83972"/>
                  <a:pt x="356812" y="82720"/>
                </a:cubicBezTo>
                <a:cubicBezTo>
                  <a:pt x="360131" y="81841"/>
                  <a:pt x="365141" y="80995"/>
                  <a:pt x="371842" y="80181"/>
                </a:cubicBezTo>
                <a:cubicBezTo>
                  <a:pt x="385494" y="78564"/>
                  <a:pt x="395545" y="76636"/>
                  <a:pt x="401996" y="74398"/>
                </a:cubicBezTo>
                <a:cubicBezTo>
                  <a:pt x="402058" y="72090"/>
                  <a:pt x="402089" y="70625"/>
                  <a:pt x="402089" y="70000"/>
                </a:cubicBezTo>
                <a:cubicBezTo>
                  <a:pt x="402089" y="63137"/>
                  <a:pt x="400493" y="58302"/>
                  <a:pt x="397299" y="55496"/>
                </a:cubicBezTo>
                <a:cubicBezTo>
                  <a:pt x="392978" y="51690"/>
                  <a:pt x="386559" y="49786"/>
                  <a:pt x="378042" y="49786"/>
                </a:cubicBezTo>
                <a:cubicBezTo>
                  <a:pt x="370088" y="49786"/>
                  <a:pt x="364217" y="51180"/>
                  <a:pt x="360429" y="53966"/>
                </a:cubicBezTo>
                <a:cubicBezTo>
                  <a:pt x="356640" y="56753"/>
                  <a:pt x="353837" y="61685"/>
                  <a:pt x="352021" y="68761"/>
                </a:cubicBezTo>
                <a:lnTo>
                  <a:pt x="335489" y="66507"/>
                </a:lnTo>
                <a:cubicBezTo>
                  <a:pt x="336991" y="59409"/>
                  <a:pt x="339465" y="53677"/>
                  <a:pt x="342909" y="49311"/>
                </a:cubicBezTo>
                <a:cubicBezTo>
                  <a:pt x="346354" y="44945"/>
                  <a:pt x="351332" y="41584"/>
                  <a:pt x="357845" y="39230"/>
                </a:cubicBezTo>
                <a:cubicBezTo>
                  <a:pt x="364358" y="36874"/>
                  <a:pt x="371905" y="35696"/>
                  <a:pt x="380484" y="35696"/>
                </a:cubicBezTo>
                <a:cubicBezTo>
                  <a:pt x="389001" y="35696"/>
                  <a:pt x="395921" y="36698"/>
                  <a:pt x="401244" y="38702"/>
                </a:cubicBezTo>
                <a:cubicBezTo>
                  <a:pt x="406567" y="40706"/>
                  <a:pt x="410481" y="43226"/>
                  <a:pt x="412986" y="46264"/>
                </a:cubicBezTo>
                <a:cubicBezTo>
                  <a:pt x="415491" y="49301"/>
                  <a:pt x="417245" y="53137"/>
                  <a:pt x="418247" y="57771"/>
                </a:cubicBezTo>
                <a:cubicBezTo>
                  <a:pt x="418810" y="60652"/>
                  <a:pt x="419092" y="65849"/>
                  <a:pt x="419092" y="73364"/>
                </a:cubicBezTo>
                <a:lnTo>
                  <a:pt x="419092" y="95909"/>
                </a:lnTo>
                <a:cubicBezTo>
                  <a:pt x="419092" y="111628"/>
                  <a:pt x="419452" y="121569"/>
                  <a:pt x="420172" y="125734"/>
                </a:cubicBezTo>
                <a:cubicBezTo>
                  <a:pt x="420892" y="129898"/>
                  <a:pt x="422317" y="133891"/>
                  <a:pt x="424446" y="137711"/>
                </a:cubicBezTo>
                <a:lnTo>
                  <a:pt x="406786" y="137711"/>
                </a:lnTo>
                <a:cubicBezTo>
                  <a:pt x="405033" y="134200"/>
                  <a:pt x="403906" y="130094"/>
                  <a:pt x="403405" y="125393"/>
                </a:cubicBezTo>
                <a:moveTo>
                  <a:pt x="401996" y="87549"/>
                </a:moveTo>
                <a:cubicBezTo>
                  <a:pt x="395858" y="90075"/>
                  <a:pt x="386653" y="92222"/>
                  <a:pt x="374378" y="93989"/>
                </a:cubicBezTo>
                <a:cubicBezTo>
                  <a:pt x="367427" y="94995"/>
                  <a:pt x="362511" y="96127"/>
                  <a:pt x="359630" y="97386"/>
                </a:cubicBezTo>
                <a:cubicBezTo>
                  <a:pt x="356749" y="98642"/>
                  <a:pt x="354526" y="100482"/>
                  <a:pt x="352961" y="102904"/>
                </a:cubicBezTo>
                <a:cubicBezTo>
                  <a:pt x="351395" y="105325"/>
                  <a:pt x="350612" y="108013"/>
                  <a:pt x="350612" y="110968"/>
                </a:cubicBezTo>
                <a:cubicBezTo>
                  <a:pt x="350612" y="115495"/>
                  <a:pt x="352319" y="119268"/>
                  <a:pt x="355732" y="122288"/>
                </a:cubicBezTo>
                <a:cubicBezTo>
                  <a:pt x="359145" y="125305"/>
                  <a:pt x="364139" y="126814"/>
                  <a:pt x="370715" y="126814"/>
                </a:cubicBezTo>
                <a:cubicBezTo>
                  <a:pt x="377228" y="126814"/>
                  <a:pt x="383020" y="125383"/>
                  <a:pt x="388093" y="122520"/>
                </a:cubicBezTo>
                <a:cubicBezTo>
                  <a:pt x="393165" y="119656"/>
                  <a:pt x="396892" y="115739"/>
                  <a:pt x="399271" y="110769"/>
                </a:cubicBezTo>
                <a:cubicBezTo>
                  <a:pt x="401087" y="106929"/>
                  <a:pt x="401996" y="101265"/>
                  <a:pt x="401996" y="93778"/>
                </a:cubicBezTo>
                <a:lnTo>
                  <a:pt x="401996" y="87549"/>
                </a:lnTo>
                <a:close/>
                <a:moveTo>
                  <a:pt x="509984" y="101076"/>
                </a:moveTo>
                <a:lnTo>
                  <a:pt x="526611" y="103236"/>
                </a:lnTo>
                <a:cubicBezTo>
                  <a:pt x="524795" y="114726"/>
                  <a:pt x="520145" y="123720"/>
                  <a:pt x="512661" y="130219"/>
                </a:cubicBezTo>
                <a:cubicBezTo>
                  <a:pt x="505177" y="136717"/>
                  <a:pt x="495987" y="139965"/>
                  <a:pt x="485091" y="139965"/>
                </a:cubicBezTo>
                <a:cubicBezTo>
                  <a:pt x="471439" y="139965"/>
                  <a:pt x="460464" y="135503"/>
                  <a:pt x="452166" y="126579"/>
                </a:cubicBezTo>
                <a:cubicBezTo>
                  <a:pt x="443868" y="117655"/>
                  <a:pt x="439719" y="104864"/>
                  <a:pt x="439719" y="88206"/>
                </a:cubicBezTo>
                <a:cubicBezTo>
                  <a:pt x="439719" y="77435"/>
                  <a:pt x="441504" y="68010"/>
                  <a:pt x="445074" y="59931"/>
                </a:cubicBezTo>
                <a:cubicBezTo>
                  <a:pt x="448643" y="51853"/>
                  <a:pt x="454076" y="45794"/>
                  <a:pt x="461372" y="41755"/>
                </a:cubicBezTo>
                <a:cubicBezTo>
                  <a:pt x="468668" y="37715"/>
                  <a:pt x="476605" y="35696"/>
                  <a:pt x="485185" y="35696"/>
                </a:cubicBezTo>
                <a:cubicBezTo>
                  <a:pt x="496019" y="35696"/>
                  <a:pt x="504880" y="38444"/>
                  <a:pt x="511769" y="43942"/>
                </a:cubicBezTo>
                <a:cubicBezTo>
                  <a:pt x="518657" y="49437"/>
                  <a:pt x="523072" y="57241"/>
                  <a:pt x="525014" y="67352"/>
                </a:cubicBezTo>
                <a:lnTo>
                  <a:pt x="508575" y="69889"/>
                </a:lnTo>
                <a:cubicBezTo>
                  <a:pt x="507009" y="63219"/>
                  <a:pt x="504238" y="58201"/>
                  <a:pt x="500261" y="54835"/>
                </a:cubicBezTo>
                <a:cubicBezTo>
                  <a:pt x="496285" y="51469"/>
                  <a:pt x="491478" y="49786"/>
                  <a:pt x="485842" y="49786"/>
                </a:cubicBezTo>
                <a:cubicBezTo>
                  <a:pt x="477325" y="49786"/>
                  <a:pt x="470405" y="52825"/>
                  <a:pt x="465082" y="58901"/>
                </a:cubicBezTo>
                <a:cubicBezTo>
                  <a:pt x="459759" y="64976"/>
                  <a:pt x="457098" y="74587"/>
                  <a:pt x="457098" y="87737"/>
                </a:cubicBezTo>
                <a:cubicBezTo>
                  <a:pt x="457098" y="101074"/>
                  <a:pt x="459665" y="110765"/>
                  <a:pt x="464800" y="116810"/>
                </a:cubicBezTo>
                <a:cubicBezTo>
                  <a:pt x="469936" y="122853"/>
                  <a:pt x="476636" y="125875"/>
                  <a:pt x="484903" y="125875"/>
                </a:cubicBezTo>
                <a:cubicBezTo>
                  <a:pt x="491541" y="125875"/>
                  <a:pt x="497083" y="123847"/>
                  <a:pt x="501530" y="119792"/>
                </a:cubicBezTo>
                <a:cubicBezTo>
                  <a:pt x="505976" y="115738"/>
                  <a:pt x="508794" y="109499"/>
                  <a:pt x="509984" y="101076"/>
                </a:cubicBezTo>
                <a:close/>
                <a:moveTo>
                  <a:pt x="577994" y="122775"/>
                </a:moveTo>
                <a:lnTo>
                  <a:pt x="580436" y="137711"/>
                </a:lnTo>
                <a:cubicBezTo>
                  <a:pt x="575677" y="138588"/>
                  <a:pt x="571419" y="139026"/>
                  <a:pt x="567661" y="139026"/>
                </a:cubicBezTo>
                <a:cubicBezTo>
                  <a:pt x="561524" y="139026"/>
                  <a:pt x="556764" y="138055"/>
                  <a:pt x="553383" y="136114"/>
                </a:cubicBezTo>
                <a:cubicBezTo>
                  <a:pt x="550001" y="134173"/>
                  <a:pt x="547621" y="131621"/>
                  <a:pt x="546244" y="128458"/>
                </a:cubicBezTo>
                <a:cubicBezTo>
                  <a:pt x="544866" y="125296"/>
                  <a:pt x="544177" y="118642"/>
                  <a:pt x="544177" y="108497"/>
                </a:cubicBezTo>
                <a:lnTo>
                  <a:pt x="544177" y="51101"/>
                </a:lnTo>
                <a:lnTo>
                  <a:pt x="531777" y="51101"/>
                </a:lnTo>
                <a:lnTo>
                  <a:pt x="531777" y="37950"/>
                </a:lnTo>
                <a:lnTo>
                  <a:pt x="544177" y="37950"/>
                </a:lnTo>
                <a:lnTo>
                  <a:pt x="544177" y="13178"/>
                </a:lnTo>
                <a:lnTo>
                  <a:pt x="560992" y="3006"/>
                </a:lnTo>
                <a:lnTo>
                  <a:pt x="560992" y="37950"/>
                </a:lnTo>
                <a:lnTo>
                  <a:pt x="577994" y="37950"/>
                </a:lnTo>
                <a:lnTo>
                  <a:pt x="577994" y="51101"/>
                </a:lnTo>
                <a:lnTo>
                  <a:pt x="560992" y="51101"/>
                </a:lnTo>
                <a:lnTo>
                  <a:pt x="560992" y="109436"/>
                </a:lnTo>
                <a:cubicBezTo>
                  <a:pt x="560992" y="114258"/>
                  <a:pt x="561289" y="117358"/>
                  <a:pt x="561884" y="118736"/>
                </a:cubicBezTo>
                <a:cubicBezTo>
                  <a:pt x="562479" y="120113"/>
                  <a:pt x="563450" y="121209"/>
                  <a:pt x="564796" y="122023"/>
                </a:cubicBezTo>
                <a:cubicBezTo>
                  <a:pt x="566142" y="122838"/>
                  <a:pt x="568068" y="123245"/>
                  <a:pt x="570573" y="123245"/>
                </a:cubicBezTo>
                <a:cubicBezTo>
                  <a:pt x="572452" y="123245"/>
                  <a:pt x="574926" y="123088"/>
                  <a:pt x="577994" y="122775"/>
                </a:cubicBezTo>
                <a:close/>
                <a:moveTo>
                  <a:pt x="595538" y="19539"/>
                </a:moveTo>
                <a:lnTo>
                  <a:pt x="595538" y="0"/>
                </a:lnTo>
                <a:lnTo>
                  <a:pt x="612447" y="0"/>
                </a:lnTo>
                <a:lnTo>
                  <a:pt x="612447" y="19539"/>
                </a:lnTo>
                <a:lnTo>
                  <a:pt x="595538" y="19539"/>
                </a:lnTo>
                <a:moveTo>
                  <a:pt x="595538" y="137711"/>
                </a:moveTo>
                <a:lnTo>
                  <a:pt x="595538" y="37950"/>
                </a:lnTo>
                <a:lnTo>
                  <a:pt x="612447" y="37950"/>
                </a:lnTo>
                <a:lnTo>
                  <a:pt x="612447" y="137711"/>
                </a:lnTo>
                <a:lnTo>
                  <a:pt x="595538" y="137711"/>
                </a:lnTo>
                <a:close/>
                <a:moveTo>
                  <a:pt x="630974" y="87831"/>
                </a:moveTo>
                <a:cubicBezTo>
                  <a:pt x="630974" y="69356"/>
                  <a:pt x="636109" y="55673"/>
                  <a:pt x="646380" y="46780"/>
                </a:cubicBezTo>
                <a:cubicBezTo>
                  <a:pt x="654959" y="39391"/>
                  <a:pt x="665418" y="35696"/>
                  <a:pt x="677755" y="35696"/>
                </a:cubicBezTo>
                <a:cubicBezTo>
                  <a:pt x="691469" y="35696"/>
                  <a:pt x="702679" y="40189"/>
                  <a:pt x="711384" y="49176"/>
                </a:cubicBezTo>
                <a:cubicBezTo>
                  <a:pt x="720089" y="58162"/>
                  <a:pt x="724441" y="70578"/>
                  <a:pt x="724441" y="86422"/>
                </a:cubicBezTo>
                <a:cubicBezTo>
                  <a:pt x="724441" y="99260"/>
                  <a:pt x="722515" y="109358"/>
                  <a:pt x="718664" y="116716"/>
                </a:cubicBezTo>
                <a:cubicBezTo>
                  <a:pt x="714813" y="124074"/>
                  <a:pt x="709208" y="129789"/>
                  <a:pt x="701849" y="133859"/>
                </a:cubicBezTo>
                <a:cubicBezTo>
                  <a:pt x="694491" y="137930"/>
                  <a:pt x="686459" y="139965"/>
                  <a:pt x="677755" y="139965"/>
                </a:cubicBezTo>
                <a:cubicBezTo>
                  <a:pt x="663789" y="139965"/>
                  <a:pt x="652501" y="135488"/>
                  <a:pt x="643890" y="126532"/>
                </a:cubicBezTo>
                <a:cubicBezTo>
                  <a:pt x="635280" y="117577"/>
                  <a:pt x="630974" y="104677"/>
                  <a:pt x="630974" y="87831"/>
                </a:cubicBezTo>
                <a:moveTo>
                  <a:pt x="648352" y="87784"/>
                </a:moveTo>
                <a:cubicBezTo>
                  <a:pt x="648352" y="100512"/>
                  <a:pt x="651139" y="110043"/>
                  <a:pt x="656713" y="116376"/>
                </a:cubicBezTo>
                <a:cubicBezTo>
                  <a:pt x="662286" y="122708"/>
                  <a:pt x="669300" y="125875"/>
                  <a:pt x="677755" y="125875"/>
                </a:cubicBezTo>
                <a:cubicBezTo>
                  <a:pt x="686146" y="125875"/>
                  <a:pt x="693129" y="122693"/>
                  <a:pt x="698702" y="116329"/>
                </a:cubicBezTo>
                <a:cubicBezTo>
                  <a:pt x="704276" y="109964"/>
                  <a:pt x="707063" y="100262"/>
                  <a:pt x="707063" y="87223"/>
                </a:cubicBezTo>
                <a:cubicBezTo>
                  <a:pt x="707063" y="74931"/>
                  <a:pt x="704260" y="65619"/>
                  <a:pt x="698655" y="59286"/>
                </a:cubicBezTo>
                <a:cubicBezTo>
                  <a:pt x="693051" y="52953"/>
                  <a:pt x="686084" y="49786"/>
                  <a:pt x="677755" y="49786"/>
                </a:cubicBezTo>
                <a:cubicBezTo>
                  <a:pt x="669300" y="49786"/>
                  <a:pt x="662286" y="52937"/>
                  <a:pt x="656713" y="59239"/>
                </a:cubicBezTo>
                <a:cubicBezTo>
                  <a:pt x="651139" y="65540"/>
                  <a:pt x="648352" y="75055"/>
                  <a:pt x="648352" y="87784"/>
                </a:cubicBezTo>
                <a:close/>
                <a:moveTo>
                  <a:pt x="743847" y="137711"/>
                </a:moveTo>
                <a:lnTo>
                  <a:pt x="743847" y="37950"/>
                </a:lnTo>
                <a:lnTo>
                  <a:pt x="759065" y="37950"/>
                </a:lnTo>
                <a:lnTo>
                  <a:pt x="759065" y="52041"/>
                </a:lnTo>
                <a:cubicBezTo>
                  <a:pt x="766392" y="41144"/>
                  <a:pt x="776976" y="35696"/>
                  <a:pt x="790816" y="35696"/>
                </a:cubicBezTo>
                <a:cubicBezTo>
                  <a:pt x="796827" y="35696"/>
                  <a:pt x="802354" y="36776"/>
                  <a:pt x="807395" y="38937"/>
                </a:cubicBezTo>
                <a:cubicBezTo>
                  <a:pt x="812437" y="41097"/>
                  <a:pt x="816210" y="43931"/>
                  <a:pt x="818715" y="47438"/>
                </a:cubicBezTo>
                <a:cubicBezTo>
                  <a:pt x="821220" y="50945"/>
                  <a:pt x="822973" y="55109"/>
                  <a:pt x="823975" y="59931"/>
                </a:cubicBezTo>
                <a:cubicBezTo>
                  <a:pt x="824601" y="63063"/>
                  <a:pt x="824914" y="68542"/>
                  <a:pt x="824914" y="76370"/>
                </a:cubicBezTo>
                <a:lnTo>
                  <a:pt x="824914" y="137711"/>
                </a:lnTo>
                <a:lnTo>
                  <a:pt x="808006" y="137711"/>
                </a:lnTo>
                <a:lnTo>
                  <a:pt x="808006" y="76963"/>
                </a:lnTo>
                <a:cubicBezTo>
                  <a:pt x="808006" y="70067"/>
                  <a:pt x="807348" y="64910"/>
                  <a:pt x="806033" y="61493"/>
                </a:cubicBezTo>
                <a:cubicBezTo>
                  <a:pt x="804718" y="58076"/>
                  <a:pt x="802385" y="55349"/>
                  <a:pt x="799035" y="53312"/>
                </a:cubicBezTo>
                <a:cubicBezTo>
                  <a:pt x="795685" y="51275"/>
                  <a:pt x="791755" y="50256"/>
                  <a:pt x="787246" y="50256"/>
                </a:cubicBezTo>
                <a:cubicBezTo>
                  <a:pt x="780044" y="50256"/>
                  <a:pt x="773829" y="52545"/>
                  <a:pt x="768600" y="57122"/>
                </a:cubicBezTo>
                <a:cubicBezTo>
                  <a:pt x="763370" y="61698"/>
                  <a:pt x="760756" y="70380"/>
                  <a:pt x="760756" y="83169"/>
                </a:cubicBezTo>
                <a:lnTo>
                  <a:pt x="760756" y="137711"/>
                </a:lnTo>
                <a:lnTo>
                  <a:pt x="743847" y="137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229752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2026-09-05T08:53:38.4380000Z</dcterms:created>
  <dcterms:modified xsi:type="dcterms:W3CDTF">2026-09-05T08:53:38.4380000Z</dcterms:modified>
</coreProperties>
</file>