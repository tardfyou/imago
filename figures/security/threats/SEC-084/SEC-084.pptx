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e9254e4d594fb2" /><Relationship Type="http://schemas.openxmlformats.org/officeDocument/2006/relationships/extended-properties" Target="/docProps/app.xml" Id="R6249f2df47fb4622" /><Relationship Type="http://schemas.openxmlformats.org/officeDocument/2006/relationships/officeDocument" Target="/ppt/presentation.xml" Id="Reb3f766e56a646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606240d0e04408"/>
  </p:sldMasterIdLst>
  <p:notesMasterIdLst>
    <p:notesMasterId xmlns:r="http://schemas.openxmlformats.org/officeDocument/2006/relationships" r:id="R821bad443dce435c"/>
  </p:notesMasterIdLst>
  <p:sldIdLst>
    <p:sldId xmlns:r="http://schemas.openxmlformats.org/officeDocument/2006/relationships" id="256" r:id="R72e004ecf99548ec"/>
  </p:sldIdLst>
  <p:sldSz cx="19050000" cy="4638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a7c538b82241e7" /><Relationship Type="http://schemas.openxmlformats.org/officeDocument/2006/relationships/slideMaster" Target="/ppt/slideMasters/slideMaster1.xml" Id="R85606240d0e04408" /><Relationship Type="http://schemas.openxmlformats.org/officeDocument/2006/relationships/notesMaster" Target="/ppt/notesMasters/notesMaster1.xml" Id="R821bad443dce435c" /><Relationship Type="http://schemas.openxmlformats.org/officeDocument/2006/relationships/presProps" Target="/ppt/presProps.xml" Id="R7a225b4a03ad4337" /><Relationship Type="http://schemas.openxmlformats.org/officeDocument/2006/relationships/tableStyles" Target="/ppt/tableStyles.xml" Id="R65ebe24d004f4c26" /><Relationship Type="http://schemas.openxmlformats.org/officeDocument/2006/relationships/slide" Target="/ppt/slides/slide1.xml" Id="R72e004ecf99548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cb482073804c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0520c199c45b6" /><Relationship Type="http://schemas.openxmlformats.org/officeDocument/2006/relationships/notesMaster" Target="/ppt/notesMasters/notesMaster1.xml" Id="Rac1609709a14412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素材ID：SEC-084</ns1:t>
            </ns1:r>
          </ns1:p>
          <ns1:p>
            <ns1:r>
              <ns1:t>论文：From Virtual Touch to Tesla Command: Unlocking Unauthenticated Control Chains From Smart Glasses for Vehicle Takeover</ns1:t>
            </ns1:r>
          </ns1:p>
          <ns1:p>
            <ns1:r>
              <ns1:t>会议：IEEE S&amp;P 2024</ns1:t>
            </ns1:r>
          </ns1:p>
          <ns1:p>
            <ns1:r>
              <ns1:t>奖项：Distinguished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类型：威胁与攻击</ns1:t>
            </ns1:r>
          </ns1:p>
          <ns1:p>
            <ns1:r>
              <ns1:t>借鉴点：输入触发、智能眼镜、锁屏手机、两类自动化工具及车辆API串联，分叉与汇合表达不同生态的同一风险路径。</ns1:t>
            </ns1:r>
          </ns1:p>
          <ns1:p>
            <ns1:r>
              <ns1:t>论文URL：https://www.xialihei.com/wp-content/uploads/2024/04/SP2024.pdf</ns1:t>
            </ns1:r>
          </ns1:p>
          <ns1:p>
            <ns1:r>
              <ns1:t>官方获奖URL：https://www.ieee-security.org/TC/SP2024/awards.html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0ca3ff61e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39266e0ba64303" /><Relationship Type="http://schemas.openxmlformats.org/officeDocument/2006/relationships/slideLayout" Target="/ppt/slideLayouts/slideLayout1.xml" Id="Rd38501de07234f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501de07234f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6111bfe1144be" /><Relationship Type="http://schemas.openxmlformats.org/officeDocument/2006/relationships/image" Target="/ppt/media/image.png" Id="R0d335185add14998" /><Relationship Type="http://schemas.openxmlformats.org/officeDocument/2006/relationships/image" Target="/ppt/media/image2.png" Id="R352c216770f240bb" /><Relationship Type="http://schemas.openxmlformats.org/officeDocument/2006/relationships/image" Target="/ppt/media/image3.png" Id="Rb7d516abd5274d66" /><Relationship Type="http://schemas.openxmlformats.org/officeDocument/2006/relationships/image" Target="/ppt/media/image4.png" Id="Rb5edbd45f22d48a0" /><Relationship Type="http://schemas.openxmlformats.org/officeDocument/2006/relationships/image" Target="/ppt/media/image5.png" Id="R2d08bf71ca9b4435" /><Relationship Type="http://schemas.openxmlformats.org/officeDocument/2006/relationships/image" Target="/ppt/media/image6.png" Id="Rb0f3e082650243a4" /><Relationship Type="http://schemas.openxmlformats.org/officeDocument/2006/relationships/image" Target="/ppt/media/image7.png" Id="R15ed41722f924067" /><Relationship Type="http://schemas.openxmlformats.org/officeDocument/2006/relationships/image" Target="/ppt/media/image8.png" Id="Rb3abecf64489435c" /><Relationship Type="http://schemas.openxmlformats.org/officeDocument/2006/relationships/image" Target="/ppt/media/image9.png" Id="R9d6ef9708bac42e1" /><Relationship Type="http://schemas.openxmlformats.org/officeDocument/2006/relationships/image" Target="/ppt/media/image10.png" Id="R09859b504b194114" /><Relationship Type="http://schemas.openxmlformats.org/officeDocument/2006/relationships/image" Target="/ppt/media/image11.png" Id="Rc65b5cc52b3046ac" /><Relationship Type="http://schemas.openxmlformats.org/officeDocument/2006/relationships/image" Target="/ppt/media/image12.png" Id="R8b7e1aaab92048a3" /><Relationship Type="http://schemas.openxmlformats.org/officeDocument/2006/relationships/image" Target="/ppt/media/image13.png" Id="R49e6521307b042ec" /><Relationship Type="http://schemas.openxmlformats.org/officeDocument/2006/relationships/image" Target="/ppt/media/image14.png" Id="Rff823ab0afb64121" /><Relationship Type="http://schemas.openxmlformats.org/officeDocument/2006/relationships/image" Target="/ppt/media/image15.png" Id="R882ec70ce8214219" /><Relationship Type="http://schemas.openxmlformats.org/officeDocument/2006/relationships/image" Target="/ppt/media/image16.png" Id="Rfa6873591ae248df" /><Relationship Type="http://schemas.openxmlformats.org/officeDocument/2006/relationships/image" Target="/ppt/media/image17.png" Id="R286f8284d85e4e3a" /><Relationship Type="http://schemas.openxmlformats.org/officeDocument/2006/relationships/image" Target="/ppt/media/image18.png" Id="Rdb5e085a79fe474d" /><Relationship Type="http://schemas.openxmlformats.org/officeDocument/2006/relationships/image" Target="/ppt/media/image19.png" Id="R7a4377b1805640d4" /><Relationship Type="http://schemas.openxmlformats.org/officeDocument/2006/relationships/image" Target="/ppt/media/image20.png" Id="R1be3d507fde84773" /><Relationship Type="http://schemas.openxmlformats.org/officeDocument/2006/relationships/notesSlide" Target="/ppt/notesSlides/notesSlide1.xml" Id="R06a91027b7f34b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EC-084-1">
            <a:extLst xmlns:a="http://schemas.openxmlformats.org/drawingml/2006/main">
              <a:ext uri="{FF2B5EF4-FFF2-40B4-BE49-F238E27FC236}">
                <a16:creationId xmlns:a16="http://schemas.microsoft.com/office/drawing/2014/main" id="{9141ECE9-034E-4FE3-A48B-46DA79EE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47625"/>
            <a:ext cx="2505075" cy="456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F6"/>
          </a:solidFill>
          <a:ln xmlns:a="http://schemas.openxmlformats.org/drawingml/2006/main" w="9525">
            <a:solidFill>
              <a:srgbClr val="CF9E9E"/>
            </a:solidFill>
            <a:prstDash val="dot"/>
          </a:ln>
        </p:spPr>
      </p:sp>
      <p:sp>
        <p:nvSpPr>
          <p:cNvPr id="2" name="SEC-084-2">
            <a:extLst xmlns:a="http://schemas.openxmlformats.org/drawingml/2006/main">
              <a:ext uri="{FF2B5EF4-FFF2-40B4-BE49-F238E27FC236}">
                <a16:creationId xmlns:a16="http://schemas.microsoft.com/office/drawing/2014/main" id="{68AA9123-0DFC-41A3-8ADC-149DEBBD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47625"/>
            <a:ext cx="16449675" cy="456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B"/>
          </a:solidFill>
          <a:ln xmlns:a="http://schemas.openxmlformats.org/drawingml/2006/main" w="38100">
            <a:solidFill>
              <a:srgbClr val="7372A7"/>
            </a:solidFill>
            <a:prstDash val="dot"/>
          </a:ln>
        </p:spPr>
      </p:sp>
      <p:sp>
        <p:nvSpPr>
          <p:cNvPr id="3" name="SEC-084-3">
            <a:extLst xmlns:a="http://schemas.openxmlformats.org/drawingml/2006/main">
              <a:ext uri="{FF2B5EF4-FFF2-40B4-BE49-F238E27FC236}">
                <a16:creationId xmlns:a16="http://schemas.microsoft.com/office/drawing/2014/main" id="{002595E1-38D7-490D-BCF6-09604D50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914400"/>
            <a:ext cx="26003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ot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35185add14998"/>
          <a:stretch xmlns:a="http://schemas.openxmlformats.org/drawingml/2006/main"/>
        </p:blipFill>
        <p:spPr>
          <a:xfrm xmlns:a="http://schemas.openxmlformats.org/drawingml/2006/main">
            <a:off x="190500" y="1057275"/>
            <a:ext cx="495300" cy="828675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c216770f240bb"/>
          <a:stretch xmlns:a="http://schemas.openxmlformats.org/drawingml/2006/main"/>
        </p:blipFill>
        <p:spPr>
          <a:xfrm xmlns:a="http://schemas.openxmlformats.org/drawingml/2006/main">
            <a:off x="3581400" y="657225"/>
            <a:ext cx="533400" cy="66675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516abd5274d66"/>
          <a:stretch xmlns:a="http://schemas.openxmlformats.org/drawingml/2006/main"/>
        </p:blipFill>
        <p:spPr>
          <a:xfrm xmlns:a="http://schemas.openxmlformats.org/drawingml/2006/main">
            <a:off x="2733675" y="1895475"/>
            <a:ext cx="2324100" cy="809625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dbd45f22d48a0"/>
          <a:stretch xmlns:a="http://schemas.openxmlformats.org/drawingml/2006/main"/>
        </p:blipFill>
        <p:spPr>
          <a:xfrm xmlns:a="http://schemas.openxmlformats.org/drawingml/2006/main">
            <a:off x="257175" y="2819400"/>
            <a:ext cx="638175" cy="504825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8bf71ca9b4435"/>
          <a:stretch xmlns:a="http://schemas.openxmlformats.org/drawingml/2006/main"/>
        </p:blipFill>
        <p:spPr>
          <a:xfrm xmlns:a="http://schemas.openxmlformats.org/drawingml/2006/main">
            <a:off x="3533775" y="3305175"/>
            <a:ext cx="514350" cy="67627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3e082650243a4"/>
          <a:stretch xmlns:a="http://schemas.openxmlformats.org/drawingml/2006/main"/>
        </p:blipFill>
        <p:spPr>
          <a:xfrm xmlns:a="http://schemas.openxmlformats.org/drawingml/2006/main">
            <a:off x="5514975" y="1781175"/>
            <a:ext cx="390525" cy="695325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d41722f924067"/>
          <a:stretch xmlns:a="http://schemas.openxmlformats.org/drawingml/2006/main"/>
        </p:blipFill>
        <p:spPr>
          <a:xfrm xmlns:a="http://schemas.openxmlformats.org/drawingml/2006/main">
            <a:off x="5991225" y="581025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becf64489435c"/>
          <a:stretch xmlns:a="http://schemas.openxmlformats.org/drawingml/2006/main"/>
        </p:blipFill>
        <p:spPr>
          <a:xfrm xmlns:a="http://schemas.openxmlformats.org/drawingml/2006/main">
            <a:off x="6391275" y="742950"/>
            <a:ext cx="561975" cy="108585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ef9708bac42e1"/>
          <a:stretch xmlns:a="http://schemas.openxmlformats.org/drawingml/2006/main"/>
        </p:blipFill>
        <p:spPr>
          <a:xfrm xmlns:a="http://schemas.openxmlformats.org/drawingml/2006/main">
            <a:off x="6934200" y="885825"/>
            <a:ext cx="781050" cy="8382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59b504b194114"/>
          <a:stretch xmlns:a="http://schemas.openxmlformats.org/drawingml/2006/main"/>
        </p:blipFill>
        <p:spPr>
          <a:xfrm xmlns:a="http://schemas.openxmlformats.org/drawingml/2006/main">
            <a:off x="5981700" y="2362200"/>
            <a:ext cx="419100" cy="48577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b5cc52b3046ac"/>
          <a:stretch xmlns:a="http://schemas.openxmlformats.org/drawingml/2006/main"/>
        </p:blipFill>
        <p:spPr>
          <a:xfrm xmlns:a="http://schemas.openxmlformats.org/drawingml/2006/main">
            <a:off x="6391275" y="2514600"/>
            <a:ext cx="561975" cy="1066800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e1aaab92048a3"/>
          <a:stretch xmlns:a="http://schemas.openxmlformats.org/drawingml/2006/main"/>
        </p:blipFill>
        <p:spPr>
          <a:xfrm xmlns:a="http://schemas.openxmlformats.org/drawingml/2006/main">
            <a:off x="6991350" y="2752725"/>
            <a:ext cx="685800" cy="723900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6521307b042ec"/>
          <a:stretch xmlns:a="http://schemas.openxmlformats.org/drawingml/2006/main"/>
        </p:blipFill>
        <p:spPr>
          <a:xfrm xmlns:a="http://schemas.openxmlformats.org/drawingml/2006/main">
            <a:off x="8505825" y="657225"/>
            <a:ext cx="2057400" cy="1057275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23ab0afb64121"/>
          <a:stretch xmlns:a="http://schemas.openxmlformats.org/drawingml/2006/main"/>
        </p:blipFill>
        <p:spPr>
          <a:xfrm xmlns:a="http://schemas.openxmlformats.org/drawingml/2006/main">
            <a:off x="8505825" y="2752725"/>
            <a:ext cx="2105025" cy="866775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ec70ce8214219"/>
          <a:stretch xmlns:a="http://schemas.openxmlformats.org/drawingml/2006/main"/>
        </p:blipFill>
        <p:spPr>
          <a:xfrm xmlns:a="http://schemas.openxmlformats.org/drawingml/2006/main">
            <a:off x="12306300" y="800100"/>
            <a:ext cx="904875" cy="914400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873591ae248df"/>
          <a:stretch xmlns:a="http://schemas.openxmlformats.org/drawingml/2006/main"/>
        </p:blipFill>
        <p:spPr>
          <a:xfrm xmlns:a="http://schemas.openxmlformats.org/drawingml/2006/main">
            <a:off x="12353925" y="2771775"/>
            <a:ext cx="828675" cy="828675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f8284d85e4e3a"/>
          <a:stretch xmlns:a="http://schemas.openxmlformats.org/drawingml/2006/main"/>
        </p:blipFill>
        <p:spPr>
          <a:xfrm xmlns:a="http://schemas.openxmlformats.org/drawingml/2006/main">
            <a:off x="14478000" y="1552575"/>
            <a:ext cx="1295400" cy="1114425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e085a79fe474d"/>
          <a:stretch xmlns:a="http://schemas.openxmlformats.org/drawingml/2006/main"/>
        </p:blipFill>
        <p:spPr>
          <a:xfrm xmlns:a="http://schemas.openxmlformats.org/drawingml/2006/main">
            <a:off x="17316450" y="1685925"/>
            <a:ext cx="1476375" cy="2085975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377b1805640d4"/>
          <a:stretch xmlns:a="http://schemas.openxmlformats.org/drawingml/2006/main"/>
        </p:blipFill>
        <p:spPr>
          <a:xfrm xmlns:a="http://schemas.openxmlformats.org/drawingml/2006/main">
            <a:off x="13525500" y="1847850"/>
            <a:ext cx="552450" cy="5619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3d507fde84773"/>
          <a:stretch xmlns:a="http://schemas.openxmlformats.org/drawingml/2006/main"/>
        </p:blipFill>
        <p:spPr>
          <a:xfrm xmlns:a="http://schemas.openxmlformats.org/drawingml/2006/main">
            <a:off x="15906750" y="1543050"/>
            <a:ext cx="581025" cy="533400"/>
          </a:xfrm>
          <a:prstGeom xmlns:a="http://schemas.openxmlformats.org/drawingml/2006/main" prst="rect">
            <a:avLst/>
          </a:prstGeom>
        </p:spPr>
      </p:pic>
      <p:sp>
        <p:nvSpPr>
          <p:cNvPr id="24" name="SEC-084-4">
            <a:extLst xmlns:a="http://schemas.openxmlformats.org/drawingml/2006/main">
              <a:ext uri="{FF2B5EF4-FFF2-40B4-BE49-F238E27FC236}">
                <a16:creationId xmlns:a16="http://schemas.microsoft.com/office/drawing/2014/main" id="{0CE7E432-97B1-4518-9138-8A4094FD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9429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Activation</a:t>
            </a:r>
          </a:p>
        </p:txBody>
      </p:sp>
      <p:sp>
        <p:nvSpPr>
          <p:cNvPr id="25" name="SEC-084-5">
            <a:extLst xmlns:a="http://schemas.openxmlformats.org/drawingml/2006/main">
              <a:ext uri="{FF2B5EF4-FFF2-40B4-BE49-F238E27FC236}">
                <a16:creationId xmlns:a16="http://schemas.microsoft.com/office/drawing/2014/main" id="{624C48AE-0A05-443D-80CB-52B216F6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1509713"/>
            <a:ext cx="1552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6" name="path-6">
            <a:extLst xmlns:a="http://schemas.openxmlformats.org/drawingml/2006/main">
              <a:ext uri="{FF2B5EF4-FFF2-40B4-BE49-F238E27FC236}">
                <a16:creationId xmlns:a16="http://schemas.microsoft.com/office/drawing/2014/main" id="{68FB1CAA-E514-4BC2-85E7-89D1CF2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995" y="1420762"/>
            <a:ext cx="225105" cy="206476"/>
          </a:xfrm>
          <a:custGeom xmlns:a="http://schemas.openxmlformats.org/drawingml/2006/main">
            <a:pathLst>
              <a:path w="225105" h="206476">
                <a:moveTo>
                  <a:pt x="225105" y="103238"/>
                </a:moveTo>
                <a:lnTo>
                  <a:pt x="0" y="2064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7" name="SEC-084-7">
            <a:extLst xmlns:a="http://schemas.openxmlformats.org/drawingml/2006/main">
              <a:ext uri="{FF2B5EF4-FFF2-40B4-BE49-F238E27FC236}">
                <a16:creationId xmlns:a16="http://schemas.microsoft.com/office/drawing/2014/main" id="{7CB43AEA-539D-42C8-B523-691ACE4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2324100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Trigger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Phrase</a:t>
            </a:r>
          </a:p>
        </p:txBody>
      </p:sp>
      <p:sp>
        <p:nvSpPr>
          <p:cNvPr id="28" name="SEC-084-8">
            <a:extLst xmlns:a="http://schemas.openxmlformats.org/drawingml/2006/main">
              <a:ext uri="{FF2B5EF4-FFF2-40B4-BE49-F238E27FC236}">
                <a16:creationId xmlns:a16="http://schemas.microsoft.com/office/drawing/2014/main" id="{328F36AD-DDB0-4508-90CF-40BC367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186113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9" name="path-9">
            <a:extLst xmlns:a="http://schemas.openxmlformats.org/drawingml/2006/main">
              <a:ext uri="{FF2B5EF4-FFF2-40B4-BE49-F238E27FC236}">
                <a16:creationId xmlns:a16="http://schemas.microsoft.com/office/drawing/2014/main" id="{18A37960-302E-4FE6-864B-9FF3195E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810" y="3105103"/>
            <a:ext cx="207790" cy="190593"/>
          </a:xfrm>
          <a:custGeom xmlns:a="http://schemas.openxmlformats.org/drawingml/2006/main">
            <a:pathLst>
              <a:path w="207790" h="190593">
                <a:moveTo>
                  <a:pt x="207790" y="95297"/>
                </a:moveTo>
                <a:lnTo>
                  <a:pt x="0" y="190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0" name="SEC-084-10">
            <a:extLst xmlns:a="http://schemas.openxmlformats.org/drawingml/2006/main">
              <a:ext uri="{FF2B5EF4-FFF2-40B4-BE49-F238E27FC236}">
                <a16:creationId xmlns:a16="http://schemas.microsoft.com/office/drawing/2014/main" id="{46248B60-853E-49A2-A411-ED783AA0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725" y="1343025"/>
            <a:ext cx="2362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Touch Sensor</a:t>
            </a:r>
          </a:p>
        </p:txBody>
      </p:sp>
      <p:sp>
        <p:nvSpPr>
          <p:cNvPr id="31" name="SEC-084-11">
            <a:extLst xmlns:a="http://schemas.openxmlformats.org/drawingml/2006/main">
              <a:ext uri="{FF2B5EF4-FFF2-40B4-BE49-F238E27FC236}">
                <a16:creationId xmlns:a16="http://schemas.microsoft.com/office/drawing/2014/main" id="{7E642C1E-A7C3-418B-A354-44A3F207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819400"/>
            <a:ext cx="2219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Microphone</a:t>
            </a:r>
          </a:p>
        </p:txBody>
      </p:sp>
      <p:sp>
        <p:nvSpPr>
          <p:cNvPr id="32" name="path-12">
            <a:extLst xmlns:a="http://schemas.openxmlformats.org/drawingml/2006/main">
              <a:ext uri="{FF2B5EF4-FFF2-40B4-BE49-F238E27FC236}">
                <a16:creationId xmlns:a16="http://schemas.microsoft.com/office/drawing/2014/main" id="{7451E74C-A1C0-40F3-8FA4-E631AFE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133475"/>
            <a:ext cx="1314450" cy="647700"/>
          </a:xfrm>
          <a:custGeom xmlns:a="http://schemas.openxmlformats.org/drawingml/2006/main">
            <a:pathLst>
              <a:path w="1314450" h="647700">
                <a:moveTo>
                  <a:pt x="0" y="647700"/>
                </a:moveTo>
                <a:lnTo>
                  <a:pt x="131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3" name="path-13">
            <a:extLst xmlns:a="http://schemas.openxmlformats.org/drawingml/2006/main">
              <a:ext uri="{FF2B5EF4-FFF2-40B4-BE49-F238E27FC236}">
                <a16:creationId xmlns:a16="http://schemas.microsoft.com/office/drawing/2014/main" id="{17F9D46E-A74E-44BD-A723-CE9900E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81" y="1133475"/>
            <a:ext cx="209469" cy="162549"/>
          </a:xfrm>
          <a:custGeom xmlns:a="http://schemas.openxmlformats.org/drawingml/2006/main">
            <a:pathLst>
              <a:path w="209469" h="162549">
                <a:moveTo>
                  <a:pt x="209469" y="0"/>
                </a:moveTo>
                <a:lnTo>
                  <a:pt x="77223" y="162549"/>
                </a:lnTo>
                <a:lnTo>
                  <a:pt x="0" y="583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4" name="path-14">
            <a:extLst xmlns:a="http://schemas.openxmlformats.org/drawingml/2006/main">
              <a:ext uri="{FF2B5EF4-FFF2-40B4-BE49-F238E27FC236}">
                <a16:creationId xmlns:a16="http://schemas.microsoft.com/office/drawing/2014/main" id="{CE4BCAEF-FB00-4691-903C-63EC3F18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57450"/>
            <a:ext cx="1362075" cy="619125"/>
          </a:xfrm>
          <a:custGeom xmlns:a="http://schemas.openxmlformats.org/drawingml/2006/main">
            <a:pathLst>
              <a:path w="1362075" h="619125">
                <a:moveTo>
                  <a:pt x="0" y="0"/>
                </a:moveTo>
                <a:lnTo>
                  <a:pt x="1362075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5" name="path-15">
            <a:extLst xmlns:a="http://schemas.openxmlformats.org/drawingml/2006/main">
              <a:ext uri="{FF2B5EF4-FFF2-40B4-BE49-F238E27FC236}">
                <a16:creationId xmlns:a16="http://schemas.microsoft.com/office/drawing/2014/main" id="{174E195A-E248-4F77-86A4-BB922506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1" y="2903836"/>
            <a:ext cx="228599" cy="173510"/>
          </a:xfrm>
          <a:custGeom xmlns:a="http://schemas.openxmlformats.org/drawingml/2006/main">
            <a:pathLst>
              <a:path w="228599" h="173510">
                <a:moveTo>
                  <a:pt x="228599" y="172739"/>
                </a:moveTo>
                <a:lnTo>
                  <a:pt x="0" y="173510"/>
                </a:lnTo>
                <a:lnTo>
                  <a:pt x="78868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6" name="SEC-084-16">
            <a:extLst xmlns:a="http://schemas.openxmlformats.org/drawingml/2006/main">
              <a:ext uri="{FF2B5EF4-FFF2-40B4-BE49-F238E27FC236}">
                <a16:creationId xmlns:a16="http://schemas.microsoft.com/office/drawing/2014/main" id="{111DA1FD-09E1-43B0-B534-512F381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1262063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7" name="path-17">
            <a:extLst xmlns:a="http://schemas.openxmlformats.org/drawingml/2006/main">
              <a:ext uri="{FF2B5EF4-FFF2-40B4-BE49-F238E27FC236}">
                <a16:creationId xmlns:a16="http://schemas.microsoft.com/office/drawing/2014/main" id="{7C64713E-CDD3-433D-93FC-4F30DDB5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035" y="1181053"/>
            <a:ext cx="207790" cy="190593"/>
          </a:xfrm>
          <a:custGeom xmlns:a="http://schemas.openxmlformats.org/drawingml/2006/main">
            <a:pathLst>
              <a:path w="207790" h="190593">
                <a:moveTo>
                  <a:pt x="207790" y="95297"/>
                </a:moveTo>
                <a:lnTo>
                  <a:pt x="0" y="190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8" name="SEC-084-18">
            <a:extLst xmlns:a="http://schemas.openxmlformats.org/drawingml/2006/main">
              <a:ext uri="{FF2B5EF4-FFF2-40B4-BE49-F238E27FC236}">
                <a16:creationId xmlns:a16="http://schemas.microsoft.com/office/drawing/2014/main" id="{DA527F9B-1DA8-4990-918B-A564F89F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157538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9" name="path-19">
            <a:extLst xmlns:a="http://schemas.openxmlformats.org/drawingml/2006/main">
              <a:ext uri="{FF2B5EF4-FFF2-40B4-BE49-F238E27FC236}">
                <a16:creationId xmlns:a16="http://schemas.microsoft.com/office/drawing/2014/main" id="{DC85F7D2-6D92-4103-96FA-3509396C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510" y="3076528"/>
            <a:ext cx="207790" cy="190593"/>
          </a:xfrm>
          <a:custGeom xmlns:a="http://schemas.openxmlformats.org/drawingml/2006/main">
            <a:pathLst>
              <a:path w="207790" h="190593">
                <a:moveTo>
                  <a:pt x="207790" y="95297"/>
                </a:moveTo>
                <a:lnTo>
                  <a:pt x="0" y="190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40" name="SEC-084-20">
            <a:extLst xmlns:a="http://schemas.openxmlformats.org/drawingml/2006/main">
              <a:ext uri="{FF2B5EF4-FFF2-40B4-BE49-F238E27FC236}">
                <a16:creationId xmlns:a16="http://schemas.microsoft.com/office/drawing/2014/main" id="{980E80E5-9212-43CE-ACCF-22160BF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1262063"/>
            <a:ext cx="1752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1" name="path-21">
            <a:extLst xmlns:a="http://schemas.openxmlformats.org/drawingml/2006/main">
              <a:ext uri="{FF2B5EF4-FFF2-40B4-BE49-F238E27FC236}">
                <a16:creationId xmlns:a16="http://schemas.microsoft.com/office/drawing/2014/main" id="{40A94D63-E050-43C3-9718-2A241CC5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7560" y="1181053"/>
            <a:ext cx="207790" cy="190593"/>
          </a:xfrm>
          <a:custGeom xmlns:a="http://schemas.openxmlformats.org/drawingml/2006/main">
            <a:pathLst>
              <a:path w="207790" h="190593">
                <a:moveTo>
                  <a:pt x="207790" y="95297"/>
                </a:moveTo>
                <a:lnTo>
                  <a:pt x="0" y="190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42" name="SEC-084-22">
            <a:extLst xmlns:a="http://schemas.openxmlformats.org/drawingml/2006/main">
              <a:ext uri="{FF2B5EF4-FFF2-40B4-BE49-F238E27FC236}">
                <a16:creationId xmlns:a16="http://schemas.microsoft.com/office/drawing/2014/main" id="{2C06FB69-1196-4715-8A51-D546338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3157538"/>
            <a:ext cx="1724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3" name="path-23">
            <a:extLst xmlns:a="http://schemas.openxmlformats.org/drawingml/2006/main">
              <a:ext uri="{FF2B5EF4-FFF2-40B4-BE49-F238E27FC236}">
                <a16:creationId xmlns:a16="http://schemas.microsoft.com/office/drawing/2014/main" id="{FB54CA6F-EBE3-4B55-9CA1-44817AB3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085" y="3076528"/>
            <a:ext cx="207790" cy="190593"/>
          </a:xfrm>
          <a:custGeom xmlns:a="http://schemas.openxmlformats.org/drawingml/2006/main">
            <a:pathLst>
              <a:path w="207790" h="190593">
                <a:moveTo>
                  <a:pt x="207790" y="95297"/>
                </a:moveTo>
                <a:lnTo>
                  <a:pt x="0" y="190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44" name="SEC-084-24">
            <a:extLst xmlns:a="http://schemas.openxmlformats.org/drawingml/2006/main">
              <a:ext uri="{FF2B5EF4-FFF2-40B4-BE49-F238E27FC236}">
                <a16:creationId xmlns:a16="http://schemas.microsoft.com/office/drawing/2014/main" id="{509F969F-C97A-458F-9200-8234D60D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09550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Shortcuts</a:t>
            </a:r>
          </a:p>
        </p:txBody>
      </p:sp>
      <p:sp>
        <p:nvSpPr>
          <p:cNvPr id="45" name="SEC-084-25">
            <a:extLst xmlns:a="http://schemas.openxmlformats.org/drawingml/2006/main">
              <a:ext uri="{FF2B5EF4-FFF2-40B4-BE49-F238E27FC236}">
                <a16:creationId xmlns:a16="http://schemas.microsoft.com/office/drawing/2014/main" id="{A9D3CBDE-59B3-40F6-9474-8B693C65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2295525"/>
            <a:ext cx="2447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IFTTT Applets</a:t>
            </a:r>
          </a:p>
        </p:txBody>
      </p:sp>
      <p:sp>
        <p:nvSpPr>
          <p:cNvPr id="46" name="SEC-084-26">
            <a:extLst xmlns:a="http://schemas.openxmlformats.org/drawingml/2006/main">
              <a:ext uri="{FF2B5EF4-FFF2-40B4-BE49-F238E27FC236}">
                <a16:creationId xmlns:a16="http://schemas.microsoft.com/office/drawing/2014/main" id="{A2778396-061A-4BAF-97E2-044379E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953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Intents</a:t>
            </a:r>
          </a:p>
        </p:txBody>
      </p:sp>
      <p:sp>
        <p:nvSpPr>
          <p:cNvPr id="47" name="SEC-084-27">
            <a:extLst xmlns:a="http://schemas.openxmlformats.org/drawingml/2006/main">
              <a:ext uri="{FF2B5EF4-FFF2-40B4-BE49-F238E27FC236}">
                <a16:creationId xmlns:a16="http://schemas.microsoft.com/office/drawing/2014/main" id="{46855AFA-41E2-4C96-9F59-A22FE2D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26479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Webhooks</a:t>
            </a:r>
          </a:p>
        </p:txBody>
      </p:sp>
      <p:sp>
        <p:nvSpPr>
          <p:cNvPr id="48" name="SEC-084-28">
            <a:extLst xmlns:a="http://schemas.openxmlformats.org/drawingml/2006/main">
              <a:ext uri="{FF2B5EF4-FFF2-40B4-BE49-F238E27FC236}">
                <a16:creationId xmlns:a16="http://schemas.microsoft.com/office/drawing/2014/main" id="{A731EE7F-3EDB-4DDF-A86A-4CBFFB0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5" y="3648075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Locked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phone</a:t>
            </a:r>
          </a:p>
        </p:txBody>
      </p:sp>
      <p:sp>
        <p:nvSpPr>
          <p:cNvPr id="49" name="SEC-084-29">
            <a:extLst xmlns:a="http://schemas.openxmlformats.org/drawingml/2006/main">
              <a:ext uri="{FF2B5EF4-FFF2-40B4-BE49-F238E27FC236}">
                <a16:creationId xmlns:a16="http://schemas.microsoft.com/office/drawing/2014/main" id="{616A87BA-052A-47D0-B4B5-8F6A760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3829050"/>
            <a:ext cx="325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Automation Tools</a:t>
            </a:r>
          </a:p>
        </p:txBody>
      </p:sp>
      <p:sp>
        <p:nvSpPr>
          <p:cNvPr id="50" name="SEC-084-30">
            <a:extLst xmlns:a="http://schemas.openxmlformats.org/drawingml/2006/main">
              <a:ext uri="{FF2B5EF4-FFF2-40B4-BE49-F238E27FC236}">
                <a16:creationId xmlns:a16="http://schemas.microsoft.com/office/drawing/2014/main" id="{6B6F2F15-1F91-423A-8F3C-A76063DE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8150" y="1676400"/>
            <a:ext cx="1838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Tesla App</a:t>
            </a:r>
          </a:p>
        </p:txBody>
      </p:sp>
      <p:sp>
        <p:nvSpPr>
          <p:cNvPr id="51" name="SEC-084-31">
            <a:extLst xmlns:a="http://schemas.openxmlformats.org/drawingml/2006/main">
              <a:ext uri="{FF2B5EF4-FFF2-40B4-BE49-F238E27FC236}">
                <a16:creationId xmlns:a16="http://schemas.microsoft.com/office/drawing/2014/main" id="{89B5EC0B-DC17-48A0-B082-48080B05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425" y="3695700"/>
            <a:ext cx="1228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Tessie</a:t>
            </a:r>
          </a:p>
        </p:txBody>
      </p:sp>
      <p:sp>
        <p:nvSpPr>
          <p:cNvPr id="52" name="path-32">
            <a:extLst xmlns:a="http://schemas.openxmlformats.org/drawingml/2006/main">
              <a:ext uri="{FF2B5EF4-FFF2-40B4-BE49-F238E27FC236}">
                <a16:creationId xmlns:a16="http://schemas.microsoft.com/office/drawing/2014/main" id="{BE680C0A-3B06-4D80-976D-DAD7751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1266825"/>
            <a:ext cx="1428750" cy="514350"/>
          </a:xfrm>
          <a:custGeom xmlns:a="http://schemas.openxmlformats.org/drawingml/2006/main">
            <a:pathLst>
              <a:path w="1428750" h="514350">
                <a:moveTo>
                  <a:pt x="0" y="0"/>
                </a:moveTo>
                <a:lnTo>
                  <a:pt x="142875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111"/>
            </a:solidFill>
          </a:ln>
        </p:spPr>
      </p:sp>
      <p:sp>
        <p:nvSpPr>
          <p:cNvPr id="53" name="path-33">
            <a:extLst xmlns:a="http://schemas.openxmlformats.org/drawingml/2006/main">
              <a:ext uri="{FF2B5EF4-FFF2-40B4-BE49-F238E27FC236}">
                <a16:creationId xmlns:a16="http://schemas.microsoft.com/office/drawing/2014/main" id="{500E0D54-4A3F-483D-9B1E-B7F54861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3056" y="1627798"/>
            <a:ext cx="218294" cy="171855"/>
          </a:xfrm>
          <a:custGeom xmlns:a="http://schemas.openxmlformats.org/drawingml/2006/main">
            <a:pathLst>
              <a:path w="218294" h="171855">
                <a:moveTo>
                  <a:pt x="218294" y="153377"/>
                </a:moveTo>
                <a:lnTo>
                  <a:pt x="0" y="171855"/>
                </a:lnTo>
                <a:lnTo>
                  <a:pt x="61868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54" name="path-34">
            <a:extLst xmlns:a="http://schemas.openxmlformats.org/drawingml/2006/main">
              <a:ext uri="{FF2B5EF4-FFF2-40B4-BE49-F238E27FC236}">
                <a16:creationId xmlns:a16="http://schemas.microsoft.com/office/drawing/2014/main" id="{D85A322D-736B-41DC-83DA-4B8D5B56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2628900"/>
            <a:ext cx="1419225" cy="533400"/>
          </a:xfrm>
          <a:custGeom xmlns:a="http://schemas.openxmlformats.org/drawingml/2006/main">
            <a:pathLst>
              <a:path w="1419225" h="533400">
                <a:moveTo>
                  <a:pt x="0" y="53340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111"/>
            </a:solidFill>
          </a:ln>
        </p:spPr>
      </p:sp>
      <p:sp>
        <p:nvSpPr>
          <p:cNvPr id="55" name="path-35">
            <a:extLst xmlns:a="http://schemas.openxmlformats.org/drawingml/2006/main">
              <a:ext uri="{FF2B5EF4-FFF2-40B4-BE49-F238E27FC236}">
                <a16:creationId xmlns:a16="http://schemas.microsoft.com/office/drawing/2014/main" id="{E27623C9-3A8B-4797-8CA7-5C549A84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819" y="2613469"/>
            <a:ext cx="218531" cy="170975"/>
          </a:xfrm>
          <a:custGeom xmlns:a="http://schemas.openxmlformats.org/drawingml/2006/main">
            <a:pathLst>
              <a:path w="218531" h="170975">
                <a:moveTo>
                  <a:pt x="218531" y="15431"/>
                </a:moveTo>
                <a:lnTo>
                  <a:pt x="64259" y="1709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56" name="SEC-084-36">
            <a:extLst xmlns:a="http://schemas.openxmlformats.org/drawingml/2006/main">
              <a:ext uri="{FF2B5EF4-FFF2-40B4-BE49-F238E27FC236}">
                <a16:creationId xmlns:a16="http://schemas.microsoft.com/office/drawing/2014/main" id="{F9B9B7B5-DE8D-4A9A-A156-BCAC8F8F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0" y="2357438"/>
            <a:ext cx="1457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7" name="path-37">
            <a:extLst xmlns:a="http://schemas.openxmlformats.org/drawingml/2006/main">
              <a:ext uri="{FF2B5EF4-FFF2-40B4-BE49-F238E27FC236}">
                <a16:creationId xmlns:a16="http://schemas.microsoft.com/office/drawing/2014/main" id="{A17B2513-331F-4F8D-B3D5-3E337C4F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720" y="2268487"/>
            <a:ext cx="225105" cy="206476"/>
          </a:xfrm>
          <a:custGeom xmlns:a="http://schemas.openxmlformats.org/drawingml/2006/main">
            <a:pathLst>
              <a:path w="225105" h="206476">
                <a:moveTo>
                  <a:pt x="225105" y="103238"/>
                </a:moveTo>
                <a:lnTo>
                  <a:pt x="0" y="2064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58" name="SEC-084-38">
            <a:extLst xmlns:a="http://schemas.openxmlformats.org/drawingml/2006/main">
              <a:ext uri="{FF2B5EF4-FFF2-40B4-BE49-F238E27FC236}">
                <a16:creationId xmlns:a16="http://schemas.microsoft.com/office/drawing/2014/main" id="{303829DF-125E-4CA8-B144-09917B3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25700" y="26670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59" name="path-39">
            <a:extLst xmlns:a="http://schemas.openxmlformats.org/drawingml/2006/main">
              <a:ext uri="{FF2B5EF4-FFF2-40B4-BE49-F238E27FC236}">
                <a16:creationId xmlns:a16="http://schemas.microsoft.com/office/drawing/2014/main" id="{E22753BE-D115-417D-BD00-8B3A381A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333500"/>
            <a:ext cx="1343025" cy="704850"/>
          </a:xfrm>
          <a:custGeom xmlns:a="http://schemas.openxmlformats.org/drawingml/2006/main">
            <a:pathLst>
              <a:path w="1343025" h="704850">
                <a:moveTo>
                  <a:pt x="1343025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ot"/>
          </a:ln>
        </p:spPr>
      </p:sp>
      <p:sp>
        <p:nvSpPr>
          <p:cNvPr id="60" name="path-40">
            <a:extLst xmlns:a="http://schemas.openxmlformats.org/drawingml/2006/main">
              <a:ext uri="{FF2B5EF4-FFF2-40B4-BE49-F238E27FC236}">
                <a16:creationId xmlns:a16="http://schemas.microsoft.com/office/drawing/2014/main" id="{ECF7F911-A7F5-43B1-8651-11FF8E7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971675"/>
            <a:ext cx="133350" cy="66675"/>
          </a:xfrm>
          <a:custGeom xmlns:a="http://schemas.openxmlformats.org/drawingml/2006/main">
            <a:pathLst>
              <a:path w="133350" h="66675">
                <a:moveTo>
                  <a:pt x="13335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61" name="path-41">
            <a:extLst xmlns:a="http://schemas.openxmlformats.org/drawingml/2006/main">
              <a:ext uri="{FF2B5EF4-FFF2-40B4-BE49-F238E27FC236}">
                <a16:creationId xmlns:a16="http://schemas.microsoft.com/office/drawing/2014/main" id="{8DC2A21D-E7CE-4B5B-B57E-C8701D57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867611"/>
            <a:ext cx="218951" cy="170739"/>
          </a:xfrm>
          <a:custGeom xmlns:a="http://schemas.openxmlformats.org/drawingml/2006/main">
            <a:pathLst>
              <a:path w="218951" h="170739">
                <a:moveTo>
                  <a:pt x="0" y="170739"/>
                </a:moveTo>
                <a:lnTo>
                  <a:pt x="137267" y="0"/>
                </a:lnTo>
                <a:lnTo>
                  <a:pt x="218951" y="16336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62" name="path-42">
            <a:extLst xmlns:a="http://schemas.openxmlformats.org/drawingml/2006/main">
              <a:ext uri="{FF2B5EF4-FFF2-40B4-BE49-F238E27FC236}">
                <a16:creationId xmlns:a16="http://schemas.microsoft.com/office/drawing/2014/main" id="{78E138A0-FC50-4DF9-831B-B0FCBEBB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05100"/>
            <a:ext cx="1362075" cy="600075"/>
          </a:xfrm>
          <a:custGeom xmlns:a="http://schemas.openxmlformats.org/drawingml/2006/main">
            <a:pathLst>
              <a:path w="1362075" h="600075">
                <a:moveTo>
                  <a:pt x="1362075" y="600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ot"/>
          </a:ln>
        </p:spPr>
      </p:sp>
      <p:sp>
        <p:nvSpPr>
          <p:cNvPr id="63" name="path-43">
            <a:extLst xmlns:a="http://schemas.openxmlformats.org/drawingml/2006/main">
              <a:ext uri="{FF2B5EF4-FFF2-40B4-BE49-F238E27FC236}">
                <a16:creationId xmlns:a16="http://schemas.microsoft.com/office/drawing/2014/main" id="{FEC00100-B0D4-42B1-85BB-CD034D45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05100"/>
            <a:ext cx="142875" cy="66675"/>
          </a:xfrm>
          <a:custGeom xmlns:a="http://schemas.openxmlformats.org/drawingml/2006/main">
            <a:pathLst>
              <a:path w="142875" h="66675">
                <a:moveTo>
                  <a:pt x="142875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64" name="path-44">
            <a:extLst xmlns:a="http://schemas.openxmlformats.org/drawingml/2006/main">
              <a:ext uri="{FF2B5EF4-FFF2-40B4-BE49-F238E27FC236}">
                <a16:creationId xmlns:a16="http://schemas.microsoft.com/office/drawing/2014/main" id="{FB93098F-CB7A-4A99-B02B-77FA7C8D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05100"/>
            <a:ext cx="219070" cy="166968"/>
          </a:xfrm>
          <a:custGeom xmlns:a="http://schemas.openxmlformats.org/drawingml/2006/main">
            <a:pathLst>
              <a:path w="219070" h="166968">
                <a:moveTo>
                  <a:pt x="0" y="0"/>
                </a:moveTo>
                <a:lnTo>
                  <a:pt x="219070" y="1452"/>
                </a:lnTo>
                <a:lnTo>
                  <a:pt x="141829" y="16696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</p:spTree>
    <p:extLst>
      <p:ext uri="{BB962C8B-B14F-4D97-AF65-F5344CB8AC3E}">
        <p14:creationId xmlns:p14="http://schemas.microsoft.com/office/powerpoint/2010/main" val="1377321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2026-09-08T03:12:57.1460000Z</dcterms:created>
  <dcterms:modified xsi:type="dcterms:W3CDTF">2026-09-08T03:12:57.1460000Z</dcterms:modified>
</coreProperties>
</file>