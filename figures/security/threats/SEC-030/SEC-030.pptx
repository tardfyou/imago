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ee8c9aa5cf45eb" /><Relationship Type="http://schemas.openxmlformats.org/officeDocument/2006/relationships/extended-properties" Target="/docProps/app.xml" Id="R67d2d4194c7548e4" /><Relationship Type="http://schemas.openxmlformats.org/officeDocument/2006/relationships/officeDocument" Target="/ppt/presentation.xml" Id="Ra50153d4806c40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235a475f0b4ec3"/>
  </p:sldMasterIdLst>
  <p:notesMasterIdLst>
    <p:notesMasterId xmlns:r="http://schemas.openxmlformats.org/officeDocument/2006/relationships" r:id="R1d8ff31bc7544b6c"/>
  </p:notesMasterIdLst>
  <p:sldIdLst>
    <p:sldId xmlns:r="http://schemas.openxmlformats.org/officeDocument/2006/relationships" id="256" r:id="R464d2c637ff940c1"/>
  </p:sldIdLst>
  <p:sldSz cx="16192500" cy="83915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b253292e164d02" /><Relationship Type="http://schemas.openxmlformats.org/officeDocument/2006/relationships/slideMaster" Target="/ppt/slideMasters/slideMaster1.xml" Id="Rc0235a475f0b4ec3" /><Relationship Type="http://schemas.openxmlformats.org/officeDocument/2006/relationships/notesMaster" Target="/ppt/notesMasters/notesMaster1.xml" Id="R1d8ff31bc7544b6c" /><Relationship Type="http://schemas.openxmlformats.org/officeDocument/2006/relationships/presProps" Target="/ppt/presProps.xml" Id="R90078cedf56f4588" /><Relationship Type="http://schemas.openxmlformats.org/officeDocument/2006/relationships/tableStyles" Target="/ppt/tableStyles.xml" Id="R07c43136ceb240a4" /><Relationship Type="http://schemas.openxmlformats.org/officeDocument/2006/relationships/slide" Target="/ppt/slides/slide1.xml" Id="R464d2c637ff940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ef66d45dc041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6618579c334809" /><Relationship Type="http://schemas.openxmlformats.org/officeDocument/2006/relationships/notesMaster" Target="/ppt/notesMasters/notesMaster1.xml" Id="R6e2311dd92ab4ce2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素材ID：SEC-030</ns1:t>
            </ns1:r>
          </ns1:p>
          <ns1:p>
            <ns1:r>
              <ns1:t>论文：UntrustIDE: Exploiting Weaknesses in VS Code Extensions</ns1:t>
            </ns1:r>
          </ns1:p>
          <ns1:p>
            <ns1:r>
              <ns1:t>会议：NDSS 2024</ns1:t>
            </ns1:r>
          </ns1:p>
          <ns1:p>
            <ns1:r>
              <ns1:t>奖项：Distinguished Paper Award</ns1:t>
            </ns1:r>
          </ns1:p>
          <ns1:p>
            <ns1:r>
              <ns1:t>图号：Figure 1，PDF第3页</ns1:t>
            </ns1:r>
          </ns1:p>
          <ns1:p>
            <ns1:r>
              <ns1:t>类型：威胁模型</ns1:t>
            </ns1:r>
          </ns1:p>
          <ns1:p>
            <ns1:r>
              <ns1:t>借鉴点：工作站、编辑器、工作区嵌套色块表示信任边界，红色入口箭头标出攻击者控制点。</ns1:t>
            </ns1:r>
          </ns1:p>
          <ns1:p>
            <ns1:r>
              <ns1:t>论文URL：https://www.ndss-symposium.org/wp-content/uploads/2024-73-paper.pdf</ns1:t>
            </ns1:r>
          </ns1:p>
          <ns1:p>
            <ns1:r>
              <ns1:t>官方获奖URL：https://www.ndss-symposium.org/ndss2024/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11e80f8df94a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9e546a1d5848f7" /><Relationship Type="http://schemas.openxmlformats.org/officeDocument/2006/relationships/slideLayout" Target="/ppt/slideLayouts/slideLayout1.xml" Id="R9a1971c868394d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1971c868394d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78a4ae1c284c88" /><Relationship Type="http://schemas.openxmlformats.org/officeDocument/2006/relationships/image" Target="/ppt/media/image.png" Id="R04ab34cacc924632" /><Relationship Type="http://schemas.openxmlformats.org/officeDocument/2006/relationships/image" Target="/ppt/media/image2.png" Id="Re31fad6ba6684b63" /><Relationship Type="http://schemas.openxmlformats.org/officeDocument/2006/relationships/image" Target="/ppt/media/image3.png" Id="R6e3fea9ef73a47ca" /><Relationship Type="http://schemas.openxmlformats.org/officeDocument/2006/relationships/image" Target="/ppt/media/image4.png" Id="R6b4dc8d096234cb6" /><Relationship Type="http://schemas.openxmlformats.org/officeDocument/2006/relationships/notesSlide" Target="/ppt/notesSlides/notesSlide1.xml" Id="R192feea02b1d4d9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SEC-030-1">
            <a:extLst xmlns:a="http://schemas.openxmlformats.org/drawingml/2006/main">
              <a:ext uri="{FF2B5EF4-FFF2-40B4-BE49-F238E27FC236}">
                <a16:creationId xmlns:a16="http://schemas.microsoft.com/office/drawing/2014/main" id="{E82C1231-6B45-416C-9F52-4B8B1B2D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" y="133350"/>
            <a:ext cx="13096875" cy="8029575"/>
          </a:xfrm>
          <a:prstGeom xmlns:a="http://schemas.openxmlformats.org/drawingml/2006/main" prst="roundRect">
            <a:avLst>
              <a:gd name="adj" fmla="val 10676"/>
            </a:avLst>
          </a:prstGeom>
          <a:solidFill xmlns:a="http://schemas.openxmlformats.org/drawingml/2006/main">
            <a:srgbClr val="D5E8D4"/>
          </a:solidFill>
          <a:ln xmlns:a="http://schemas.openxmlformats.org/drawingml/2006/main" w="0">
            <a:noFill/>
          </a:ln>
        </p:spPr>
      </p:sp>
      <p:sp>
        <p:nvSpPr>
          <p:cNvPr id="2" name="SEC-030-2">
            <a:extLst xmlns:a="http://schemas.openxmlformats.org/drawingml/2006/main">
              <a:ext uri="{FF2B5EF4-FFF2-40B4-BE49-F238E27FC236}">
                <a16:creationId xmlns:a16="http://schemas.microsoft.com/office/drawing/2014/main" id="{DB095100-E5A2-4EFD-B7D2-3BB80261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925" y="1000125"/>
            <a:ext cx="10029825" cy="5238750"/>
          </a:xfrm>
          <a:prstGeom xmlns:a="http://schemas.openxmlformats.org/drawingml/2006/main" prst="roundRect">
            <a:avLst>
              <a:gd name="adj" fmla="val 17273"/>
            </a:avLst>
          </a:prstGeom>
          <a:solidFill xmlns:a="http://schemas.openxmlformats.org/drawingml/2006/main">
            <a:srgbClr val="DAE8FC"/>
          </a:solidFill>
          <a:ln xmlns:a="http://schemas.openxmlformats.org/drawingml/2006/main" w="0">
            <a:noFill/>
          </a:ln>
        </p:spPr>
      </p:sp>
      <p:sp>
        <p:nvSpPr>
          <p:cNvPr id="3" name="SEC-030-3">
            <a:extLst xmlns:a="http://schemas.openxmlformats.org/drawingml/2006/main">
              <a:ext uri="{FF2B5EF4-FFF2-40B4-BE49-F238E27FC236}">
                <a16:creationId xmlns:a16="http://schemas.microsoft.com/office/drawing/2014/main" id="{69E05596-2DBD-4C14-A364-E9F2D56F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1866900"/>
            <a:ext cx="3933825" cy="3257550"/>
          </a:xfrm>
          <a:prstGeom xmlns:a="http://schemas.openxmlformats.org/drawingml/2006/main" prst="roundRect">
            <a:avLst>
              <a:gd name="adj" fmla="val 16374"/>
            </a:avLst>
          </a:prstGeom>
          <a:solidFill xmlns:a="http://schemas.openxmlformats.org/drawingml/2006/main">
            <a:srgbClr val="FFF2CC"/>
          </a:solidFill>
          <a:ln xmlns:a="http://schemas.openxmlformats.org/drawingml/2006/main" w="0">
            <a:noFill/>
          </a:ln>
        </p:spPr>
      </p:sp>
      <p:sp>
        <p:nvSpPr>
          <p:cNvPr id="4" name="SEC-030-4">
            <a:extLst xmlns:a="http://schemas.openxmlformats.org/drawingml/2006/main">
              <a:ext uri="{FF2B5EF4-FFF2-40B4-BE49-F238E27FC236}">
                <a16:creationId xmlns:a16="http://schemas.microsoft.com/office/drawing/2014/main" id="{D3C8B15C-6C62-424F-BB34-0862103AB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1075" y="23812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5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workstation</a:t>
            </a:r>
          </a:p>
        </p:txBody>
      </p:sp>
      <p:sp>
        <p:nvSpPr>
          <p:cNvPr id="5" name="SEC-030-5">
            <a:extLst xmlns:a="http://schemas.openxmlformats.org/drawingml/2006/main">
              <a:ext uri="{FF2B5EF4-FFF2-40B4-BE49-F238E27FC236}">
                <a16:creationId xmlns:a16="http://schemas.microsoft.com/office/drawing/2014/main" id="{FCDFF6D8-FA27-4D5C-885E-045A0801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112395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5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vscode</a:t>
            </a:r>
          </a:p>
        </p:txBody>
      </p:sp>
      <p:sp>
        <p:nvSpPr>
          <p:cNvPr id="6" name="SEC-030-6">
            <a:extLst xmlns:a="http://schemas.openxmlformats.org/drawingml/2006/main">
              <a:ext uri="{FF2B5EF4-FFF2-40B4-BE49-F238E27FC236}">
                <a16:creationId xmlns:a16="http://schemas.microsoft.com/office/drawing/2014/main" id="{7C9A6FBD-A5DE-43D4-B520-592C763AA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1971675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vscode workspace</a:t>
            </a:r>
          </a:p>
        </p:txBody>
      </p:sp>
      <p:sp>
        <p:nvSpPr>
          <p:cNvPr id="7" name="path-7">
            <a:extLst xmlns:a="http://schemas.openxmlformats.org/drawingml/2006/main">
              <a:ext uri="{FF2B5EF4-FFF2-40B4-BE49-F238E27FC236}">
                <a16:creationId xmlns:a16="http://schemas.microsoft.com/office/drawing/2014/main" id="{1C04C4A1-2BA8-484B-ACCC-4157C0B0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151603"/>
            <a:ext cx="2628900" cy="544097"/>
          </a:xfrm>
          <a:custGeom xmlns:a="http://schemas.openxmlformats.org/drawingml/2006/main">
            <a:pathLst>
              <a:path w="2628900" h="544097">
                <a:moveTo>
                  <a:pt x="0" y="296447"/>
                </a:moveTo>
                <a:lnTo>
                  <a:pt x="85016" y="262478"/>
                </a:lnTo>
                <a:lnTo>
                  <a:pt x="167278" y="230580"/>
                </a:lnTo>
                <a:lnTo>
                  <a:pt x="246926" y="200752"/>
                </a:lnTo>
                <a:lnTo>
                  <a:pt x="324098" y="172993"/>
                </a:lnTo>
                <a:lnTo>
                  <a:pt x="398934" y="147302"/>
                </a:lnTo>
                <a:lnTo>
                  <a:pt x="471573" y="123679"/>
                </a:lnTo>
                <a:lnTo>
                  <a:pt x="542155" y="102121"/>
                </a:lnTo>
                <a:lnTo>
                  <a:pt x="610819" y="82630"/>
                </a:lnTo>
                <a:lnTo>
                  <a:pt x="677704" y="65202"/>
                </a:lnTo>
                <a:lnTo>
                  <a:pt x="742950" y="49839"/>
                </a:lnTo>
                <a:lnTo>
                  <a:pt x="806695" y="36538"/>
                </a:lnTo>
                <a:lnTo>
                  <a:pt x="869080" y="25299"/>
                </a:lnTo>
                <a:lnTo>
                  <a:pt x="930243" y="16120"/>
                </a:lnTo>
                <a:lnTo>
                  <a:pt x="990324" y="9002"/>
                </a:lnTo>
                <a:lnTo>
                  <a:pt x="1049462" y="3944"/>
                </a:lnTo>
                <a:lnTo>
                  <a:pt x="1107796" y="943"/>
                </a:lnTo>
                <a:lnTo>
                  <a:pt x="1165465" y="0"/>
                </a:lnTo>
                <a:lnTo>
                  <a:pt x="1222610" y="1113"/>
                </a:lnTo>
                <a:lnTo>
                  <a:pt x="1279369" y="4282"/>
                </a:lnTo>
                <a:lnTo>
                  <a:pt x="1335881" y="9506"/>
                </a:lnTo>
                <a:lnTo>
                  <a:pt x="1392287" y="16784"/>
                </a:lnTo>
                <a:lnTo>
                  <a:pt x="1448724" y="26114"/>
                </a:lnTo>
                <a:lnTo>
                  <a:pt x="1505333" y="37497"/>
                </a:lnTo>
                <a:lnTo>
                  <a:pt x="1562252" y="50930"/>
                </a:lnTo>
                <a:lnTo>
                  <a:pt x="1619622" y="66414"/>
                </a:lnTo>
                <a:lnTo>
                  <a:pt x="1677581" y="83948"/>
                </a:lnTo>
                <a:lnTo>
                  <a:pt x="1736269" y="103529"/>
                </a:lnTo>
                <a:lnTo>
                  <a:pt x="1795824" y="125159"/>
                </a:lnTo>
                <a:lnTo>
                  <a:pt x="1856387" y="148835"/>
                </a:lnTo>
                <a:lnTo>
                  <a:pt x="1918097" y="174556"/>
                </a:lnTo>
                <a:lnTo>
                  <a:pt x="1981092" y="202323"/>
                </a:lnTo>
                <a:lnTo>
                  <a:pt x="2045513" y="232134"/>
                </a:lnTo>
                <a:lnTo>
                  <a:pt x="2111498" y="263988"/>
                </a:lnTo>
                <a:lnTo>
                  <a:pt x="2179187" y="297884"/>
                </a:lnTo>
                <a:lnTo>
                  <a:pt x="2248719" y="333821"/>
                </a:lnTo>
                <a:lnTo>
                  <a:pt x="2320233" y="371799"/>
                </a:lnTo>
                <a:lnTo>
                  <a:pt x="2393869" y="411816"/>
                </a:lnTo>
                <a:lnTo>
                  <a:pt x="2469766" y="453872"/>
                </a:lnTo>
                <a:lnTo>
                  <a:pt x="2548063" y="497966"/>
                </a:lnTo>
                <a:lnTo>
                  <a:pt x="2628900" y="544097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B51A1A"/>
            </a:solidFill>
          </a:ln>
        </p:spPr>
      </p:sp>
      <p:sp>
        <p:nvSpPr>
          <p:cNvPr id="8" name="path-8">
            <a:extLst xmlns:a="http://schemas.openxmlformats.org/drawingml/2006/main">
              <a:ext uri="{FF2B5EF4-FFF2-40B4-BE49-F238E27FC236}">
                <a16:creationId xmlns:a16="http://schemas.microsoft.com/office/drawing/2014/main" id="{9E23CCFF-7576-4400-862C-44B0666C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3208" y="3486724"/>
            <a:ext cx="256167" cy="208976"/>
          </a:xfrm>
          <a:custGeom xmlns:a="http://schemas.openxmlformats.org/drawingml/2006/main">
            <a:pathLst>
              <a:path w="256167" h="208976">
                <a:moveTo>
                  <a:pt x="256167" y="208976"/>
                </a:moveTo>
                <a:lnTo>
                  <a:pt x="0" y="186228"/>
                </a:lnTo>
                <a:lnTo>
                  <a:pt x="106273" y="0"/>
                </a:lnTo>
                <a:close/>
              </a:path>
            </a:pathLst>
          </a:custGeom>
          <a:solidFill xmlns:a="http://schemas.openxmlformats.org/drawingml/2006/main">
            <a:srgbClr val="B51A1A"/>
          </a:solidFill>
          <a:ln xmlns:a="http://schemas.openxmlformats.org/drawingml/2006/main" w="0">
            <a:solidFill>
              <a:srgbClr val="B51A1A"/>
            </a:solidFill>
          </a:ln>
        </p:spPr>
      </p:sp>
      <p:sp>
        <p:nvSpPr>
          <p:cNvPr id="9" name="path-9">
            <a:extLst xmlns:a="http://schemas.openxmlformats.org/drawingml/2006/main">
              <a:ext uri="{FF2B5EF4-FFF2-40B4-BE49-F238E27FC236}">
                <a16:creationId xmlns:a16="http://schemas.microsoft.com/office/drawing/2014/main" id="{86E014C5-786C-4126-8A5C-041C59B66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171950"/>
            <a:ext cx="2628900" cy="513672"/>
          </a:xfrm>
          <a:custGeom xmlns:a="http://schemas.openxmlformats.org/drawingml/2006/main">
            <a:pathLst>
              <a:path w="2628900" h="513672">
                <a:moveTo>
                  <a:pt x="2628900" y="0"/>
                </a:moveTo>
                <a:lnTo>
                  <a:pt x="2554053" y="56664"/>
                </a:lnTo>
                <a:lnTo>
                  <a:pt x="2479538" y="109555"/>
                </a:lnTo>
                <a:lnTo>
                  <a:pt x="2405367" y="158759"/>
                </a:lnTo>
                <a:lnTo>
                  <a:pt x="2331549" y="204359"/>
                </a:lnTo>
                <a:lnTo>
                  <a:pt x="2258095" y="246441"/>
                </a:lnTo>
                <a:lnTo>
                  <a:pt x="2185016" y="285089"/>
                </a:lnTo>
                <a:lnTo>
                  <a:pt x="2112323" y="320389"/>
                </a:lnTo>
                <a:lnTo>
                  <a:pt x="2040026" y="352425"/>
                </a:lnTo>
                <a:lnTo>
                  <a:pt x="1968137" y="381282"/>
                </a:lnTo>
                <a:lnTo>
                  <a:pt x="1896666" y="407045"/>
                </a:lnTo>
                <a:lnTo>
                  <a:pt x="1825623" y="429799"/>
                </a:lnTo>
                <a:lnTo>
                  <a:pt x="1755019" y="449628"/>
                </a:lnTo>
                <a:lnTo>
                  <a:pt x="1684866" y="466617"/>
                </a:lnTo>
                <a:lnTo>
                  <a:pt x="1615173" y="480852"/>
                </a:lnTo>
                <a:lnTo>
                  <a:pt x="1545952" y="492416"/>
                </a:lnTo>
                <a:lnTo>
                  <a:pt x="1477213" y="501396"/>
                </a:lnTo>
                <a:lnTo>
                  <a:pt x="1408967" y="507875"/>
                </a:lnTo>
                <a:lnTo>
                  <a:pt x="1341225" y="511939"/>
                </a:lnTo>
                <a:lnTo>
                  <a:pt x="1273997" y="513672"/>
                </a:lnTo>
                <a:lnTo>
                  <a:pt x="1207294" y="513159"/>
                </a:lnTo>
                <a:lnTo>
                  <a:pt x="1141127" y="510486"/>
                </a:lnTo>
                <a:lnTo>
                  <a:pt x="1075506" y="505736"/>
                </a:lnTo>
                <a:lnTo>
                  <a:pt x="1010442" y="498995"/>
                </a:lnTo>
                <a:lnTo>
                  <a:pt x="945947" y="490347"/>
                </a:lnTo>
                <a:lnTo>
                  <a:pt x="882030" y="479878"/>
                </a:lnTo>
                <a:lnTo>
                  <a:pt x="818702" y="467672"/>
                </a:lnTo>
                <a:lnTo>
                  <a:pt x="755975" y="453813"/>
                </a:lnTo>
                <a:lnTo>
                  <a:pt x="693858" y="438388"/>
                </a:lnTo>
                <a:lnTo>
                  <a:pt x="632363" y="421481"/>
                </a:lnTo>
                <a:lnTo>
                  <a:pt x="571500" y="403175"/>
                </a:lnTo>
                <a:lnTo>
                  <a:pt x="511280" y="383558"/>
                </a:lnTo>
                <a:lnTo>
                  <a:pt x="451714" y="362712"/>
                </a:lnTo>
                <a:lnTo>
                  <a:pt x="392812" y="340723"/>
                </a:lnTo>
                <a:lnTo>
                  <a:pt x="334585" y="317677"/>
                </a:lnTo>
                <a:lnTo>
                  <a:pt x="277044" y="293656"/>
                </a:lnTo>
                <a:lnTo>
                  <a:pt x="220199" y="268748"/>
                </a:lnTo>
                <a:lnTo>
                  <a:pt x="164062" y="243036"/>
                </a:lnTo>
                <a:lnTo>
                  <a:pt x="108642" y="216604"/>
                </a:lnTo>
                <a:lnTo>
                  <a:pt x="53951" y="189539"/>
                </a:lnTo>
                <a:lnTo>
                  <a:pt x="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11111"/>
            </a:solidFill>
          </a:ln>
        </p:spPr>
      </p:sp>
      <p:sp>
        <p:nvSpPr>
          <p:cNvPr id="10" name="path-10">
            <a:extLst xmlns:a="http://schemas.openxmlformats.org/drawingml/2006/main">
              <a:ext uri="{FF2B5EF4-FFF2-40B4-BE49-F238E27FC236}">
                <a16:creationId xmlns:a16="http://schemas.microsoft.com/office/drawing/2014/main" id="{F7E96E45-0BB4-4E68-8590-D9F1E1B9E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333875"/>
            <a:ext cx="266453" cy="209422"/>
          </a:xfrm>
          <a:custGeom xmlns:a="http://schemas.openxmlformats.org/drawingml/2006/main">
            <a:pathLst>
              <a:path w="266453" h="209422">
                <a:moveTo>
                  <a:pt x="0" y="0"/>
                </a:moveTo>
                <a:lnTo>
                  <a:pt x="266453" y="11484"/>
                </a:lnTo>
                <a:lnTo>
                  <a:pt x="165141" y="209422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11" name="path-11">
            <a:extLst xmlns:a="http://schemas.openxmlformats.org/drawingml/2006/main">
              <a:ext uri="{FF2B5EF4-FFF2-40B4-BE49-F238E27FC236}">
                <a16:creationId xmlns:a16="http://schemas.microsoft.com/office/drawing/2014/main" id="{9EECF36E-ADC7-4686-B253-5CF5882E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438650"/>
            <a:ext cx="2886075" cy="2933700"/>
          </a:xfrm>
          <a:custGeom xmlns:a="http://schemas.openxmlformats.org/drawingml/2006/main">
            <a:pathLst>
              <a:path w="2886075" h="2933700">
                <a:moveTo>
                  <a:pt x="0" y="2933700"/>
                </a:moveTo>
                <a:lnTo>
                  <a:pt x="2886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11111"/>
            </a:solidFill>
          </a:ln>
        </p:spPr>
      </p:sp>
      <p:sp>
        <p:nvSpPr>
          <p:cNvPr id="12" name="path-12">
            <a:extLst xmlns:a="http://schemas.openxmlformats.org/drawingml/2006/main">
              <a:ext uri="{FF2B5EF4-FFF2-40B4-BE49-F238E27FC236}">
                <a16:creationId xmlns:a16="http://schemas.microsoft.com/office/drawing/2014/main" id="{0B544EF6-CC9B-466B-A0D6-8582CF5D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1609" y="4438650"/>
            <a:ext cx="249266" cy="250784"/>
          </a:xfrm>
          <a:custGeom xmlns:a="http://schemas.openxmlformats.org/drawingml/2006/main">
            <a:pathLst>
              <a:path w="249266" h="250784">
                <a:moveTo>
                  <a:pt x="249266" y="0"/>
                </a:moveTo>
                <a:lnTo>
                  <a:pt x="158513" y="250784"/>
                </a:lnTo>
                <a:lnTo>
                  <a:pt x="0" y="9484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13" name="path-13">
            <a:extLst xmlns:a="http://schemas.openxmlformats.org/drawingml/2006/main">
              <a:ext uri="{FF2B5EF4-FFF2-40B4-BE49-F238E27FC236}">
                <a16:creationId xmlns:a16="http://schemas.microsoft.com/office/drawing/2014/main" id="{C5C013F8-C74F-4F03-9FD6-603F19A95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438650"/>
            <a:ext cx="28575" cy="2628900"/>
          </a:xfrm>
          <a:custGeom xmlns:a="http://schemas.openxmlformats.org/drawingml/2006/main">
            <a:pathLst>
              <a:path w="28575" h="2628900">
                <a:moveTo>
                  <a:pt x="28575" y="0"/>
                </a:moveTo>
                <a:lnTo>
                  <a:pt x="0" y="26289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B51A1A"/>
            </a:solidFill>
          </a:ln>
        </p:spPr>
      </p:sp>
      <p:sp>
        <p:nvSpPr>
          <p:cNvPr id="14" name="path-14">
            <a:extLst xmlns:a="http://schemas.openxmlformats.org/drawingml/2006/main">
              <a:ext uri="{FF2B5EF4-FFF2-40B4-BE49-F238E27FC236}">
                <a16:creationId xmlns:a16="http://schemas.microsoft.com/office/drawing/2014/main" id="{512E3118-AFA4-4155-A28A-DD58A484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87" y="6823935"/>
            <a:ext cx="222346" cy="243615"/>
          </a:xfrm>
          <a:custGeom xmlns:a="http://schemas.openxmlformats.org/drawingml/2006/main">
            <a:pathLst>
              <a:path w="222346" h="243615">
                <a:moveTo>
                  <a:pt x="108538" y="243615"/>
                </a:moveTo>
                <a:lnTo>
                  <a:pt x="0" y="0"/>
                </a:lnTo>
                <a:lnTo>
                  <a:pt x="222346" y="2417"/>
                </a:lnTo>
                <a:close/>
              </a:path>
            </a:pathLst>
          </a:custGeom>
          <a:solidFill xmlns:a="http://schemas.openxmlformats.org/drawingml/2006/main">
            <a:srgbClr val="B51A1A"/>
          </a:solidFill>
          <a:ln xmlns:a="http://schemas.openxmlformats.org/drawingml/2006/main" w="0">
            <a:solidFill>
              <a:srgbClr val="B51A1A"/>
            </a:solidFill>
          </a:ln>
        </p:spPr>
      </p:sp>
      <p:sp>
        <p:nvSpPr>
          <p:cNvPr id="15" name="path-15">
            <a:extLst xmlns:a="http://schemas.openxmlformats.org/drawingml/2006/main">
              <a:ext uri="{FF2B5EF4-FFF2-40B4-BE49-F238E27FC236}">
                <a16:creationId xmlns:a16="http://schemas.microsoft.com/office/drawing/2014/main" id="{63A613CC-2F88-4BE9-A89F-6C4BF51FD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429125"/>
            <a:ext cx="1943100" cy="2638425"/>
          </a:xfrm>
          <a:custGeom xmlns:a="http://schemas.openxmlformats.org/drawingml/2006/main">
            <a:pathLst>
              <a:path w="1943100" h="2638425">
                <a:moveTo>
                  <a:pt x="0" y="0"/>
                </a:moveTo>
                <a:lnTo>
                  <a:pt x="3548" y="153745"/>
                </a:lnTo>
                <a:lnTo>
                  <a:pt x="13952" y="293984"/>
                </a:lnTo>
                <a:lnTo>
                  <a:pt x="30853" y="421429"/>
                </a:lnTo>
                <a:lnTo>
                  <a:pt x="53892" y="536791"/>
                </a:lnTo>
                <a:lnTo>
                  <a:pt x="82711" y="640779"/>
                </a:lnTo>
                <a:lnTo>
                  <a:pt x="116950" y="734106"/>
                </a:lnTo>
                <a:lnTo>
                  <a:pt x="156251" y="817481"/>
                </a:lnTo>
                <a:lnTo>
                  <a:pt x="200254" y="891616"/>
                </a:lnTo>
                <a:lnTo>
                  <a:pt x="248600" y="957221"/>
                </a:lnTo>
                <a:lnTo>
                  <a:pt x="300930" y="1015008"/>
                </a:lnTo>
                <a:lnTo>
                  <a:pt x="356887" y="1065686"/>
                </a:lnTo>
                <a:lnTo>
                  <a:pt x="416109" y="1109967"/>
                </a:lnTo>
                <a:lnTo>
                  <a:pt x="478239" y="1148562"/>
                </a:lnTo>
                <a:lnTo>
                  <a:pt x="542918" y="1182181"/>
                </a:lnTo>
                <a:lnTo>
                  <a:pt x="609786" y="1211535"/>
                </a:lnTo>
                <a:lnTo>
                  <a:pt x="678485" y="1237336"/>
                </a:lnTo>
                <a:lnTo>
                  <a:pt x="748655" y="1260293"/>
                </a:lnTo>
                <a:lnTo>
                  <a:pt x="819938" y="1281117"/>
                </a:lnTo>
                <a:lnTo>
                  <a:pt x="891975" y="1300520"/>
                </a:lnTo>
                <a:lnTo>
                  <a:pt x="964406" y="1319213"/>
                </a:lnTo>
                <a:lnTo>
                  <a:pt x="1036873" y="1337905"/>
                </a:lnTo>
                <a:lnTo>
                  <a:pt x="1109017" y="1357308"/>
                </a:lnTo>
                <a:lnTo>
                  <a:pt x="1180479" y="1378132"/>
                </a:lnTo>
                <a:lnTo>
                  <a:pt x="1250899" y="1401089"/>
                </a:lnTo>
                <a:lnTo>
                  <a:pt x="1319919" y="1426890"/>
                </a:lnTo>
                <a:lnTo>
                  <a:pt x="1387181" y="1456244"/>
                </a:lnTo>
                <a:lnTo>
                  <a:pt x="1452323" y="1489863"/>
                </a:lnTo>
                <a:lnTo>
                  <a:pt x="1514989" y="1528458"/>
                </a:lnTo>
                <a:lnTo>
                  <a:pt x="1574819" y="1572739"/>
                </a:lnTo>
                <a:lnTo>
                  <a:pt x="1631454" y="1623417"/>
                </a:lnTo>
                <a:lnTo>
                  <a:pt x="1684535" y="1681204"/>
                </a:lnTo>
                <a:lnTo>
                  <a:pt x="1733702" y="1746809"/>
                </a:lnTo>
                <a:lnTo>
                  <a:pt x="1778598" y="1820944"/>
                </a:lnTo>
                <a:lnTo>
                  <a:pt x="1818863" y="1904319"/>
                </a:lnTo>
                <a:lnTo>
                  <a:pt x="1854138" y="1997646"/>
                </a:lnTo>
                <a:lnTo>
                  <a:pt x="1884064" y="2101634"/>
                </a:lnTo>
                <a:lnTo>
                  <a:pt x="1908282" y="2216996"/>
                </a:lnTo>
                <a:lnTo>
                  <a:pt x="1926434" y="2344441"/>
                </a:lnTo>
                <a:lnTo>
                  <a:pt x="1938159" y="2484680"/>
                </a:lnTo>
                <a:lnTo>
                  <a:pt x="1943100" y="263842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11111"/>
            </a:solidFill>
          </a:ln>
        </p:spPr>
      </p:sp>
      <p:sp>
        <p:nvSpPr>
          <p:cNvPr id="16" name="path-16">
            <a:extLst xmlns:a="http://schemas.openxmlformats.org/drawingml/2006/main">
              <a:ext uri="{FF2B5EF4-FFF2-40B4-BE49-F238E27FC236}">
                <a16:creationId xmlns:a16="http://schemas.microsoft.com/office/drawing/2014/main" id="{531566EE-0602-41A2-8656-C1AEBD7DE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513" y="6830464"/>
            <a:ext cx="214307" cy="237086"/>
          </a:xfrm>
          <a:custGeom xmlns:a="http://schemas.openxmlformats.org/drawingml/2006/main">
            <a:pathLst>
              <a:path w="214307" h="237086">
                <a:moveTo>
                  <a:pt x="114662" y="237086"/>
                </a:moveTo>
                <a:lnTo>
                  <a:pt x="0" y="6887"/>
                </a:lnTo>
                <a:lnTo>
                  <a:pt x="214307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17" name="path-17">
            <a:extLst xmlns:a="http://schemas.openxmlformats.org/drawingml/2006/main">
              <a:ext uri="{FF2B5EF4-FFF2-40B4-BE49-F238E27FC236}">
                <a16:creationId xmlns:a16="http://schemas.microsoft.com/office/drawing/2014/main" id="{08FB7B47-BCD0-4470-8BCF-6226CA43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752725"/>
            <a:ext cx="5772150" cy="945436"/>
          </a:xfrm>
          <a:custGeom xmlns:a="http://schemas.openxmlformats.org/drawingml/2006/main">
            <a:pathLst>
              <a:path w="5772150" h="945436">
                <a:moveTo>
                  <a:pt x="5772150" y="0"/>
                </a:moveTo>
                <a:lnTo>
                  <a:pt x="5770249" y="56119"/>
                </a:lnTo>
                <a:lnTo>
                  <a:pt x="5760299" y="110196"/>
                </a:lnTo>
                <a:lnTo>
                  <a:pt x="5742358" y="162260"/>
                </a:lnTo>
                <a:lnTo>
                  <a:pt x="5716486" y="212341"/>
                </a:lnTo>
                <a:lnTo>
                  <a:pt x="5682742" y="260468"/>
                </a:lnTo>
                <a:lnTo>
                  <a:pt x="5641184" y="306670"/>
                </a:lnTo>
                <a:lnTo>
                  <a:pt x="5591871" y="350978"/>
                </a:lnTo>
                <a:lnTo>
                  <a:pt x="5534863" y="393421"/>
                </a:lnTo>
                <a:lnTo>
                  <a:pt x="5470219" y="434027"/>
                </a:lnTo>
                <a:lnTo>
                  <a:pt x="5397996" y="472827"/>
                </a:lnTo>
                <a:lnTo>
                  <a:pt x="5318255" y="509850"/>
                </a:lnTo>
                <a:lnTo>
                  <a:pt x="5231054" y="545125"/>
                </a:lnTo>
                <a:lnTo>
                  <a:pt x="5136452" y="578683"/>
                </a:lnTo>
                <a:lnTo>
                  <a:pt x="5034508" y="610551"/>
                </a:lnTo>
                <a:lnTo>
                  <a:pt x="4925281" y="640761"/>
                </a:lnTo>
                <a:lnTo>
                  <a:pt x="4808830" y="669341"/>
                </a:lnTo>
                <a:lnTo>
                  <a:pt x="4685213" y="696321"/>
                </a:lnTo>
                <a:lnTo>
                  <a:pt x="4554491" y="721729"/>
                </a:lnTo>
                <a:lnTo>
                  <a:pt x="4416721" y="745597"/>
                </a:lnTo>
                <a:lnTo>
                  <a:pt x="4271963" y="767953"/>
                </a:lnTo>
                <a:lnTo>
                  <a:pt x="4120275" y="788827"/>
                </a:lnTo>
                <a:lnTo>
                  <a:pt x="3961717" y="808247"/>
                </a:lnTo>
                <a:lnTo>
                  <a:pt x="3796347" y="826245"/>
                </a:lnTo>
                <a:lnTo>
                  <a:pt x="3624224" y="842848"/>
                </a:lnTo>
                <a:lnTo>
                  <a:pt x="3445408" y="858087"/>
                </a:lnTo>
                <a:lnTo>
                  <a:pt x="3259957" y="871991"/>
                </a:lnTo>
                <a:lnTo>
                  <a:pt x="3067931" y="884590"/>
                </a:lnTo>
                <a:lnTo>
                  <a:pt x="2869387" y="895912"/>
                </a:lnTo>
                <a:lnTo>
                  <a:pt x="2664386" y="905988"/>
                </a:lnTo>
                <a:lnTo>
                  <a:pt x="2452985" y="914846"/>
                </a:lnTo>
                <a:lnTo>
                  <a:pt x="2235245" y="922518"/>
                </a:lnTo>
                <a:lnTo>
                  <a:pt x="2011223" y="929030"/>
                </a:lnTo>
                <a:lnTo>
                  <a:pt x="1780979" y="934415"/>
                </a:lnTo>
                <a:lnTo>
                  <a:pt x="1544572" y="938699"/>
                </a:lnTo>
                <a:lnTo>
                  <a:pt x="1302060" y="941915"/>
                </a:lnTo>
                <a:lnTo>
                  <a:pt x="1053503" y="944089"/>
                </a:lnTo>
                <a:lnTo>
                  <a:pt x="798960" y="945253"/>
                </a:lnTo>
                <a:lnTo>
                  <a:pt x="538489" y="945436"/>
                </a:lnTo>
                <a:lnTo>
                  <a:pt x="272149" y="944667"/>
                </a:lnTo>
                <a:lnTo>
                  <a:pt x="0" y="94297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B51A1A"/>
            </a:solidFill>
          </a:ln>
        </p:spPr>
      </p:sp>
      <p:sp>
        <p:nvSpPr>
          <p:cNvPr id="18" name="path-18">
            <a:extLst xmlns:a="http://schemas.openxmlformats.org/drawingml/2006/main">
              <a:ext uri="{FF2B5EF4-FFF2-40B4-BE49-F238E27FC236}">
                <a16:creationId xmlns:a16="http://schemas.microsoft.com/office/drawing/2014/main" id="{B744FBFC-B452-481F-BF57-E939EA28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586030"/>
            <a:ext cx="243108" cy="222355"/>
          </a:xfrm>
          <a:custGeom xmlns:a="http://schemas.openxmlformats.org/drawingml/2006/main">
            <a:pathLst>
              <a:path w="243108" h="222355">
                <a:moveTo>
                  <a:pt x="0" y="109670"/>
                </a:moveTo>
                <a:lnTo>
                  <a:pt x="243108" y="0"/>
                </a:lnTo>
                <a:lnTo>
                  <a:pt x="241725" y="222355"/>
                </a:lnTo>
                <a:close/>
              </a:path>
            </a:pathLst>
          </a:custGeom>
          <a:solidFill xmlns:a="http://schemas.openxmlformats.org/drawingml/2006/main">
            <a:srgbClr val="B51A1A"/>
          </a:solidFill>
          <a:ln xmlns:a="http://schemas.openxmlformats.org/drawingml/2006/main" w="0">
            <a:solidFill>
              <a:srgbClr val="B51A1A"/>
            </a:solidFill>
          </a:ln>
        </p:spPr>
      </p:sp>
      <p:sp>
        <p:nvSpPr>
          <p:cNvPr id="19" name="path-19">
            <a:extLst xmlns:a="http://schemas.openxmlformats.org/drawingml/2006/main">
              <a:ext uri="{FF2B5EF4-FFF2-40B4-BE49-F238E27FC236}">
                <a16:creationId xmlns:a16="http://schemas.microsoft.com/office/drawing/2014/main" id="{BBB922FB-7E64-489D-AD63-62A18BAA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7825" y="2752725"/>
            <a:ext cx="1543050" cy="762000"/>
          </a:xfrm>
          <a:custGeom xmlns:a="http://schemas.openxmlformats.org/drawingml/2006/main">
            <a:pathLst>
              <a:path w="1543050" h="762000">
                <a:moveTo>
                  <a:pt x="0" y="762000"/>
                </a:moveTo>
                <a:lnTo>
                  <a:pt x="46882" y="755441"/>
                </a:lnTo>
                <a:lnTo>
                  <a:pt x="94594" y="748603"/>
                </a:lnTo>
                <a:lnTo>
                  <a:pt x="143036" y="741458"/>
                </a:lnTo>
                <a:lnTo>
                  <a:pt x="192110" y="733977"/>
                </a:lnTo>
                <a:lnTo>
                  <a:pt x="241715" y="726132"/>
                </a:lnTo>
                <a:lnTo>
                  <a:pt x="291754" y="717894"/>
                </a:lnTo>
                <a:lnTo>
                  <a:pt x="342127" y="709235"/>
                </a:lnTo>
                <a:lnTo>
                  <a:pt x="392735" y="700126"/>
                </a:lnTo>
                <a:lnTo>
                  <a:pt x="443478" y="690537"/>
                </a:lnTo>
                <a:lnTo>
                  <a:pt x="494258" y="680442"/>
                </a:lnTo>
                <a:lnTo>
                  <a:pt x="544976" y="669811"/>
                </a:lnTo>
                <a:lnTo>
                  <a:pt x="595532" y="658616"/>
                </a:lnTo>
                <a:lnTo>
                  <a:pt x="645827" y="646827"/>
                </a:lnTo>
                <a:lnTo>
                  <a:pt x="695762" y="634417"/>
                </a:lnTo>
                <a:lnTo>
                  <a:pt x="745238" y="621357"/>
                </a:lnTo>
                <a:lnTo>
                  <a:pt x="794156" y="607619"/>
                </a:lnTo>
                <a:lnTo>
                  <a:pt x="842417" y="593173"/>
                </a:lnTo>
                <a:lnTo>
                  <a:pt x="889922" y="577991"/>
                </a:lnTo>
                <a:lnTo>
                  <a:pt x="936571" y="562045"/>
                </a:lnTo>
                <a:lnTo>
                  <a:pt x="982266" y="545306"/>
                </a:lnTo>
                <a:lnTo>
                  <a:pt x="1026906" y="527746"/>
                </a:lnTo>
                <a:lnTo>
                  <a:pt x="1070394" y="509335"/>
                </a:lnTo>
                <a:lnTo>
                  <a:pt x="1112631" y="490046"/>
                </a:lnTo>
                <a:lnTo>
                  <a:pt x="1153516" y="469849"/>
                </a:lnTo>
                <a:lnTo>
                  <a:pt x="1192950" y="448717"/>
                </a:lnTo>
                <a:lnTo>
                  <a:pt x="1230836" y="426620"/>
                </a:lnTo>
                <a:lnTo>
                  <a:pt x="1267073" y="403530"/>
                </a:lnTo>
                <a:lnTo>
                  <a:pt x="1301563" y="379419"/>
                </a:lnTo>
                <a:lnTo>
                  <a:pt x="1334206" y="354257"/>
                </a:lnTo>
                <a:lnTo>
                  <a:pt x="1364903" y="328017"/>
                </a:lnTo>
                <a:lnTo>
                  <a:pt x="1393555" y="300670"/>
                </a:lnTo>
                <a:lnTo>
                  <a:pt x="1420063" y="272186"/>
                </a:lnTo>
                <a:lnTo>
                  <a:pt x="1444328" y="242539"/>
                </a:lnTo>
                <a:lnTo>
                  <a:pt x="1466251" y="211698"/>
                </a:lnTo>
                <a:lnTo>
                  <a:pt x="1485733" y="179636"/>
                </a:lnTo>
                <a:lnTo>
                  <a:pt x="1502674" y="146323"/>
                </a:lnTo>
                <a:lnTo>
                  <a:pt x="1516975" y="111732"/>
                </a:lnTo>
                <a:lnTo>
                  <a:pt x="1528537" y="75833"/>
                </a:lnTo>
                <a:lnTo>
                  <a:pt x="1537262" y="38599"/>
                </a:lnTo>
                <a:lnTo>
                  <a:pt x="1543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B51A1A"/>
            </a:solidFill>
          </a:ln>
        </p:spPr>
      </p:sp>
      <p:sp>
        <p:nvSpPr>
          <p:cNvPr id="20" name="path-20">
            <a:extLst xmlns:a="http://schemas.openxmlformats.org/drawingml/2006/main">
              <a:ext uri="{FF2B5EF4-FFF2-40B4-BE49-F238E27FC236}">
                <a16:creationId xmlns:a16="http://schemas.microsoft.com/office/drawing/2014/main" id="{324F31F2-42CF-4E6C-9C60-67D2E202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4976" y="2752725"/>
            <a:ext cx="219901" cy="256228"/>
          </a:xfrm>
          <a:custGeom xmlns:a="http://schemas.openxmlformats.org/drawingml/2006/main">
            <a:pathLst>
              <a:path w="219901" h="256228">
                <a:moveTo>
                  <a:pt x="145899" y="0"/>
                </a:moveTo>
                <a:lnTo>
                  <a:pt x="219901" y="256228"/>
                </a:lnTo>
                <a:lnTo>
                  <a:pt x="0" y="223254"/>
                </a:lnTo>
                <a:close/>
              </a:path>
            </a:pathLst>
          </a:custGeom>
          <a:solidFill xmlns:a="http://schemas.openxmlformats.org/drawingml/2006/main">
            <a:srgbClr val="B51A1A"/>
          </a:solidFill>
          <a:ln xmlns:a="http://schemas.openxmlformats.org/drawingml/2006/main" w="0">
            <a:solidFill>
              <a:srgbClr val="B51A1A"/>
            </a:solidFill>
          </a:ln>
        </p:spPr>
      </p:sp>
      <p:sp>
        <p:nvSpPr>
          <p:cNvPr id="21" name="SEC-030-21">
            <a:extLst xmlns:a="http://schemas.openxmlformats.org/drawingml/2006/main">
              <a:ext uri="{FF2B5EF4-FFF2-40B4-BE49-F238E27FC236}">
                <a16:creationId xmlns:a16="http://schemas.microsoft.com/office/drawing/2014/main" id="{F161FD6F-0C1C-43D4-9863-5F9DCB46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19275" y="3438525"/>
            <a:ext cx="1971675" cy="885825"/>
          </a:xfrm>
          <a:prstGeom xmlns:a="http://schemas.openxmlformats.org/drawingml/2006/main" prst="roundRect">
            <a:avLst>
              <a:gd name="adj" fmla="val 1828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9050">
            <a:solidFill>
              <a:srgbClr val="888888"/>
            </a:solidFill>
          </a:ln>
        </p:spPr>
      </p:sp>
      <p:sp>
        <p:nvSpPr>
          <p:cNvPr id="22" name="SEC-030-22">
            <a:extLst xmlns:a="http://schemas.openxmlformats.org/drawingml/2006/main">
              <a:ext uri="{FF2B5EF4-FFF2-40B4-BE49-F238E27FC236}">
                <a16:creationId xmlns:a16="http://schemas.microsoft.com/office/drawing/2014/main" id="{97354F98-2112-4149-A0FC-3EB3EAF2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66925" y="3533775"/>
            <a:ext cx="15621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3225" b="0" i="0">
                <a:solidFill>
                  <a:srgbClr val="444444"/>
                </a:solidFill>
                <a:latin typeface="Arial"/>
                <a:ea typeface="Arial"/>
                <a:cs typeface="Arial"/>
              </a:rPr>
              <a:t>repo 1</a:t>
            </a:r>
          </a:p>
        </p:txBody>
      </p:sp>
      <p:sp>
        <p:nvSpPr>
          <p:cNvPr id="23" name="SEC-030-23">
            <a:extLst xmlns:a="http://schemas.openxmlformats.org/drawingml/2006/main">
              <a:ext uri="{FF2B5EF4-FFF2-40B4-BE49-F238E27FC236}">
                <a16:creationId xmlns:a16="http://schemas.microsoft.com/office/drawing/2014/main" id="{E8A9708C-1386-43C9-8B08-697479E22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29375" y="3438525"/>
            <a:ext cx="2409825" cy="1000125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24" name="SEC-030-24">
            <a:extLst xmlns:a="http://schemas.openxmlformats.org/drawingml/2006/main">
              <a:ext uri="{FF2B5EF4-FFF2-40B4-BE49-F238E27FC236}">
                <a16:creationId xmlns:a16="http://schemas.microsoft.com/office/drawing/2014/main" id="{2FA253E2-7CAF-4052-93C6-3D1766F7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3571875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2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extension</a:t>
            </a:r>
          </a:p>
        </p:txBody>
      </p:sp>
      <p:sp>
        <p:nvSpPr>
          <p:cNvPr id="25" name="SEC-030-25">
            <a:extLst xmlns:a="http://schemas.openxmlformats.org/drawingml/2006/main">
              <a:ext uri="{FF2B5EF4-FFF2-40B4-BE49-F238E27FC236}">
                <a16:creationId xmlns:a16="http://schemas.microsoft.com/office/drawing/2014/main" id="{E34F2558-BCFE-4663-9445-0A6CFAD4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5425" y="6705600"/>
            <a:ext cx="2628900" cy="1314450"/>
          </a:xfrm>
          <a:prstGeom xmlns:a="http://schemas.openxmlformats.org/drawingml/2006/main" prst="roundRect">
            <a:avLst>
              <a:gd name="adj" fmla="val 159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26" name="SEC-030-26">
            <a:extLst xmlns:a="http://schemas.openxmlformats.org/drawingml/2006/main">
              <a:ext uri="{FF2B5EF4-FFF2-40B4-BE49-F238E27FC236}">
                <a16:creationId xmlns:a16="http://schemas.microsoft.com/office/drawing/2014/main" id="{E3BD5AD1-8BE1-45C4-B04F-224B61B1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4025" y="6772275"/>
            <a:ext cx="21717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2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web</a:t>
            </a:r>
          </a:p>
          <a:p xmlns:a="http://schemas.openxmlformats.org/drawingml/2006/main">
            <a:pPr algn="ctr">
              <a:defRPr sz="32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2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browser</a:t>
            </a:r>
          </a:p>
        </p:txBody>
      </p:sp>
      <p:sp>
        <p:nvSpPr>
          <p:cNvPr id="27" name="SEC-030-27">
            <a:extLst xmlns:a="http://schemas.openxmlformats.org/drawingml/2006/main">
              <a:ext uri="{FF2B5EF4-FFF2-40B4-BE49-F238E27FC236}">
                <a16:creationId xmlns:a16="http://schemas.microsoft.com/office/drawing/2014/main" id="{11A4461B-2552-4AA0-A460-A83DA77D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96050" y="7077075"/>
            <a:ext cx="2190750" cy="876300"/>
          </a:xfrm>
          <a:prstGeom xmlns:a="http://schemas.openxmlformats.org/drawingml/2006/main" prst="roundRect">
            <a:avLst>
              <a:gd name="adj" fmla="val 18478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9050">
            <a:solidFill>
              <a:srgbClr val="888888"/>
            </a:solidFill>
          </a:ln>
        </p:spPr>
      </p:sp>
      <p:sp>
        <p:nvSpPr>
          <p:cNvPr id="28" name="SEC-030-28">
            <a:extLst xmlns:a="http://schemas.openxmlformats.org/drawingml/2006/main">
              <a:ext uri="{FF2B5EF4-FFF2-40B4-BE49-F238E27FC236}">
                <a16:creationId xmlns:a16="http://schemas.microsoft.com/office/drawing/2014/main" id="{1DD6712E-B7B7-4D26-B5FF-F40025F8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77025" y="7134225"/>
            <a:ext cx="1847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3225" b="0" i="0">
                <a:solidFill>
                  <a:srgbClr val="444444"/>
                </a:solidFill>
                <a:latin typeface="Arial"/>
                <a:ea typeface="Arial"/>
                <a:cs typeface="Arial"/>
              </a:rPr>
              <a:t>user files</a:t>
            </a:r>
          </a:p>
        </p:txBody>
      </p:sp>
      <p:sp>
        <p:nvSpPr>
          <p:cNvPr id="29" name="SEC-030-29">
            <a:extLst xmlns:a="http://schemas.openxmlformats.org/drawingml/2006/main">
              <a:ext uri="{FF2B5EF4-FFF2-40B4-BE49-F238E27FC236}">
                <a16:creationId xmlns:a16="http://schemas.microsoft.com/office/drawing/2014/main" id="{63C3FFA0-5D93-400A-8D6F-F5DF879E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82100" y="7077075"/>
            <a:ext cx="1971675" cy="876300"/>
          </a:xfrm>
          <a:prstGeom xmlns:a="http://schemas.openxmlformats.org/drawingml/2006/main" prst="roundRect">
            <a:avLst>
              <a:gd name="adj" fmla="val 18478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9050">
            <a:solidFill>
              <a:srgbClr val="888888"/>
            </a:solidFill>
          </a:ln>
        </p:spPr>
      </p:sp>
      <p:sp>
        <p:nvSpPr>
          <p:cNvPr id="30" name="SEC-030-30">
            <a:extLst xmlns:a="http://schemas.openxmlformats.org/drawingml/2006/main">
              <a:ext uri="{FF2B5EF4-FFF2-40B4-BE49-F238E27FC236}">
                <a16:creationId xmlns:a16="http://schemas.microsoft.com/office/drawing/2014/main" id="{02E0544E-4AC4-450C-A34F-1384D832B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15475" y="7162800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3225" b="0" i="0">
                <a:solidFill>
                  <a:srgbClr val="444444"/>
                </a:solidFill>
                <a:latin typeface="Arial"/>
                <a:ea typeface="Arial"/>
                <a:cs typeface="Arial"/>
              </a:rPr>
              <a:t>repo 2</a:t>
            </a:r>
          </a:p>
        </p:txBody>
      </p:sp>
      <p:sp>
        <p:nvSpPr>
          <p:cNvPr id="31" name="SEC-030-31">
            <a:extLst xmlns:a="http://schemas.openxmlformats.org/drawingml/2006/main">
              <a:ext uri="{FF2B5EF4-FFF2-40B4-BE49-F238E27FC236}">
                <a16:creationId xmlns:a16="http://schemas.microsoft.com/office/drawing/2014/main" id="{B02A6171-F976-4BD4-927B-28384179F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01675" y="1638300"/>
            <a:ext cx="2628900" cy="1095375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</a:ln>
        </p:spPr>
      </p:sp>
      <p:sp>
        <p:nvSpPr>
          <p:cNvPr id="32" name="SEC-030-32">
            <a:extLst xmlns:a="http://schemas.openxmlformats.org/drawingml/2006/main">
              <a:ext uri="{FF2B5EF4-FFF2-40B4-BE49-F238E27FC236}">
                <a16:creationId xmlns:a16="http://schemas.microsoft.com/office/drawing/2014/main" id="{A5F12B65-56CA-4852-ACBA-66F0668D3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82650" y="1828800"/>
            <a:ext cx="24003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2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web server</a:t>
            </a:r>
          </a:p>
        </p:txBody>
      </p:sp>
      <p:sp>
        <p:nvSpPr>
          <p:cNvPr id="33" name="SEC-030-33">
            <a:extLst xmlns:a="http://schemas.openxmlformats.org/drawingml/2006/main">
              <a:ext uri="{FF2B5EF4-FFF2-40B4-BE49-F238E27FC236}">
                <a16:creationId xmlns:a16="http://schemas.microsoft.com/office/drawing/2014/main" id="{D2548C28-C2FC-44C8-8D31-646CCC5AA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81450" y="2628900"/>
            <a:ext cx="2609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2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configuration</a:t>
            </a:r>
          </a:p>
        </p:txBody>
      </p:sp>
      <p:sp>
        <p:nvSpPr>
          <p:cNvPr id="34" name="SEC-030-34">
            <a:extLst xmlns:a="http://schemas.openxmlformats.org/drawingml/2006/main">
              <a:ext uri="{FF2B5EF4-FFF2-40B4-BE49-F238E27FC236}">
                <a16:creationId xmlns:a16="http://schemas.microsoft.com/office/drawing/2014/main" id="{EBFBADF5-3722-4144-BC35-32CB5822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2025" y="4438650"/>
            <a:ext cx="7810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8FC"/>
          </a:solidFill>
          <a:ln xmlns:a="http://schemas.openxmlformats.org/drawingml/2006/main" w="0">
            <a:noFill/>
          </a:ln>
        </p:spPr>
      </p:sp>
      <p:sp>
        <p:nvSpPr>
          <p:cNvPr id="35" name="SEC-030-35">
            <a:extLst xmlns:a="http://schemas.openxmlformats.org/drawingml/2006/main">
              <a:ext uri="{FF2B5EF4-FFF2-40B4-BE49-F238E27FC236}">
                <a16:creationId xmlns:a16="http://schemas.microsoft.com/office/drawing/2014/main" id="{5ABF387F-3452-4221-B15E-EBFF2339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2025" y="4438650"/>
            <a:ext cx="838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2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rwx</a:t>
            </a:r>
          </a:p>
        </p:txBody>
      </p:sp>
      <p:sp>
        <p:nvSpPr>
          <p:cNvPr id="36" name="SEC-030-36">
            <a:extLst xmlns:a="http://schemas.openxmlformats.org/drawingml/2006/main">
              <a:ext uri="{FF2B5EF4-FFF2-40B4-BE49-F238E27FC236}">
                <a16:creationId xmlns:a16="http://schemas.microsoft.com/office/drawing/2014/main" id="{1F6086E9-D9B4-4E02-B709-02B86170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7275" y="5314950"/>
            <a:ext cx="12192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8FC"/>
          </a:solidFill>
          <a:ln xmlns:a="http://schemas.openxmlformats.org/drawingml/2006/main" w="0">
            <a:noFill/>
          </a:ln>
        </p:spPr>
      </p:sp>
      <p:sp>
        <p:nvSpPr>
          <p:cNvPr id="37" name="SEC-030-37">
            <a:extLst xmlns:a="http://schemas.openxmlformats.org/drawingml/2006/main">
              <a:ext uri="{FF2B5EF4-FFF2-40B4-BE49-F238E27FC236}">
                <a16:creationId xmlns:a16="http://schemas.microsoft.com/office/drawing/2014/main" id="{FB6FEC0F-C2AB-438B-BF56-B9CF9AAA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7275" y="5314950"/>
            <a:ext cx="1219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2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open</a:t>
            </a:r>
          </a:p>
          <a:p xmlns:a="http://schemas.openxmlformats.org/drawingml/2006/main">
            <a:pPr algn="ctr">
              <a:defRPr sz="32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2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socket</a:t>
            </a:r>
          </a:p>
        </p:txBody>
      </p:sp>
      <p:sp>
        <p:nvSpPr>
          <p:cNvPr id="38" name="SEC-030-38">
            <a:extLst xmlns:a="http://schemas.openxmlformats.org/drawingml/2006/main">
              <a:ext uri="{FF2B5EF4-FFF2-40B4-BE49-F238E27FC236}">
                <a16:creationId xmlns:a16="http://schemas.microsoft.com/office/drawing/2014/main" id="{83F30ABC-5046-4A81-A996-2D6C03BB3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0" y="5524500"/>
            <a:ext cx="76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8FC"/>
          </a:solidFill>
          <a:ln xmlns:a="http://schemas.openxmlformats.org/drawingml/2006/main" w="0">
            <a:noFill/>
          </a:ln>
        </p:spPr>
      </p:sp>
      <p:sp>
        <p:nvSpPr>
          <p:cNvPr id="39" name="SEC-030-39">
            <a:extLst xmlns:a="http://schemas.openxmlformats.org/drawingml/2006/main">
              <a:ext uri="{FF2B5EF4-FFF2-40B4-BE49-F238E27FC236}">
                <a16:creationId xmlns:a16="http://schemas.microsoft.com/office/drawing/2014/main" id="{C9AD3C6A-2ECB-4E2C-850B-3F5F16D3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48525" y="552450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2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rwx</a:t>
            </a:r>
          </a:p>
        </p:txBody>
      </p:sp>
      <p:sp>
        <p:nvSpPr>
          <p:cNvPr id="40" name="SEC-030-40">
            <a:extLst xmlns:a="http://schemas.openxmlformats.org/drawingml/2006/main">
              <a:ext uri="{FF2B5EF4-FFF2-40B4-BE49-F238E27FC236}">
                <a16:creationId xmlns:a16="http://schemas.microsoft.com/office/drawing/2014/main" id="{20FD376C-530C-45B1-89D8-5D3DAC44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67775" y="5505450"/>
            <a:ext cx="8096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8FC"/>
          </a:solidFill>
          <a:ln xmlns:a="http://schemas.openxmlformats.org/drawingml/2006/main" w="0">
            <a:noFill/>
          </a:ln>
        </p:spPr>
      </p:sp>
      <p:sp>
        <p:nvSpPr>
          <p:cNvPr id="41" name="SEC-030-41">
            <a:extLst xmlns:a="http://schemas.openxmlformats.org/drawingml/2006/main">
              <a:ext uri="{FF2B5EF4-FFF2-40B4-BE49-F238E27FC236}">
                <a16:creationId xmlns:a16="http://schemas.microsoft.com/office/drawing/2014/main" id="{5E399675-D9C5-4216-AA6B-5CC94D6E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7300" y="550545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2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rwx</a:t>
            </a:r>
          </a:p>
        </p:txBody>
      </p:sp>
      <p:sp>
        <p:nvSpPr>
          <p:cNvPr id="42" name="SEC-030-42">
            <a:extLst xmlns:a="http://schemas.openxmlformats.org/drawingml/2006/main">
              <a:ext uri="{FF2B5EF4-FFF2-40B4-BE49-F238E27FC236}">
                <a16:creationId xmlns:a16="http://schemas.microsoft.com/office/drawing/2014/main" id="{A7F97074-1AB1-47B5-AA9A-3CE38698E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87050" y="3352800"/>
            <a:ext cx="23907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8D4"/>
          </a:solidFill>
          <a:ln xmlns:a="http://schemas.openxmlformats.org/drawingml/2006/main" w="0">
            <a:noFill/>
          </a:ln>
        </p:spPr>
      </p:sp>
      <p:sp>
        <p:nvSpPr>
          <p:cNvPr id="43" name="SEC-030-43">
            <a:extLst xmlns:a="http://schemas.openxmlformats.org/drawingml/2006/main">
              <a:ext uri="{FF2B5EF4-FFF2-40B4-BE49-F238E27FC236}">
                <a16:creationId xmlns:a16="http://schemas.microsoft.com/office/drawing/2014/main" id="{78582A43-3E7D-483A-852B-8E5ACC8D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87050" y="3352800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2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web requests</a:t>
            </a:r>
          </a:p>
        </p:txBody>
      </p:sp>
      <p:pic>
        <p:nvPicPr>
          <p:cNvPr id="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ab34cacc924632"/>
          <a:stretch xmlns:a="http://schemas.openxmlformats.org/drawingml/2006/main"/>
        </p:blipFill>
        <p:spPr>
          <a:xfrm xmlns:a="http://schemas.openxmlformats.org/drawingml/2006/main">
            <a:off x="1600200" y="3257550"/>
            <a:ext cx="609600" cy="590550"/>
          </a:xfrm>
          <a:prstGeom xmlns:a="http://schemas.openxmlformats.org/drawingml/2006/main" prst="rect">
            <a:avLst/>
          </a:prstGeom>
        </p:spPr>
      </p:pic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1fad6ba6684b63"/>
          <a:stretch xmlns:a="http://schemas.openxmlformats.org/drawingml/2006/main"/>
        </p:blipFill>
        <p:spPr>
          <a:xfrm xmlns:a="http://schemas.openxmlformats.org/drawingml/2006/main">
            <a:off x="1476375" y="6515100"/>
            <a:ext cx="619125" cy="590550"/>
          </a:xfrm>
          <a:prstGeom xmlns:a="http://schemas.openxmlformats.org/drawingml/2006/main" prst="rect">
            <a:avLst/>
          </a:prstGeom>
        </p:spPr>
      </p:pic>
      <p:pic>
        <p:nvPicPr>
          <p:cNvPr id="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3fea9ef73a47ca"/>
          <a:stretch xmlns:a="http://schemas.openxmlformats.org/drawingml/2006/main"/>
        </p:blipFill>
        <p:spPr>
          <a:xfrm xmlns:a="http://schemas.openxmlformats.org/drawingml/2006/main">
            <a:off x="11591925" y="2800350"/>
            <a:ext cx="609600" cy="600075"/>
          </a:xfrm>
          <a:prstGeom xmlns:a="http://schemas.openxmlformats.org/drawingml/2006/main" prst="rect">
            <a:avLst/>
          </a:prstGeom>
        </p:spPr>
      </p:pic>
      <p:pic>
        <p:nvPicPr>
          <p:cNvPr id="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4dc8d096234cb6"/>
          <a:stretch xmlns:a="http://schemas.openxmlformats.org/drawingml/2006/main"/>
        </p:blipFill>
        <p:spPr>
          <a:xfrm xmlns:a="http://schemas.openxmlformats.org/drawingml/2006/main">
            <a:off x="15535275" y="1457325"/>
            <a:ext cx="628650" cy="6000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2505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2026-09-05T08:46:42.3000000Z</dcterms:created>
  <dcterms:modified xsi:type="dcterms:W3CDTF">2026-09-05T08:46:42.3000000Z</dcterms:modified>
</coreProperties>
</file>