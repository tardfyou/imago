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21363be894628" /><Relationship Type="http://schemas.openxmlformats.org/officeDocument/2006/relationships/extended-properties" Target="/docProps/app.xml" Id="R34523974ca9c4e72" /><Relationship Type="http://schemas.openxmlformats.org/officeDocument/2006/relationships/officeDocument" Target="/ppt/presentation.xml" Id="R6892f121930a48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af21cbe40f469e"/>
  </p:sldMasterIdLst>
  <p:notesMasterIdLst>
    <p:notesMasterId xmlns:r="http://schemas.openxmlformats.org/officeDocument/2006/relationships" r:id="R55cef52f32994f3b"/>
  </p:notesMasterIdLst>
  <p:sldIdLst>
    <p:sldId xmlns:r="http://schemas.openxmlformats.org/officeDocument/2006/relationships" id="256" r:id="R3f6b32682d3c401c"/>
  </p:sldIdLst>
  <p:sldSz cx="7258050" cy="4057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abc1e61ace4580" /><Relationship Type="http://schemas.openxmlformats.org/officeDocument/2006/relationships/slideMaster" Target="/ppt/slideMasters/slideMaster1.xml" Id="R58af21cbe40f469e" /><Relationship Type="http://schemas.openxmlformats.org/officeDocument/2006/relationships/notesMaster" Target="/ppt/notesMasters/notesMaster1.xml" Id="R55cef52f32994f3b" /><Relationship Type="http://schemas.openxmlformats.org/officeDocument/2006/relationships/presProps" Target="/ppt/presProps.xml" Id="R559cadd302574c44" /><Relationship Type="http://schemas.openxmlformats.org/officeDocument/2006/relationships/tableStyles" Target="/ppt/tableStyles.xml" Id="R79316e6115754c77" /><Relationship Type="http://schemas.openxmlformats.org/officeDocument/2006/relationships/slide" Target="/ppt/slides/slide1.xml" Id="R3f6b32682d3c40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a672b9f6eb49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8d029546ea4fc1" /><Relationship Type="http://schemas.openxmlformats.org/officeDocument/2006/relationships/notesMaster" Target="/ppt/notesMasters/notesMaster1.xml" Id="Rcc23c643c463477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素材ID：SEC-037</ns1:t>
            </ns1:r>
          </ns1:p>
          <ns1:p>
            <ns1:r>
              <ns1:t>论文：Should I Trust You? Rethinking the Principle of Zone-Based Isolation DNS Bailiwick Checking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3，PDF第4页</ns1:t>
            </ns1:r>
          </ns1:p>
          <ns1:p>
            <ns1:r>
              <ns1:t>类型：威胁与攻击</ns1:t>
            </ns1:r>
          </ns1:p>
          <ns1:p>
            <ns1:r>
              <ns1:t>借鉴点：把攻击者、递归解析器与父子域权属放在同一场景，编号和橙蓝色编码显示缓存及后续查询的影响。</ns1:t>
            </ns1:r>
          </ns1:p>
          <ns1:p>
            <ns1:r>
              <ns1:t>论文URL：https://www.ndss-symposium.org/wp-content/uploads/2026-f330-paper.pdf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d734f638b44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fc576bd6b3410b" /><Relationship Type="http://schemas.openxmlformats.org/officeDocument/2006/relationships/slideLayout" Target="/ppt/slideLayouts/slideLayout1.xml" Id="R2b978b0118cc4c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978b0118cc4c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bbc6781174f0f" /><Relationship Type="http://schemas.openxmlformats.org/officeDocument/2006/relationships/image" Target="/ppt/media/image.png" Id="R1b5228f27b7548fb" /><Relationship Type="http://schemas.openxmlformats.org/officeDocument/2006/relationships/image" Target="/ppt/media/image2.png" Id="R5f9ba605c86e4aca" /><Relationship Type="http://schemas.openxmlformats.org/officeDocument/2006/relationships/image" Target="/ppt/media/image3.png" Id="R72a01bf72a6943b6" /><Relationship Type="http://schemas.openxmlformats.org/officeDocument/2006/relationships/image" Target="/ppt/media/image4.png" Id="Rc2a872ba1e3a45ab" /><Relationship Type="http://schemas.openxmlformats.org/officeDocument/2006/relationships/image" Target="/ppt/media/image5.png" Id="R2a2a28f263a84563" /><Relationship Type="http://schemas.openxmlformats.org/officeDocument/2006/relationships/image" Target="/ppt/media/image6.png" Id="Rf16242b09685423a" /><Relationship Type="http://schemas.openxmlformats.org/officeDocument/2006/relationships/image" Target="/ppt/media/image7.png" Id="Re28477e5d0764eaa" /><Relationship Type="http://schemas.openxmlformats.org/officeDocument/2006/relationships/image" Target="/ppt/media/image8.png" Id="Re22fd40ead19487d" /><Relationship Type="http://schemas.openxmlformats.org/officeDocument/2006/relationships/image" Target="/ppt/media/image9.png" Id="Re75673c41a784839" /><Relationship Type="http://schemas.openxmlformats.org/officeDocument/2006/relationships/image" Target="/ppt/media/image10.png" Id="Rd4a5288a8faf46d4" /><Relationship Type="http://schemas.openxmlformats.org/officeDocument/2006/relationships/image" Target="/ppt/media/image11.png" Id="Re260103c85774b27" /><Relationship Type="http://schemas.openxmlformats.org/officeDocument/2006/relationships/image" Target="/ppt/media/image12.png" Id="Rbf860ec6a4df452f" /><Relationship Type="http://schemas.openxmlformats.org/officeDocument/2006/relationships/notesSlide" Target="/ppt/notesSlides/notesSlide1.xml" Id="R7542c73c439a46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8C010-D1ED-43D0-8A6C-60B396E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562"/>
            <a:ext cx="7172965" cy="3686719"/>
          </a:xfrm>
          <a:custGeom xmlns:a="http://schemas.openxmlformats.org/drawingml/2006/main">
            <a:pathLst>
              <a:path w="7172965" h="3686719">
                <a:moveTo>
                  <a:pt x="7172965" y="0"/>
                </a:moveTo>
                <a:lnTo>
                  <a:pt x="7172965" y="3686719"/>
                </a:lnTo>
                <a:lnTo>
                  <a:pt x="0" y="3686719"/>
                </a:lnTo>
                <a:lnTo>
                  <a:pt x="0" y="0"/>
                </a:lnTo>
                <a:lnTo>
                  <a:pt x="717296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404B1-69F2-4350-BAC4-E57ECDD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644" y="1823627"/>
            <a:ext cx="2243707" cy="613510"/>
          </a:xfrm>
          <a:custGeom xmlns:a="http://schemas.openxmlformats.org/drawingml/2006/main">
            <a:pathLst>
              <a:path w="2243707" h="613510">
                <a:moveTo>
                  <a:pt x="0" y="39426"/>
                </a:moveTo>
                <a:cubicBezTo>
                  <a:pt x="75" y="17936"/>
                  <a:pt x="17204" y="821"/>
                  <a:pt x="37634" y="0"/>
                </a:cubicBezTo>
                <a:lnTo>
                  <a:pt x="2204281" y="0"/>
                </a:lnTo>
                <a:cubicBezTo>
                  <a:pt x="2226115" y="821"/>
                  <a:pt x="2243244" y="17936"/>
                  <a:pt x="2243707" y="39426"/>
                </a:cubicBezTo>
                <a:lnTo>
                  <a:pt x="2243707" y="575264"/>
                </a:lnTo>
                <a:cubicBezTo>
                  <a:pt x="2243244" y="596395"/>
                  <a:pt x="2226115" y="613510"/>
                  <a:pt x="2204281" y="612898"/>
                </a:cubicBezTo>
                <a:lnTo>
                  <a:pt x="37634" y="612898"/>
                </a:lnTo>
                <a:cubicBezTo>
                  <a:pt x="17204" y="613510"/>
                  <a:pt x="75" y="596395"/>
                  <a:pt x="0" y="575264"/>
                </a:cubicBezTo>
                <a:lnTo>
                  <a:pt x="0" y="39426"/>
                </a:lnTo>
              </a:path>
            </a:pathLst>
          </a:custGeom>
          <a:solidFill xmlns:a="http://schemas.openxmlformats.org/drawingml/2006/main">
            <a:srgbClr val="F3F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CDE09-8708-416E-8059-61BD935F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5" y="2987848"/>
            <a:ext cx="2253145" cy="660791"/>
          </a:xfrm>
          <a:custGeom xmlns:a="http://schemas.openxmlformats.org/drawingml/2006/main">
            <a:pathLst>
              <a:path w="2253145" h="660791">
                <a:moveTo>
                  <a:pt x="478" y="41860"/>
                </a:moveTo>
                <a:cubicBezTo>
                  <a:pt x="0" y="18459"/>
                  <a:pt x="18459" y="0"/>
                  <a:pt x="41696" y="642"/>
                </a:cubicBezTo>
                <a:lnTo>
                  <a:pt x="2211927" y="642"/>
                </a:lnTo>
                <a:cubicBezTo>
                  <a:pt x="2234642" y="0"/>
                  <a:pt x="2253116" y="18459"/>
                  <a:pt x="2253145" y="41860"/>
                </a:cubicBezTo>
                <a:lnTo>
                  <a:pt x="2253145" y="618916"/>
                </a:lnTo>
                <a:cubicBezTo>
                  <a:pt x="2253116" y="642333"/>
                  <a:pt x="2234642" y="660791"/>
                  <a:pt x="2211927" y="660134"/>
                </a:cubicBezTo>
                <a:lnTo>
                  <a:pt x="41696" y="660134"/>
                </a:lnTo>
                <a:cubicBezTo>
                  <a:pt x="18459" y="660791"/>
                  <a:pt x="0" y="642333"/>
                  <a:pt x="478" y="618916"/>
                </a:cubicBezTo>
                <a:lnTo>
                  <a:pt x="478" y="41860"/>
                </a:lnTo>
              </a:path>
            </a:pathLst>
          </a:custGeom>
          <a:solidFill xmlns:a="http://schemas.openxmlformats.org/drawingml/2006/main">
            <a:srgbClr val="FBF4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C1C6D-E70B-4013-91E1-7A83174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" y="1603199"/>
            <a:ext cx="2643345" cy="807340"/>
          </a:xfrm>
          <a:custGeom xmlns:a="http://schemas.openxmlformats.org/drawingml/2006/main">
            <a:pathLst>
              <a:path w="2643345" h="807340">
                <a:moveTo>
                  <a:pt x="0" y="50179"/>
                </a:moveTo>
                <a:cubicBezTo>
                  <a:pt x="582" y="23193"/>
                  <a:pt x="23118" y="657"/>
                  <a:pt x="50179" y="0"/>
                </a:cubicBezTo>
                <a:lnTo>
                  <a:pt x="2593166" y="0"/>
                </a:lnTo>
                <a:cubicBezTo>
                  <a:pt x="2620705" y="657"/>
                  <a:pt x="2643240" y="23193"/>
                  <a:pt x="2643345" y="50179"/>
                </a:cubicBezTo>
                <a:lnTo>
                  <a:pt x="2643345" y="756265"/>
                </a:lnTo>
                <a:cubicBezTo>
                  <a:pt x="2643240" y="784805"/>
                  <a:pt x="2620705" y="807340"/>
                  <a:pt x="2593166" y="806444"/>
                </a:cubicBezTo>
                <a:lnTo>
                  <a:pt x="50179" y="806444"/>
                </a:lnTo>
                <a:cubicBezTo>
                  <a:pt x="23118" y="807340"/>
                  <a:pt x="582" y="784805"/>
                  <a:pt x="0" y="756265"/>
                </a:cubicBezTo>
                <a:lnTo>
                  <a:pt x="0" y="50179"/>
                </a:lnTo>
              </a:path>
            </a:pathLst>
          </a:custGeom>
          <a:solidFill xmlns:a="http://schemas.openxmlformats.org/drawingml/2006/main">
            <a:srgbClr val="FBF4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❷">
            <a:extLst xmlns:a="http://schemas.openxmlformats.org/drawingml/2006/main">
              <a:ext uri="{FF2B5EF4-FFF2-40B4-BE49-F238E27FC236}">
                <a16:creationId xmlns:a16="http://schemas.microsoft.com/office/drawing/2014/main" id="{8A5BAD17-45AC-4C6E-9126-3D41C3B5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047" y="1156543"/>
            <a:ext cx="150785" cy="151401"/>
          </a:xfrm>
          <a:custGeom xmlns:a="http://schemas.openxmlformats.org/drawingml/2006/main">
            <a:pathLst>
              <a:path w="150785" h="151401">
                <a:moveTo>
                  <a:pt x="68930" y="1231"/>
                </a:moveTo>
                <a:cubicBezTo>
                  <a:pt x="91087" y="0"/>
                  <a:pt x="109550" y="6155"/>
                  <a:pt x="124321" y="19694"/>
                </a:cubicBezTo>
                <a:cubicBezTo>
                  <a:pt x="140323" y="34055"/>
                  <a:pt x="148734" y="50877"/>
                  <a:pt x="149554" y="70161"/>
                </a:cubicBezTo>
                <a:cubicBezTo>
                  <a:pt x="150785" y="93548"/>
                  <a:pt x="143605" y="113038"/>
                  <a:pt x="128014" y="128629"/>
                </a:cubicBezTo>
                <a:cubicBezTo>
                  <a:pt x="114474" y="142169"/>
                  <a:pt x="98677" y="149349"/>
                  <a:pt x="80624" y="150170"/>
                </a:cubicBezTo>
                <a:cubicBezTo>
                  <a:pt x="57237" y="151401"/>
                  <a:pt x="37748" y="144221"/>
                  <a:pt x="22156" y="128629"/>
                </a:cubicBezTo>
                <a:cubicBezTo>
                  <a:pt x="7385" y="113858"/>
                  <a:pt x="0" y="96215"/>
                  <a:pt x="0" y="75700"/>
                </a:cubicBezTo>
                <a:cubicBezTo>
                  <a:pt x="0" y="57647"/>
                  <a:pt x="5744" y="41851"/>
                  <a:pt x="17233" y="28311"/>
                </a:cubicBezTo>
                <a:cubicBezTo>
                  <a:pt x="31183" y="11488"/>
                  <a:pt x="48415" y="2462"/>
                  <a:pt x="68930" y="1231"/>
                </a:cubicBezTo>
                <a:moveTo>
                  <a:pt x="103396" y="126783"/>
                </a:moveTo>
                <a:lnTo>
                  <a:pt x="111397" y="90471"/>
                </a:lnTo>
                <a:lnTo>
                  <a:pt x="103396" y="90471"/>
                </a:lnTo>
                <a:cubicBezTo>
                  <a:pt x="99703" y="102780"/>
                  <a:pt x="92112" y="108935"/>
                  <a:pt x="80624" y="108935"/>
                </a:cubicBezTo>
                <a:lnTo>
                  <a:pt x="60930" y="108935"/>
                </a:lnTo>
                <a:cubicBezTo>
                  <a:pt x="63802" y="103191"/>
                  <a:pt x="74880" y="93754"/>
                  <a:pt x="94164" y="80624"/>
                </a:cubicBezTo>
                <a:cubicBezTo>
                  <a:pt x="97446" y="78162"/>
                  <a:pt x="100729" y="74675"/>
                  <a:pt x="104011" y="70161"/>
                </a:cubicBezTo>
                <a:cubicBezTo>
                  <a:pt x="108114" y="64417"/>
                  <a:pt x="110166" y="58878"/>
                  <a:pt x="110166" y="53544"/>
                </a:cubicBezTo>
                <a:cubicBezTo>
                  <a:pt x="110576" y="44928"/>
                  <a:pt x="107909" y="37748"/>
                  <a:pt x="102165" y="32003"/>
                </a:cubicBezTo>
                <a:cubicBezTo>
                  <a:pt x="96010" y="25439"/>
                  <a:pt x="87804" y="22156"/>
                  <a:pt x="77547" y="22156"/>
                </a:cubicBezTo>
                <a:cubicBezTo>
                  <a:pt x="67289" y="22156"/>
                  <a:pt x="58263" y="25233"/>
                  <a:pt x="50467" y="31388"/>
                </a:cubicBezTo>
                <a:cubicBezTo>
                  <a:pt x="43902" y="37132"/>
                  <a:pt x="40620" y="43287"/>
                  <a:pt x="40620" y="49851"/>
                </a:cubicBezTo>
                <a:cubicBezTo>
                  <a:pt x="40620" y="59699"/>
                  <a:pt x="44723" y="64622"/>
                  <a:pt x="52929" y="64622"/>
                </a:cubicBezTo>
                <a:cubicBezTo>
                  <a:pt x="57032" y="64622"/>
                  <a:pt x="60109" y="63597"/>
                  <a:pt x="62160" y="61545"/>
                </a:cubicBezTo>
                <a:cubicBezTo>
                  <a:pt x="64212" y="59904"/>
                  <a:pt x="65238" y="57032"/>
                  <a:pt x="65238" y="52929"/>
                </a:cubicBezTo>
                <a:cubicBezTo>
                  <a:pt x="65238" y="50467"/>
                  <a:pt x="64417" y="48210"/>
                  <a:pt x="62776" y="46159"/>
                </a:cubicBezTo>
                <a:cubicBezTo>
                  <a:pt x="61135" y="44518"/>
                  <a:pt x="58468" y="43492"/>
                  <a:pt x="54775" y="43082"/>
                </a:cubicBezTo>
                <a:cubicBezTo>
                  <a:pt x="54775" y="41030"/>
                  <a:pt x="56416" y="38773"/>
                  <a:pt x="59699" y="36312"/>
                </a:cubicBezTo>
                <a:cubicBezTo>
                  <a:pt x="62981" y="34670"/>
                  <a:pt x="66879" y="33850"/>
                  <a:pt x="71392" y="33850"/>
                </a:cubicBezTo>
                <a:cubicBezTo>
                  <a:pt x="77136" y="34260"/>
                  <a:pt x="81650" y="36722"/>
                  <a:pt x="84932" y="41235"/>
                </a:cubicBezTo>
                <a:cubicBezTo>
                  <a:pt x="87394" y="44928"/>
                  <a:pt x="88625" y="49441"/>
                  <a:pt x="88625" y="54775"/>
                </a:cubicBezTo>
                <a:cubicBezTo>
                  <a:pt x="88215" y="64622"/>
                  <a:pt x="83906" y="73239"/>
                  <a:pt x="75700" y="80624"/>
                </a:cubicBezTo>
                <a:cubicBezTo>
                  <a:pt x="67905" y="88009"/>
                  <a:pt x="61135" y="94164"/>
                  <a:pt x="55391" y="99088"/>
                </a:cubicBezTo>
                <a:cubicBezTo>
                  <a:pt x="48826" y="105652"/>
                  <a:pt x="42671" y="112422"/>
                  <a:pt x="36927" y="119397"/>
                </a:cubicBezTo>
                <a:lnTo>
                  <a:pt x="36927" y="126783"/>
                </a:lnTo>
                <a:lnTo>
                  <a:pt x="103396" y="12678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❷">
            <a:extLst xmlns:a="http://schemas.openxmlformats.org/drawingml/2006/main">
              <a:ext uri="{FF2B5EF4-FFF2-40B4-BE49-F238E27FC236}">
                <a16:creationId xmlns:a16="http://schemas.microsoft.com/office/drawing/2014/main" id="{41A3CE4A-548F-491D-BFCA-3B32E9E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047" y="1156543"/>
            <a:ext cx="150785" cy="151401"/>
          </a:xfrm>
          <a:custGeom xmlns:a="http://schemas.openxmlformats.org/drawingml/2006/main">
            <a:pathLst>
              <a:path w="150785" h="151401" fill="none">
                <a:moveTo>
                  <a:pt x="68930" y="1231"/>
                </a:moveTo>
                <a:cubicBezTo>
                  <a:pt x="91087" y="0"/>
                  <a:pt x="109550" y="6155"/>
                  <a:pt x="124321" y="19694"/>
                </a:cubicBezTo>
                <a:cubicBezTo>
                  <a:pt x="140323" y="34055"/>
                  <a:pt x="148734" y="50877"/>
                  <a:pt x="149554" y="70161"/>
                </a:cubicBezTo>
                <a:cubicBezTo>
                  <a:pt x="150785" y="93548"/>
                  <a:pt x="143605" y="113038"/>
                  <a:pt x="128014" y="128629"/>
                </a:cubicBezTo>
                <a:cubicBezTo>
                  <a:pt x="114474" y="142169"/>
                  <a:pt x="98677" y="149349"/>
                  <a:pt x="80624" y="150170"/>
                </a:cubicBezTo>
                <a:cubicBezTo>
                  <a:pt x="57237" y="151401"/>
                  <a:pt x="37748" y="144221"/>
                  <a:pt x="22156" y="128629"/>
                </a:cubicBezTo>
                <a:cubicBezTo>
                  <a:pt x="7385" y="113858"/>
                  <a:pt x="0" y="96215"/>
                  <a:pt x="0" y="75700"/>
                </a:cubicBezTo>
                <a:cubicBezTo>
                  <a:pt x="0" y="57647"/>
                  <a:pt x="5744" y="41851"/>
                  <a:pt x="17233" y="28311"/>
                </a:cubicBezTo>
                <a:cubicBezTo>
                  <a:pt x="31183" y="11488"/>
                  <a:pt x="48415" y="2462"/>
                  <a:pt x="68930" y="1231"/>
                </a:cubicBezTo>
                <a:moveTo>
                  <a:pt x="103396" y="126783"/>
                </a:moveTo>
                <a:lnTo>
                  <a:pt x="111397" y="90471"/>
                </a:lnTo>
                <a:lnTo>
                  <a:pt x="103396" y="90471"/>
                </a:lnTo>
                <a:cubicBezTo>
                  <a:pt x="99703" y="102780"/>
                  <a:pt x="92112" y="108935"/>
                  <a:pt x="80624" y="108935"/>
                </a:cubicBezTo>
                <a:lnTo>
                  <a:pt x="60930" y="108935"/>
                </a:lnTo>
                <a:cubicBezTo>
                  <a:pt x="63802" y="103191"/>
                  <a:pt x="74880" y="93754"/>
                  <a:pt x="94164" y="80624"/>
                </a:cubicBezTo>
                <a:cubicBezTo>
                  <a:pt x="97446" y="78162"/>
                  <a:pt x="100729" y="74675"/>
                  <a:pt x="104011" y="70161"/>
                </a:cubicBezTo>
                <a:cubicBezTo>
                  <a:pt x="108114" y="64417"/>
                  <a:pt x="110166" y="58878"/>
                  <a:pt x="110166" y="53544"/>
                </a:cubicBezTo>
                <a:cubicBezTo>
                  <a:pt x="110576" y="44928"/>
                  <a:pt x="107909" y="37748"/>
                  <a:pt x="102165" y="32003"/>
                </a:cubicBezTo>
                <a:cubicBezTo>
                  <a:pt x="96010" y="25439"/>
                  <a:pt x="87804" y="22156"/>
                  <a:pt x="77547" y="22156"/>
                </a:cubicBezTo>
                <a:cubicBezTo>
                  <a:pt x="67289" y="22156"/>
                  <a:pt x="58263" y="25233"/>
                  <a:pt x="50467" y="31388"/>
                </a:cubicBezTo>
                <a:cubicBezTo>
                  <a:pt x="43902" y="37132"/>
                  <a:pt x="40620" y="43287"/>
                  <a:pt x="40620" y="49851"/>
                </a:cubicBezTo>
                <a:cubicBezTo>
                  <a:pt x="40620" y="59699"/>
                  <a:pt x="44723" y="64622"/>
                  <a:pt x="52929" y="64622"/>
                </a:cubicBezTo>
                <a:cubicBezTo>
                  <a:pt x="57032" y="64622"/>
                  <a:pt x="60109" y="63597"/>
                  <a:pt x="62160" y="61545"/>
                </a:cubicBezTo>
                <a:cubicBezTo>
                  <a:pt x="64212" y="59904"/>
                  <a:pt x="65238" y="57032"/>
                  <a:pt x="65238" y="52929"/>
                </a:cubicBezTo>
                <a:cubicBezTo>
                  <a:pt x="65238" y="50467"/>
                  <a:pt x="64417" y="48210"/>
                  <a:pt x="62776" y="46159"/>
                </a:cubicBezTo>
                <a:cubicBezTo>
                  <a:pt x="61135" y="44518"/>
                  <a:pt x="58468" y="43492"/>
                  <a:pt x="54775" y="43082"/>
                </a:cubicBezTo>
                <a:cubicBezTo>
                  <a:pt x="54775" y="41030"/>
                  <a:pt x="56416" y="38773"/>
                  <a:pt x="59699" y="36312"/>
                </a:cubicBezTo>
                <a:cubicBezTo>
                  <a:pt x="62981" y="34670"/>
                  <a:pt x="66879" y="33850"/>
                  <a:pt x="71392" y="33850"/>
                </a:cubicBezTo>
                <a:cubicBezTo>
                  <a:pt x="77136" y="34260"/>
                  <a:pt x="81650" y="36722"/>
                  <a:pt x="84932" y="41235"/>
                </a:cubicBezTo>
                <a:cubicBezTo>
                  <a:pt x="87394" y="44928"/>
                  <a:pt x="88625" y="49441"/>
                  <a:pt x="88625" y="54775"/>
                </a:cubicBezTo>
                <a:cubicBezTo>
                  <a:pt x="88215" y="64622"/>
                  <a:pt x="83906" y="73239"/>
                  <a:pt x="75700" y="80624"/>
                </a:cubicBezTo>
                <a:cubicBezTo>
                  <a:pt x="67905" y="88009"/>
                  <a:pt x="61135" y="94164"/>
                  <a:pt x="55391" y="99088"/>
                </a:cubicBezTo>
                <a:cubicBezTo>
                  <a:pt x="48826" y="105652"/>
                  <a:pt x="42671" y="112422"/>
                  <a:pt x="36927" y="119397"/>
                </a:cubicBezTo>
                <a:lnTo>
                  <a:pt x="36927" y="126783"/>
                </a:lnTo>
                <a:lnTo>
                  <a:pt x="103396" y="1267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4" cap="flat">
            <a:solidFill>
              <a:srgbClr val="262626"/>
            </a:solidFill>
            <a:miter/>
          </a:ln>
        </p:spPr>
      </p:sp>
      <p:sp>
        <p:nvSpPr>
          <p:cNvPr id="7" name="Text attacker.victim.com?">
            <a:extLst xmlns:a="http://schemas.openxmlformats.org/drawingml/2006/main">
              <a:ext uri="{FF2B5EF4-FFF2-40B4-BE49-F238E27FC236}">
                <a16:creationId xmlns:a16="http://schemas.microsoft.com/office/drawing/2014/main" id="{83EA1C23-1114-4A99-9075-16410E7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066" y="1189008"/>
            <a:ext cx="1862468" cy="102319"/>
          </a:xfrm>
          <a:custGeom xmlns:a="http://schemas.openxmlformats.org/drawingml/2006/main">
            <a:pathLst>
              <a:path w="1862468" h="102319">
                <a:moveTo>
                  <a:pt x="54621" y="99857"/>
                </a:moveTo>
                <a:lnTo>
                  <a:pt x="54621" y="96164"/>
                </a:lnTo>
                <a:cubicBezTo>
                  <a:pt x="50672" y="98216"/>
                  <a:pt x="46313" y="99754"/>
                  <a:pt x="41543" y="100780"/>
                </a:cubicBezTo>
                <a:cubicBezTo>
                  <a:pt x="36773" y="101806"/>
                  <a:pt x="32439" y="102319"/>
                  <a:pt x="28542" y="102319"/>
                </a:cubicBezTo>
                <a:cubicBezTo>
                  <a:pt x="20079" y="102319"/>
                  <a:pt x="13207" y="100079"/>
                  <a:pt x="7924" y="95599"/>
                </a:cubicBezTo>
                <a:cubicBezTo>
                  <a:pt x="2641" y="91118"/>
                  <a:pt x="0" y="86163"/>
                  <a:pt x="0" y="80735"/>
                </a:cubicBezTo>
                <a:cubicBezTo>
                  <a:pt x="0" y="74130"/>
                  <a:pt x="3372" y="67998"/>
                  <a:pt x="10116" y="62341"/>
                </a:cubicBezTo>
                <a:cubicBezTo>
                  <a:pt x="16861" y="56682"/>
                  <a:pt x="26182" y="53852"/>
                  <a:pt x="38081" y="53852"/>
                </a:cubicBezTo>
                <a:cubicBezTo>
                  <a:pt x="42851" y="53852"/>
                  <a:pt x="48364" y="54365"/>
                  <a:pt x="54621" y="55391"/>
                </a:cubicBezTo>
                <a:lnTo>
                  <a:pt x="54621" y="51645"/>
                </a:lnTo>
                <a:cubicBezTo>
                  <a:pt x="54621" y="49302"/>
                  <a:pt x="53608" y="47391"/>
                  <a:pt x="51582" y="45914"/>
                </a:cubicBezTo>
                <a:cubicBezTo>
                  <a:pt x="49557" y="44436"/>
                  <a:pt x="45697" y="43697"/>
                  <a:pt x="40004" y="43697"/>
                </a:cubicBezTo>
                <a:cubicBezTo>
                  <a:pt x="35337" y="43697"/>
                  <a:pt x="29285" y="44601"/>
                  <a:pt x="21848" y="46409"/>
                </a:cubicBezTo>
                <a:cubicBezTo>
                  <a:pt x="19079" y="47063"/>
                  <a:pt x="16925" y="47390"/>
                  <a:pt x="15386" y="47390"/>
                </a:cubicBezTo>
                <a:cubicBezTo>
                  <a:pt x="13283" y="47390"/>
                  <a:pt x="11501" y="46633"/>
                  <a:pt x="10040" y="45120"/>
                </a:cubicBezTo>
                <a:cubicBezTo>
                  <a:pt x="8578" y="43607"/>
                  <a:pt x="7847" y="41671"/>
                  <a:pt x="7847" y="39312"/>
                </a:cubicBezTo>
                <a:cubicBezTo>
                  <a:pt x="7847" y="37978"/>
                  <a:pt x="8103" y="36824"/>
                  <a:pt x="8616" y="35850"/>
                </a:cubicBezTo>
                <a:cubicBezTo>
                  <a:pt x="9129" y="34876"/>
                  <a:pt x="9847" y="34093"/>
                  <a:pt x="10770" y="33504"/>
                </a:cubicBezTo>
                <a:cubicBezTo>
                  <a:pt x="11694" y="32914"/>
                  <a:pt x="13617" y="32209"/>
                  <a:pt x="16540" y="31388"/>
                </a:cubicBezTo>
                <a:cubicBezTo>
                  <a:pt x="20438" y="30311"/>
                  <a:pt x="24413" y="29452"/>
                  <a:pt x="28465" y="28811"/>
                </a:cubicBezTo>
                <a:cubicBezTo>
                  <a:pt x="32516" y="28170"/>
                  <a:pt x="36183" y="27849"/>
                  <a:pt x="39466" y="27849"/>
                </a:cubicBezTo>
                <a:cubicBezTo>
                  <a:pt x="49262" y="27849"/>
                  <a:pt x="56865" y="29965"/>
                  <a:pt x="62276" y="34196"/>
                </a:cubicBezTo>
                <a:cubicBezTo>
                  <a:pt x="67687" y="38427"/>
                  <a:pt x="70392" y="44210"/>
                  <a:pt x="70392" y="51544"/>
                </a:cubicBezTo>
                <a:lnTo>
                  <a:pt x="70392" y="84009"/>
                </a:lnTo>
                <a:lnTo>
                  <a:pt x="73085" y="84009"/>
                </a:lnTo>
                <a:cubicBezTo>
                  <a:pt x="76880" y="84009"/>
                  <a:pt x="79585" y="84740"/>
                  <a:pt x="81201" y="86202"/>
                </a:cubicBezTo>
                <a:cubicBezTo>
                  <a:pt x="82817" y="87663"/>
                  <a:pt x="83624" y="89574"/>
                  <a:pt x="83624" y="91933"/>
                </a:cubicBezTo>
                <a:cubicBezTo>
                  <a:pt x="83624" y="94292"/>
                  <a:pt x="82817" y="96203"/>
                  <a:pt x="81201" y="97664"/>
                </a:cubicBezTo>
                <a:cubicBezTo>
                  <a:pt x="79585" y="99126"/>
                  <a:pt x="76880" y="99857"/>
                  <a:pt x="73085" y="99857"/>
                </a:cubicBezTo>
                <a:lnTo>
                  <a:pt x="54621" y="99857"/>
                </a:lnTo>
                <a:moveTo>
                  <a:pt x="54621" y="71529"/>
                </a:moveTo>
                <a:cubicBezTo>
                  <a:pt x="48313" y="70310"/>
                  <a:pt x="42492" y="69700"/>
                  <a:pt x="37158" y="69700"/>
                </a:cubicBezTo>
                <a:cubicBezTo>
                  <a:pt x="30747" y="69700"/>
                  <a:pt x="25233" y="71250"/>
                  <a:pt x="20618" y="74349"/>
                </a:cubicBezTo>
                <a:cubicBezTo>
                  <a:pt x="17745" y="76332"/>
                  <a:pt x="16309" y="78339"/>
                  <a:pt x="16309" y="80372"/>
                </a:cubicBezTo>
                <a:cubicBezTo>
                  <a:pt x="16309" y="81846"/>
                  <a:pt x="17002" y="83041"/>
                  <a:pt x="18387" y="83956"/>
                </a:cubicBezTo>
                <a:cubicBezTo>
                  <a:pt x="20951" y="85633"/>
                  <a:pt x="24464" y="86471"/>
                  <a:pt x="28926" y="86471"/>
                </a:cubicBezTo>
                <a:cubicBezTo>
                  <a:pt x="32721" y="86471"/>
                  <a:pt x="37017" y="85734"/>
                  <a:pt x="41812" y="84261"/>
                </a:cubicBezTo>
                <a:cubicBezTo>
                  <a:pt x="46608" y="82787"/>
                  <a:pt x="50877" y="80779"/>
                  <a:pt x="54621" y="78237"/>
                </a:cubicBezTo>
                <a:lnTo>
                  <a:pt x="54621" y="71529"/>
                </a:lnTo>
                <a:close/>
                <a:moveTo>
                  <a:pt x="130627" y="45851"/>
                </a:moveTo>
                <a:lnTo>
                  <a:pt x="130627" y="77292"/>
                </a:lnTo>
                <a:cubicBezTo>
                  <a:pt x="130627" y="80658"/>
                  <a:pt x="131320" y="82876"/>
                  <a:pt x="132704" y="83946"/>
                </a:cubicBezTo>
                <a:cubicBezTo>
                  <a:pt x="134858" y="85629"/>
                  <a:pt x="138705" y="86471"/>
                  <a:pt x="144244" y="86471"/>
                </a:cubicBezTo>
                <a:cubicBezTo>
                  <a:pt x="152296" y="86471"/>
                  <a:pt x="159733" y="84734"/>
                  <a:pt x="166554" y="81261"/>
                </a:cubicBezTo>
                <a:cubicBezTo>
                  <a:pt x="169170" y="79913"/>
                  <a:pt x="171221" y="79239"/>
                  <a:pt x="172709" y="79239"/>
                </a:cubicBezTo>
                <a:cubicBezTo>
                  <a:pt x="174760" y="79239"/>
                  <a:pt x="176542" y="80014"/>
                  <a:pt x="178055" y="81564"/>
                </a:cubicBezTo>
                <a:cubicBezTo>
                  <a:pt x="179568" y="83112"/>
                  <a:pt x="180325" y="84996"/>
                  <a:pt x="180325" y="87216"/>
                </a:cubicBezTo>
                <a:cubicBezTo>
                  <a:pt x="180325" y="89282"/>
                  <a:pt x="179504" y="91063"/>
                  <a:pt x="177863" y="92560"/>
                </a:cubicBezTo>
                <a:cubicBezTo>
                  <a:pt x="175350" y="94987"/>
                  <a:pt x="170388" y="97220"/>
                  <a:pt x="162977" y="99261"/>
                </a:cubicBezTo>
                <a:cubicBezTo>
                  <a:pt x="155566" y="101299"/>
                  <a:pt x="149322" y="102319"/>
                  <a:pt x="144244" y="102319"/>
                </a:cubicBezTo>
                <a:cubicBezTo>
                  <a:pt x="134448" y="102319"/>
                  <a:pt x="127101" y="100209"/>
                  <a:pt x="122203" y="95989"/>
                </a:cubicBezTo>
                <a:cubicBezTo>
                  <a:pt x="117305" y="91769"/>
                  <a:pt x="114856" y="86590"/>
                  <a:pt x="114856" y="80453"/>
                </a:cubicBezTo>
                <a:lnTo>
                  <a:pt x="114856" y="45851"/>
                </a:lnTo>
                <a:lnTo>
                  <a:pt x="109163" y="45851"/>
                </a:lnTo>
                <a:cubicBezTo>
                  <a:pt x="105368" y="45851"/>
                  <a:pt x="102663" y="45117"/>
                  <a:pt x="101047" y="43649"/>
                </a:cubicBezTo>
                <a:cubicBezTo>
                  <a:pt x="99432" y="42179"/>
                  <a:pt x="98624" y="40259"/>
                  <a:pt x="98624" y="37889"/>
                </a:cubicBezTo>
                <a:cubicBezTo>
                  <a:pt x="98624" y="35570"/>
                  <a:pt x="99432" y="33676"/>
                  <a:pt x="101047" y="32208"/>
                </a:cubicBezTo>
                <a:cubicBezTo>
                  <a:pt x="102663" y="30738"/>
                  <a:pt x="105368" y="30003"/>
                  <a:pt x="109163" y="30003"/>
                </a:cubicBezTo>
                <a:lnTo>
                  <a:pt x="114856" y="30003"/>
                </a:lnTo>
                <a:lnTo>
                  <a:pt x="114856" y="15771"/>
                </a:lnTo>
                <a:cubicBezTo>
                  <a:pt x="114856" y="11976"/>
                  <a:pt x="115587" y="9270"/>
                  <a:pt x="117049" y="7655"/>
                </a:cubicBezTo>
                <a:cubicBezTo>
                  <a:pt x="118511" y="6039"/>
                  <a:pt x="120421" y="5231"/>
                  <a:pt x="122780" y="5231"/>
                </a:cubicBezTo>
                <a:cubicBezTo>
                  <a:pt x="125088" y="5231"/>
                  <a:pt x="126973" y="6039"/>
                  <a:pt x="128435" y="7655"/>
                </a:cubicBezTo>
                <a:cubicBezTo>
                  <a:pt x="129896" y="9270"/>
                  <a:pt x="130627" y="11976"/>
                  <a:pt x="130627" y="15771"/>
                </a:cubicBezTo>
                <a:lnTo>
                  <a:pt x="130627" y="30003"/>
                </a:lnTo>
                <a:lnTo>
                  <a:pt x="159784" y="30003"/>
                </a:lnTo>
                <a:cubicBezTo>
                  <a:pt x="163579" y="30003"/>
                  <a:pt x="166285" y="30738"/>
                  <a:pt x="167900" y="32208"/>
                </a:cubicBezTo>
                <a:cubicBezTo>
                  <a:pt x="169516" y="33676"/>
                  <a:pt x="170324" y="35595"/>
                  <a:pt x="170324" y="37966"/>
                </a:cubicBezTo>
                <a:cubicBezTo>
                  <a:pt x="170324" y="40285"/>
                  <a:pt x="169516" y="42179"/>
                  <a:pt x="167900" y="43649"/>
                </a:cubicBezTo>
                <a:cubicBezTo>
                  <a:pt x="166285" y="45117"/>
                  <a:pt x="163579" y="45851"/>
                  <a:pt x="159784" y="45851"/>
                </a:cubicBezTo>
                <a:lnTo>
                  <a:pt x="130627" y="45851"/>
                </a:lnTo>
                <a:close/>
                <a:moveTo>
                  <a:pt x="224712" y="45851"/>
                </a:moveTo>
                <a:lnTo>
                  <a:pt x="224712" y="77292"/>
                </a:lnTo>
                <a:cubicBezTo>
                  <a:pt x="224712" y="80658"/>
                  <a:pt x="225404" y="82876"/>
                  <a:pt x="226789" y="83946"/>
                </a:cubicBezTo>
                <a:cubicBezTo>
                  <a:pt x="228943" y="85629"/>
                  <a:pt x="232790" y="86471"/>
                  <a:pt x="238329" y="86471"/>
                </a:cubicBezTo>
                <a:cubicBezTo>
                  <a:pt x="246381" y="86471"/>
                  <a:pt x="253818" y="84734"/>
                  <a:pt x="260639" y="81261"/>
                </a:cubicBezTo>
                <a:cubicBezTo>
                  <a:pt x="263254" y="79913"/>
                  <a:pt x="265306" y="79239"/>
                  <a:pt x="266793" y="79239"/>
                </a:cubicBezTo>
                <a:cubicBezTo>
                  <a:pt x="268845" y="79239"/>
                  <a:pt x="270627" y="80014"/>
                  <a:pt x="272140" y="81564"/>
                </a:cubicBezTo>
                <a:cubicBezTo>
                  <a:pt x="273653" y="83112"/>
                  <a:pt x="274410" y="84996"/>
                  <a:pt x="274410" y="87216"/>
                </a:cubicBezTo>
                <a:cubicBezTo>
                  <a:pt x="274410" y="89282"/>
                  <a:pt x="273589" y="91063"/>
                  <a:pt x="271948" y="92560"/>
                </a:cubicBezTo>
                <a:cubicBezTo>
                  <a:pt x="269435" y="94987"/>
                  <a:pt x="264473" y="97220"/>
                  <a:pt x="257062" y="99261"/>
                </a:cubicBezTo>
                <a:cubicBezTo>
                  <a:pt x="249650" y="101299"/>
                  <a:pt x="243406" y="102319"/>
                  <a:pt x="238329" y="102319"/>
                </a:cubicBezTo>
                <a:cubicBezTo>
                  <a:pt x="228533" y="102319"/>
                  <a:pt x="221186" y="100209"/>
                  <a:pt x="216288" y="95989"/>
                </a:cubicBezTo>
                <a:cubicBezTo>
                  <a:pt x="211390" y="91769"/>
                  <a:pt x="208941" y="86590"/>
                  <a:pt x="208941" y="80453"/>
                </a:cubicBezTo>
                <a:lnTo>
                  <a:pt x="208941" y="45851"/>
                </a:lnTo>
                <a:lnTo>
                  <a:pt x="203248" y="45851"/>
                </a:lnTo>
                <a:cubicBezTo>
                  <a:pt x="199453" y="45851"/>
                  <a:pt x="196747" y="45117"/>
                  <a:pt x="195132" y="43649"/>
                </a:cubicBezTo>
                <a:cubicBezTo>
                  <a:pt x="193516" y="42179"/>
                  <a:pt x="192708" y="40259"/>
                  <a:pt x="192708" y="37889"/>
                </a:cubicBezTo>
                <a:cubicBezTo>
                  <a:pt x="192708" y="35570"/>
                  <a:pt x="193516" y="33676"/>
                  <a:pt x="195132" y="32208"/>
                </a:cubicBezTo>
                <a:cubicBezTo>
                  <a:pt x="196747" y="30738"/>
                  <a:pt x="199453" y="30003"/>
                  <a:pt x="203248" y="30003"/>
                </a:cubicBezTo>
                <a:lnTo>
                  <a:pt x="208941" y="30003"/>
                </a:lnTo>
                <a:lnTo>
                  <a:pt x="208941" y="15771"/>
                </a:lnTo>
                <a:cubicBezTo>
                  <a:pt x="208941" y="11976"/>
                  <a:pt x="209672" y="9270"/>
                  <a:pt x="211134" y="7655"/>
                </a:cubicBezTo>
                <a:cubicBezTo>
                  <a:pt x="212595" y="6039"/>
                  <a:pt x="214506" y="5231"/>
                  <a:pt x="216865" y="5231"/>
                </a:cubicBezTo>
                <a:cubicBezTo>
                  <a:pt x="219173" y="5231"/>
                  <a:pt x="221058" y="6039"/>
                  <a:pt x="222519" y="7655"/>
                </a:cubicBezTo>
                <a:cubicBezTo>
                  <a:pt x="223981" y="9270"/>
                  <a:pt x="224712" y="11976"/>
                  <a:pt x="224712" y="15771"/>
                </a:cubicBezTo>
                <a:lnTo>
                  <a:pt x="224712" y="30003"/>
                </a:lnTo>
                <a:lnTo>
                  <a:pt x="253869" y="30003"/>
                </a:lnTo>
                <a:cubicBezTo>
                  <a:pt x="257664" y="30003"/>
                  <a:pt x="260370" y="30738"/>
                  <a:pt x="261985" y="32208"/>
                </a:cubicBezTo>
                <a:cubicBezTo>
                  <a:pt x="263601" y="33676"/>
                  <a:pt x="264408" y="35595"/>
                  <a:pt x="264408" y="37966"/>
                </a:cubicBezTo>
                <a:cubicBezTo>
                  <a:pt x="264408" y="40285"/>
                  <a:pt x="263601" y="42179"/>
                  <a:pt x="261985" y="43649"/>
                </a:cubicBezTo>
                <a:cubicBezTo>
                  <a:pt x="260370" y="45117"/>
                  <a:pt x="257664" y="45851"/>
                  <a:pt x="253869" y="45851"/>
                </a:cubicBezTo>
                <a:lnTo>
                  <a:pt x="224712" y="45851"/>
                </a:lnTo>
                <a:close/>
                <a:moveTo>
                  <a:pt x="336876" y="99857"/>
                </a:moveTo>
                <a:lnTo>
                  <a:pt x="336876" y="96164"/>
                </a:lnTo>
                <a:cubicBezTo>
                  <a:pt x="332927" y="98216"/>
                  <a:pt x="328568" y="99754"/>
                  <a:pt x="323798" y="100780"/>
                </a:cubicBezTo>
                <a:cubicBezTo>
                  <a:pt x="319028" y="101806"/>
                  <a:pt x="314694" y="102319"/>
                  <a:pt x="310796" y="102319"/>
                </a:cubicBezTo>
                <a:cubicBezTo>
                  <a:pt x="302334" y="102319"/>
                  <a:pt x="295461" y="100079"/>
                  <a:pt x="290179" y="95599"/>
                </a:cubicBezTo>
                <a:cubicBezTo>
                  <a:pt x="284896" y="91118"/>
                  <a:pt x="282255" y="86163"/>
                  <a:pt x="282255" y="80735"/>
                </a:cubicBezTo>
                <a:cubicBezTo>
                  <a:pt x="282255" y="74130"/>
                  <a:pt x="285627" y="67998"/>
                  <a:pt x="292371" y="62341"/>
                </a:cubicBezTo>
                <a:cubicBezTo>
                  <a:pt x="299116" y="56682"/>
                  <a:pt x="308437" y="53852"/>
                  <a:pt x="320336" y="53852"/>
                </a:cubicBezTo>
                <a:cubicBezTo>
                  <a:pt x="325106" y="53852"/>
                  <a:pt x="330619" y="54365"/>
                  <a:pt x="336876" y="55391"/>
                </a:cubicBezTo>
                <a:lnTo>
                  <a:pt x="336876" y="51645"/>
                </a:lnTo>
                <a:cubicBezTo>
                  <a:pt x="336876" y="49302"/>
                  <a:pt x="335863" y="47391"/>
                  <a:pt x="333837" y="45914"/>
                </a:cubicBezTo>
                <a:cubicBezTo>
                  <a:pt x="331811" y="44436"/>
                  <a:pt x="327952" y="43697"/>
                  <a:pt x="322259" y="43697"/>
                </a:cubicBezTo>
                <a:cubicBezTo>
                  <a:pt x="317592" y="43697"/>
                  <a:pt x="311540" y="44601"/>
                  <a:pt x="304103" y="46409"/>
                </a:cubicBezTo>
                <a:cubicBezTo>
                  <a:pt x="301334" y="47063"/>
                  <a:pt x="299180" y="47390"/>
                  <a:pt x="297641" y="47390"/>
                </a:cubicBezTo>
                <a:cubicBezTo>
                  <a:pt x="295538" y="47390"/>
                  <a:pt x="293756" y="46633"/>
                  <a:pt x="292294" y="45120"/>
                </a:cubicBezTo>
                <a:cubicBezTo>
                  <a:pt x="290833" y="43607"/>
                  <a:pt x="290102" y="41671"/>
                  <a:pt x="290102" y="39312"/>
                </a:cubicBezTo>
                <a:cubicBezTo>
                  <a:pt x="290102" y="37978"/>
                  <a:pt x="290358" y="36824"/>
                  <a:pt x="290871" y="35850"/>
                </a:cubicBezTo>
                <a:cubicBezTo>
                  <a:pt x="291384" y="34876"/>
                  <a:pt x="292102" y="34093"/>
                  <a:pt x="293025" y="33504"/>
                </a:cubicBezTo>
                <a:cubicBezTo>
                  <a:pt x="293948" y="32914"/>
                  <a:pt x="295872" y="32209"/>
                  <a:pt x="298795" y="31388"/>
                </a:cubicBezTo>
                <a:cubicBezTo>
                  <a:pt x="302693" y="30311"/>
                  <a:pt x="306668" y="29452"/>
                  <a:pt x="310719" y="28811"/>
                </a:cubicBezTo>
                <a:cubicBezTo>
                  <a:pt x="314771" y="28170"/>
                  <a:pt x="318438" y="27849"/>
                  <a:pt x="321721" y="27849"/>
                </a:cubicBezTo>
                <a:cubicBezTo>
                  <a:pt x="331517" y="27849"/>
                  <a:pt x="339120" y="29965"/>
                  <a:pt x="344531" y="34196"/>
                </a:cubicBezTo>
                <a:cubicBezTo>
                  <a:pt x="349942" y="38427"/>
                  <a:pt x="352647" y="44210"/>
                  <a:pt x="352647" y="51544"/>
                </a:cubicBezTo>
                <a:lnTo>
                  <a:pt x="352647" y="84009"/>
                </a:lnTo>
                <a:lnTo>
                  <a:pt x="355340" y="84009"/>
                </a:lnTo>
                <a:cubicBezTo>
                  <a:pt x="359135" y="84009"/>
                  <a:pt x="361840" y="84740"/>
                  <a:pt x="363456" y="86202"/>
                </a:cubicBezTo>
                <a:cubicBezTo>
                  <a:pt x="365071" y="87663"/>
                  <a:pt x="365879" y="89574"/>
                  <a:pt x="365879" y="91933"/>
                </a:cubicBezTo>
                <a:cubicBezTo>
                  <a:pt x="365879" y="94292"/>
                  <a:pt x="365071" y="96203"/>
                  <a:pt x="363456" y="97664"/>
                </a:cubicBezTo>
                <a:cubicBezTo>
                  <a:pt x="361840" y="99126"/>
                  <a:pt x="359135" y="99857"/>
                  <a:pt x="355340" y="99857"/>
                </a:cubicBezTo>
                <a:lnTo>
                  <a:pt x="336876" y="99857"/>
                </a:lnTo>
                <a:moveTo>
                  <a:pt x="336876" y="71529"/>
                </a:moveTo>
                <a:cubicBezTo>
                  <a:pt x="330568" y="70310"/>
                  <a:pt x="324747" y="69700"/>
                  <a:pt x="319413" y="69700"/>
                </a:cubicBezTo>
                <a:cubicBezTo>
                  <a:pt x="313002" y="69700"/>
                  <a:pt x="307488" y="71250"/>
                  <a:pt x="302872" y="74349"/>
                </a:cubicBezTo>
                <a:cubicBezTo>
                  <a:pt x="300000" y="76332"/>
                  <a:pt x="298564" y="78339"/>
                  <a:pt x="298564" y="80372"/>
                </a:cubicBezTo>
                <a:cubicBezTo>
                  <a:pt x="298564" y="81846"/>
                  <a:pt x="299257" y="83041"/>
                  <a:pt x="300641" y="83956"/>
                </a:cubicBezTo>
                <a:cubicBezTo>
                  <a:pt x="303206" y="85633"/>
                  <a:pt x="306719" y="86471"/>
                  <a:pt x="311181" y="86471"/>
                </a:cubicBezTo>
                <a:cubicBezTo>
                  <a:pt x="314976" y="86471"/>
                  <a:pt x="319272" y="85734"/>
                  <a:pt x="324067" y="84261"/>
                </a:cubicBezTo>
                <a:cubicBezTo>
                  <a:pt x="328862" y="82787"/>
                  <a:pt x="333132" y="80779"/>
                  <a:pt x="336876" y="78237"/>
                </a:cubicBezTo>
                <a:lnTo>
                  <a:pt x="336876" y="71529"/>
                </a:lnTo>
                <a:close/>
                <a:moveTo>
                  <a:pt x="441347" y="32773"/>
                </a:moveTo>
                <a:cubicBezTo>
                  <a:pt x="443244" y="31029"/>
                  <a:pt x="445193" y="30157"/>
                  <a:pt x="447193" y="30157"/>
                </a:cubicBezTo>
                <a:cubicBezTo>
                  <a:pt x="449450" y="30157"/>
                  <a:pt x="451309" y="30965"/>
                  <a:pt x="452771" y="32580"/>
                </a:cubicBezTo>
                <a:cubicBezTo>
                  <a:pt x="454233" y="34196"/>
                  <a:pt x="454963" y="36876"/>
                  <a:pt x="454963" y="40620"/>
                </a:cubicBezTo>
                <a:lnTo>
                  <a:pt x="454963" y="50775"/>
                </a:lnTo>
                <a:cubicBezTo>
                  <a:pt x="454963" y="54570"/>
                  <a:pt x="454233" y="57263"/>
                  <a:pt x="452771" y="58852"/>
                </a:cubicBezTo>
                <a:cubicBezTo>
                  <a:pt x="451309" y="60442"/>
                  <a:pt x="449399" y="61237"/>
                  <a:pt x="447039" y="61237"/>
                </a:cubicBezTo>
                <a:cubicBezTo>
                  <a:pt x="444885" y="61237"/>
                  <a:pt x="443065" y="60622"/>
                  <a:pt x="441577" y="59391"/>
                </a:cubicBezTo>
                <a:cubicBezTo>
                  <a:pt x="440500" y="58468"/>
                  <a:pt x="439654" y="56583"/>
                  <a:pt x="439039" y="53737"/>
                </a:cubicBezTo>
                <a:cubicBezTo>
                  <a:pt x="438423" y="50890"/>
                  <a:pt x="436936" y="48774"/>
                  <a:pt x="434577" y="47390"/>
                </a:cubicBezTo>
                <a:cubicBezTo>
                  <a:pt x="430422" y="44928"/>
                  <a:pt x="425114" y="43697"/>
                  <a:pt x="418652" y="43697"/>
                </a:cubicBezTo>
                <a:cubicBezTo>
                  <a:pt x="411215" y="43697"/>
                  <a:pt x="405253" y="45865"/>
                  <a:pt x="400765" y="50202"/>
                </a:cubicBezTo>
                <a:cubicBezTo>
                  <a:pt x="396278" y="54538"/>
                  <a:pt x="394034" y="60021"/>
                  <a:pt x="394034" y="66651"/>
                </a:cubicBezTo>
                <a:cubicBezTo>
                  <a:pt x="394034" y="72774"/>
                  <a:pt x="396188" y="77608"/>
                  <a:pt x="400496" y="81153"/>
                </a:cubicBezTo>
                <a:cubicBezTo>
                  <a:pt x="404804" y="84698"/>
                  <a:pt x="411959" y="86471"/>
                  <a:pt x="421960" y="86471"/>
                </a:cubicBezTo>
                <a:cubicBezTo>
                  <a:pt x="428525" y="86471"/>
                  <a:pt x="433884" y="85810"/>
                  <a:pt x="438039" y="84487"/>
                </a:cubicBezTo>
                <a:cubicBezTo>
                  <a:pt x="440500" y="83673"/>
                  <a:pt x="442834" y="82288"/>
                  <a:pt x="445039" y="80331"/>
                </a:cubicBezTo>
                <a:cubicBezTo>
                  <a:pt x="447245" y="78372"/>
                  <a:pt x="449245" y="77393"/>
                  <a:pt x="451040" y="77393"/>
                </a:cubicBezTo>
                <a:cubicBezTo>
                  <a:pt x="453194" y="77393"/>
                  <a:pt x="455053" y="78188"/>
                  <a:pt x="456617" y="79778"/>
                </a:cubicBezTo>
                <a:cubicBezTo>
                  <a:pt x="458182" y="81368"/>
                  <a:pt x="458964" y="83240"/>
                  <a:pt x="458964" y="85394"/>
                </a:cubicBezTo>
                <a:cubicBezTo>
                  <a:pt x="458964" y="88881"/>
                  <a:pt x="456579" y="92189"/>
                  <a:pt x="451809" y="95318"/>
                </a:cubicBezTo>
                <a:cubicBezTo>
                  <a:pt x="444732" y="99985"/>
                  <a:pt x="434371" y="102319"/>
                  <a:pt x="420729" y="102319"/>
                </a:cubicBezTo>
                <a:cubicBezTo>
                  <a:pt x="408471" y="102319"/>
                  <a:pt x="398932" y="99782"/>
                  <a:pt x="392111" y="94710"/>
                </a:cubicBezTo>
                <a:cubicBezTo>
                  <a:pt x="382879" y="87896"/>
                  <a:pt x="378263" y="78572"/>
                  <a:pt x="378263" y="66736"/>
                </a:cubicBezTo>
                <a:cubicBezTo>
                  <a:pt x="378263" y="55516"/>
                  <a:pt x="382007" y="46231"/>
                  <a:pt x="389495" y="38879"/>
                </a:cubicBezTo>
                <a:cubicBezTo>
                  <a:pt x="396983" y="31526"/>
                  <a:pt x="406753" y="27849"/>
                  <a:pt x="418806" y="27849"/>
                </a:cubicBezTo>
                <a:cubicBezTo>
                  <a:pt x="423165" y="27849"/>
                  <a:pt x="427217" y="28259"/>
                  <a:pt x="430961" y="29080"/>
                </a:cubicBezTo>
                <a:cubicBezTo>
                  <a:pt x="434705" y="29901"/>
                  <a:pt x="438167" y="31132"/>
                  <a:pt x="441347" y="32773"/>
                </a:cubicBezTo>
                <a:close/>
                <a:moveTo>
                  <a:pt x="497889" y="73549"/>
                </a:moveTo>
                <a:lnTo>
                  <a:pt x="497889" y="99857"/>
                </a:lnTo>
                <a:lnTo>
                  <a:pt x="479426" y="99857"/>
                </a:lnTo>
                <a:cubicBezTo>
                  <a:pt x="475630" y="99857"/>
                  <a:pt x="472925" y="99113"/>
                  <a:pt x="471310" y="97626"/>
                </a:cubicBezTo>
                <a:cubicBezTo>
                  <a:pt x="469694" y="96138"/>
                  <a:pt x="468886" y="94215"/>
                  <a:pt x="468886" y="91856"/>
                </a:cubicBezTo>
                <a:cubicBezTo>
                  <a:pt x="468886" y="89497"/>
                  <a:pt x="469707" y="87599"/>
                  <a:pt x="471348" y="86163"/>
                </a:cubicBezTo>
                <a:cubicBezTo>
                  <a:pt x="472989" y="84727"/>
                  <a:pt x="475682" y="84009"/>
                  <a:pt x="479426" y="84009"/>
                </a:cubicBezTo>
                <a:lnTo>
                  <a:pt x="482118" y="84009"/>
                </a:lnTo>
                <a:lnTo>
                  <a:pt x="482118" y="15848"/>
                </a:lnTo>
                <a:lnTo>
                  <a:pt x="479426" y="15848"/>
                </a:lnTo>
                <a:cubicBezTo>
                  <a:pt x="475630" y="15848"/>
                  <a:pt x="472925" y="15104"/>
                  <a:pt x="471310" y="13617"/>
                </a:cubicBezTo>
                <a:cubicBezTo>
                  <a:pt x="469694" y="12130"/>
                  <a:pt x="468886" y="10206"/>
                  <a:pt x="468886" y="7847"/>
                </a:cubicBezTo>
                <a:cubicBezTo>
                  <a:pt x="468886" y="5488"/>
                  <a:pt x="469694" y="3590"/>
                  <a:pt x="471310" y="2154"/>
                </a:cubicBezTo>
                <a:cubicBezTo>
                  <a:pt x="472925" y="718"/>
                  <a:pt x="475630" y="0"/>
                  <a:pt x="479426" y="0"/>
                </a:cubicBezTo>
                <a:lnTo>
                  <a:pt x="497889" y="0"/>
                </a:lnTo>
                <a:lnTo>
                  <a:pt x="497889" y="53236"/>
                </a:lnTo>
                <a:lnTo>
                  <a:pt x="510198" y="43312"/>
                </a:lnTo>
                <a:cubicBezTo>
                  <a:pt x="508916" y="41107"/>
                  <a:pt x="508275" y="39312"/>
                  <a:pt x="508275" y="37927"/>
                </a:cubicBezTo>
                <a:cubicBezTo>
                  <a:pt x="508275" y="35568"/>
                  <a:pt x="509070" y="33657"/>
                  <a:pt x="510660" y="32196"/>
                </a:cubicBezTo>
                <a:cubicBezTo>
                  <a:pt x="512250" y="30734"/>
                  <a:pt x="514942" y="30003"/>
                  <a:pt x="518738" y="30003"/>
                </a:cubicBezTo>
                <a:lnTo>
                  <a:pt x="536740" y="30003"/>
                </a:lnTo>
                <a:cubicBezTo>
                  <a:pt x="540535" y="30003"/>
                  <a:pt x="543240" y="30734"/>
                  <a:pt x="544856" y="32196"/>
                </a:cubicBezTo>
                <a:cubicBezTo>
                  <a:pt x="546471" y="33657"/>
                  <a:pt x="547279" y="35568"/>
                  <a:pt x="547279" y="37927"/>
                </a:cubicBezTo>
                <a:cubicBezTo>
                  <a:pt x="547279" y="40286"/>
                  <a:pt x="546471" y="42197"/>
                  <a:pt x="544856" y="43659"/>
                </a:cubicBezTo>
                <a:cubicBezTo>
                  <a:pt x="543240" y="45120"/>
                  <a:pt x="540535" y="45851"/>
                  <a:pt x="536740" y="45851"/>
                </a:cubicBezTo>
                <a:lnTo>
                  <a:pt x="532354" y="45851"/>
                </a:lnTo>
                <a:lnTo>
                  <a:pt x="513199" y="61206"/>
                </a:lnTo>
                <a:lnTo>
                  <a:pt x="538971" y="84009"/>
                </a:lnTo>
                <a:lnTo>
                  <a:pt x="543586" y="84009"/>
                </a:lnTo>
                <a:cubicBezTo>
                  <a:pt x="547382" y="84009"/>
                  <a:pt x="550087" y="84740"/>
                  <a:pt x="551703" y="86202"/>
                </a:cubicBezTo>
                <a:cubicBezTo>
                  <a:pt x="553318" y="87663"/>
                  <a:pt x="554126" y="89574"/>
                  <a:pt x="554126" y="91933"/>
                </a:cubicBezTo>
                <a:cubicBezTo>
                  <a:pt x="554126" y="94292"/>
                  <a:pt x="553318" y="96203"/>
                  <a:pt x="551703" y="97664"/>
                </a:cubicBezTo>
                <a:cubicBezTo>
                  <a:pt x="550087" y="99126"/>
                  <a:pt x="547382" y="99857"/>
                  <a:pt x="543586" y="99857"/>
                </a:cubicBezTo>
                <a:lnTo>
                  <a:pt x="525431" y="99857"/>
                </a:lnTo>
                <a:cubicBezTo>
                  <a:pt x="521635" y="99857"/>
                  <a:pt x="518930" y="99126"/>
                  <a:pt x="517314" y="97664"/>
                </a:cubicBezTo>
                <a:cubicBezTo>
                  <a:pt x="515699" y="96203"/>
                  <a:pt x="514891" y="94292"/>
                  <a:pt x="514891" y="91933"/>
                </a:cubicBezTo>
                <a:cubicBezTo>
                  <a:pt x="514891" y="89933"/>
                  <a:pt x="515763" y="87958"/>
                  <a:pt x="517507" y="86009"/>
                </a:cubicBezTo>
                <a:lnTo>
                  <a:pt x="500813" y="71238"/>
                </a:lnTo>
                <a:lnTo>
                  <a:pt x="497889" y="73549"/>
                </a:lnTo>
                <a:close/>
                <a:moveTo>
                  <a:pt x="644518" y="72777"/>
                </a:moveTo>
                <a:lnTo>
                  <a:pt x="579819" y="72777"/>
                </a:lnTo>
                <a:cubicBezTo>
                  <a:pt x="581460" y="76880"/>
                  <a:pt x="584371" y="80188"/>
                  <a:pt x="588551" y="82701"/>
                </a:cubicBezTo>
                <a:cubicBezTo>
                  <a:pt x="592731" y="85214"/>
                  <a:pt x="598385" y="86471"/>
                  <a:pt x="605514" y="86471"/>
                </a:cubicBezTo>
                <a:cubicBezTo>
                  <a:pt x="611361" y="86471"/>
                  <a:pt x="619131" y="85233"/>
                  <a:pt x="628824" y="82756"/>
                </a:cubicBezTo>
                <a:cubicBezTo>
                  <a:pt x="632825" y="81745"/>
                  <a:pt x="635594" y="81239"/>
                  <a:pt x="637133" y="81239"/>
                </a:cubicBezTo>
                <a:cubicBezTo>
                  <a:pt x="639236" y="81239"/>
                  <a:pt x="641005" y="81983"/>
                  <a:pt x="642441" y="83470"/>
                </a:cubicBezTo>
                <a:cubicBezTo>
                  <a:pt x="643877" y="84958"/>
                  <a:pt x="644595" y="86830"/>
                  <a:pt x="644595" y="89086"/>
                </a:cubicBezTo>
                <a:cubicBezTo>
                  <a:pt x="644595" y="91138"/>
                  <a:pt x="643826" y="92882"/>
                  <a:pt x="642287" y="94318"/>
                </a:cubicBezTo>
                <a:cubicBezTo>
                  <a:pt x="640236" y="96215"/>
                  <a:pt x="635235" y="98023"/>
                  <a:pt x="627286" y="99741"/>
                </a:cubicBezTo>
                <a:cubicBezTo>
                  <a:pt x="619336" y="101460"/>
                  <a:pt x="611694" y="102319"/>
                  <a:pt x="604360" y="102319"/>
                </a:cubicBezTo>
                <a:cubicBezTo>
                  <a:pt x="591743" y="102319"/>
                  <a:pt x="581653" y="98754"/>
                  <a:pt x="574088" y="91625"/>
                </a:cubicBezTo>
                <a:cubicBezTo>
                  <a:pt x="566523" y="84496"/>
                  <a:pt x="562740" y="75726"/>
                  <a:pt x="562740" y="65315"/>
                </a:cubicBezTo>
                <a:cubicBezTo>
                  <a:pt x="562740" y="54237"/>
                  <a:pt x="566830" y="45223"/>
                  <a:pt x="575011" y="38273"/>
                </a:cubicBezTo>
                <a:cubicBezTo>
                  <a:pt x="583191" y="31324"/>
                  <a:pt x="592615" y="27849"/>
                  <a:pt x="603283" y="27849"/>
                </a:cubicBezTo>
                <a:cubicBezTo>
                  <a:pt x="609694" y="27849"/>
                  <a:pt x="615579" y="28976"/>
                  <a:pt x="620939" y="31229"/>
                </a:cubicBezTo>
                <a:cubicBezTo>
                  <a:pt x="626298" y="33481"/>
                  <a:pt x="630286" y="35912"/>
                  <a:pt x="632902" y="38523"/>
                </a:cubicBezTo>
                <a:cubicBezTo>
                  <a:pt x="636594" y="42312"/>
                  <a:pt x="639646" y="46997"/>
                  <a:pt x="642056" y="52578"/>
                </a:cubicBezTo>
                <a:cubicBezTo>
                  <a:pt x="643698" y="56469"/>
                  <a:pt x="644518" y="60975"/>
                  <a:pt x="644518" y="66096"/>
                </a:cubicBezTo>
                <a:lnTo>
                  <a:pt x="644518" y="72777"/>
                </a:lnTo>
                <a:moveTo>
                  <a:pt x="627055" y="56929"/>
                </a:moveTo>
                <a:cubicBezTo>
                  <a:pt x="624644" y="52493"/>
                  <a:pt x="621490" y="49178"/>
                  <a:pt x="617592" y="46986"/>
                </a:cubicBezTo>
                <a:cubicBezTo>
                  <a:pt x="613694" y="44793"/>
                  <a:pt x="609053" y="43697"/>
                  <a:pt x="603668" y="43697"/>
                </a:cubicBezTo>
                <a:cubicBezTo>
                  <a:pt x="598334" y="43697"/>
                  <a:pt x="593718" y="44793"/>
                  <a:pt x="589820" y="46986"/>
                </a:cubicBezTo>
                <a:cubicBezTo>
                  <a:pt x="585922" y="49178"/>
                  <a:pt x="582742" y="52493"/>
                  <a:pt x="580281" y="56929"/>
                </a:cubicBezTo>
                <a:lnTo>
                  <a:pt x="627055" y="56929"/>
                </a:lnTo>
                <a:close/>
                <a:moveTo>
                  <a:pt x="695752" y="30003"/>
                </a:moveTo>
                <a:lnTo>
                  <a:pt x="695752" y="39850"/>
                </a:lnTo>
                <a:cubicBezTo>
                  <a:pt x="702369" y="35050"/>
                  <a:pt x="707587" y="31850"/>
                  <a:pt x="711408" y="30251"/>
                </a:cubicBezTo>
                <a:cubicBezTo>
                  <a:pt x="715229" y="28650"/>
                  <a:pt x="718806" y="27849"/>
                  <a:pt x="722140" y="27849"/>
                </a:cubicBezTo>
                <a:cubicBezTo>
                  <a:pt x="727269" y="27849"/>
                  <a:pt x="732244" y="29753"/>
                  <a:pt x="737065" y="33561"/>
                </a:cubicBezTo>
                <a:cubicBezTo>
                  <a:pt x="740347" y="36135"/>
                  <a:pt x="741988" y="38761"/>
                  <a:pt x="741988" y="41437"/>
                </a:cubicBezTo>
                <a:cubicBezTo>
                  <a:pt x="741988" y="43702"/>
                  <a:pt x="741206" y="45619"/>
                  <a:pt x="739642" y="47190"/>
                </a:cubicBezTo>
                <a:cubicBezTo>
                  <a:pt x="738077" y="48759"/>
                  <a:pt x="736193" y="49544"/>
                  <a:pt x="733987" y="49544"/>
                </a:cubicBezTo>
                <a:cubicBezTo>
                  <a:pt x="732038" y="49544"/>
                  <a:pt x="729987" y="48569"/>
                  <a:pt x="727833" y="46620"/>
                </a:cubicBezTo>
                <a:cubicBezTo>
                  <a:pt x="725679" y="44671"/>
                  <a:pt x="723755" y="43697"/>
                  <a:pt x="722063" y="43697"/>
                </a:cubicBezTo>
                <a:cubicBezTo>
                  <a:pt x="719858" y="43697"/>
                  <a:pt x="716562" y="45082"/>
                  <a:pt x="712177" y="47851"/>
                </a:cubicBezTo>
                <a:cubicBezTo>
                  <a:pt x="707792" y="50621"/>
                  <a:pt x="702317" y="54775"/>
                  <a:pt x="695752" y="60314"/>
                </a:cubicBezTo>
                <a:lnTo>
                  <a:pt x="695752" y="84009"/>
                </a:lnTo>
                <a:lnTo>
                  <a:pt x="718216" y="84009"/>
                </a:lnTo>
                <a:cubicBezTo>
                  <a:pt x="722012" y="84009"/>
                  <a:pt x="724717" y="84740"/>
                  <a:pt x="726333" y="86202"/>
                </a:cubicBezTo>
                <a:cubicBezTo>
                  <a:pt x="727948" y="87663"/>
                  <a:pt x="728756" y="89574"/>
                  <a:pt x="728756" y="91933"/>
                </a:cubicBezTo>
                <a:cubicBezTo>
                  <a:pt x="728756" y="94292"/>
                  <a:pt x="727948" y="96203"/>
                  <a:pt x="726333" y="97664"/>
                </a:cubicBezTo>
                <a:cubicBezTo>
                  <a:pt x="724717" y="99126"/>
                  <a:pt x="722012" y="99857"/>
                  <a:pt x="718216" y="99857"/>
                </a:cubicBezTo>
                <a:lnTo>
                  <a:pt x="670596" y="99857"/>
                </a:lnTo>
                <a:cubicBezTo>
                  <a:pt x="666801" y="99857"/>
                  <a:pt x="664095" y="99113"/>
                  <a:pt x="662480" y="97626"/>
                </a:cubicBezTo>
                <a:cubicBezTo>
                  <a:pt x="660864" y="96138"/>
                  <a:pt x="660056" y="94215"/>
                  <a:pt x="660056" y="91856"/>
                </a:cubicBezTo>
                <a:cubicBezTo>
                  <a:pt x="660056" y="89497"/>
                  <a:pt x="660864" y="87599"/>
                  <a:pt x="662480" y="86163"/>
                </a:cubicBezTo>
                <a:cubicBezTo>
                  <a:pt x="664095" y="84727"/>
                  <a:pt x="666801" y="84009"/>
                  <a:pt x="670596" y="84009"/>
                </a:cubicBezTo>
                <a:lnTo>
                  <a:pt x="679982" y="84009"/>
                </a:lnTo>
                <a:lnTo>
                  <a:pt x="679982" y="45851"/>
                </a:lnTo>
                <a:lnTo>
                  <a:pt x="674289" y="45851"/>
                </a:lnTo>
                <a:cubicBezTo>
                  <a:pt x="670493" y="45851"/>
                  <a:pt x="667788" y="45107"/>
                  <a:pt x="666172" y="43620"/>
                </a:cubicBezTo>
                <a:cubicBezTo>
                  <a:pt x="664557" y="42133"/>
                  <a:pt x="663749" y="40209"/>
                  <a:pt x="663749" y="37850"/>
                </a:cubicBezTo>
                <a:cubicBezTo>
                  <a:pt x="663749" y="35491"/>
                  <a:pt x="664557" y="33593"/>
                  <a:pt x="666172" y="32157"/>
                </a:cubicBezTo>
                <a:cubicBezTo>
                  <a:pt x="667788" y="30721"/>
                  <a:pt x="670493" y="30003"/>
                  <a:pt x="674289" y="30003"/>
                </a:cubicBezTo>
                <a:lnTo>
                  <a:pt x="695752" y="30003"/>
                </a:lnTo>
                <a:close/>
                <a:moveTo>
                  <a:pt x="805147" y="91856"/>
                </a:moveTo>
                <a:cubicBezTo>
                  <a:pt x="805147" y="94831"/>
                  <a:pt x="804096" y="97318"/>
                  <a:pt x="801993" y="99318"/>
                </a:cubicBezTo>
                <a:cubicBezTo>
                  <a:pt x="799890" y="101319"/>
                  <a:pt x="796992" y="102319"/>
                  <a:pt x="793300" y="102319"/>
                </a:cubicBezTo>
                <a:cubicBezTo>
                  <a:pt x="789607" y="102319"/>
                  <a:pt x="786709" y="101319"/>
                  <a:pt x="784606" y="99318"/>
                </a:cubicBezTo>
                <a:cubicBezTo>
                  <a:pt x="782503" y="97318"/>
                  <a:pt x="781452" y="94831"/>
                  <a:pt x="781452" y="91856"/>
                </a:cubicBezTo>
                <a:cubicBezTo>
                  <a:pt x="781452" y="88881"/>
                  <a:pt x="782503" y="86394"/>
                  <a:pt x="784606" y="84394"/>
                </a:cubicBezTo>
                <a:cubicBezTo>
                  <a:pt x="786709" y="82393"/>
                  <a:pt x="789607" y="81393"/>
                  <a:pt x="793300" y="81393"/>
                </a:cubicBezTo>
                <a:cubicBezTo>
                  <a:pt x="796992" y="81393"/>
                  <a:pt x="799890" y="82393"/>
                  <a:pt x="801993" y="84394"/>
                </a:cubicBezTo>
                <a:cubicBezTo>
                  <a:pt x="804096" y="86394"/>
                  <a:pt x="805147" y="88881"/>
                  <a:pt x="805147" y="91856"/>
                </a:cubicBezTo>
                <a:close/>
                <a:moveTo>
                  <a:pt x="887307" y="80643"/>
                </a:moveTo>
                <a:lnTo>
                  <a:pt x="904309" y="45851"/>
                </a:lnTo>
                <a:cubicBezTo>
                  <a:pt x="900104" y="45851"/>
                  <a:pt x="897411" y="45389"/>
                  <a:pt x="896232" y="44464"/>
                </a:cubicBezTo>
                <a:cubicBezTo>
                  <a:pt x="893667" y="42414"/>
                  <a:pt x="892385" y="40209"/>
                  <a:pt x="892385" y="37850"/>
                </a:cubicBezTo>
                <a:cubicBezTo>
                  <a:pt x="892385" y="35491"/>
                  <a:pt x="893193" y="33593"/>
                  <a:pt x="894808" y="32157"/>
                </a:cubicBezTo>
                <a:cubicBezTo>
                  <a:pt x="896424" y="30721"/>
                  <a:pt x="899129" y="30003"/>
                  <a:pt x="902925" y="30003"/>
                </a:cubicBezTo>
                <a:lnTo>
                  <a:pt x="924542" y="30003"/>
                </a:lnTo>
                <a:cubicBezTo>
                  <a:pt x="928338" y="30003"/>
                  <a:pt x="931043" y="30734"/>
                  <a:pt x="932658" y="32196"/>
                </a:cubicBezTo>
                <a:cubicBezTo>
                  <a:pt x="934274" y="33657"/>
                  <a:pt x="935082" y="35568"/>
                  <a:pt x="935082" y="37927"/>
                </a:cubicBezTo>
                <a:cubicBezTo>
                  <a:pt x="935082" y="40286"/>
                  <a:pt x="934274" y="42197"/>
                  <a:pt x="932658" y="43659"/>
                </a:cubicBezTo>
                <a:cubicBezTo>
                  <a:pt x="931043" y="45120"/>
                  <a:pt x="928338" y="45851"/>
                  <a:pt x="924542" y="45851"/>
                </a:cubicBezTo>
                <a:lnTo>
                  <a:pt x="921927" y="45851"/>
                </a:lnTo>
                <a:lnTo>
                  <a:pt x="895539" y="99857"/>
                </a:lnTo>
                <a:lnTo>
                  <a:pt x="879076" y="99857"/>
                </a:lnTo>
                <a:lnTo>
                  <a:pt x="852688" y="45851"/>
                </a:lnTo>
                <a:lnTo>
                  <a:pt x="850457" y="45851"/>
                </a:lnTo>
                <a:cubicBezTo>
                  <a:pt x="846662" y="45851"/>
                  <a:pt x="843957" y="45107"/>
                  <a:pt x="842341" y="43620"/>
                </a:cubicBezTo>
                <a:cubicBezTo>
                  <a:pt x="840726" y="42133"/>
                  <a:pt x="839918" y="40209"/>
                  <a:pt x="839918" y="37850"/>
                </a:cubicBezTo>
                <a:cubicBezTo>
                  <a:pt x="839918" y="35491"/>
                  <a:pt x="840726" y="33593"/>
                  <a:pt x="842341" y="32157"/>
                </a:cubicBezTo>
                <a:cubicBezTo>
                  <a:pt x="843957" y="30721"/>
                  <a:pt x="846662" y="30003"/>
                  <a:pt x="850457" y="30003"/>
                </a:cubicBezTo>
                <a:lnTo>
                  <a:pt x="871614" y="30003"/>
                </a:lnTo>
                <a:cubicBezTo>
                  <a:pt x="875357" y="30003"/>
                  <a:pt x="878037" y="30734"/>
                  <a:pt x="879653" y="32196"/>
                </a:cubicBezTo>
                <a:cubicBezTo>
                  <a:pt x="881268" y="33657"/>
                  <a:pt x="882076" y="35568"/>
                  <a:pt x="882076" y="37927"/>
                </a:cubicBezTo>
                <a:cubicBezTo>
                  <a:pt x="882076" y="40286"/>
                  <a:pt x="880845" y="42440"/>
                  <a:pt x="878383" y="44389"/>
                </a:cubicBezTo>
                <a:cubicBezTo>
                  <a:pt x="877153" y="45364"/>
                  <a:pt x="874409" y="45851"/>
                  <a:pt x="870152" y="45851"/>
                </a:cubicBezTo>
                <a:lnTo>
                  <a:pt x="887307" y="80643"/>
                </a:lnTo>
                <a:close/>
                <a:moveTo>
                  <a:pt x="986931" y="0"/>
                </a:moveTo>
                <a:lnTo>
                  <a:pt x="986931" y="16771"/>
                </a:lnTo>
                <a:lnTo>
                  <a:pt x="968160" y="16771"/>
                </a:lnTo>
                <a:lnTo>
                  <a:pt x="968160" y="0"/>
                </a:lnTo>
                <a:lnTo>
                  <a:pt x="986931" y="0"/>
                </a:lnTo>
                <a:moveTo>
                  <a:pt x="989085" y="30003"/>
                </a:moveTo>
                <a:lnTo>
                  <a:pt x="989085" y="84009"/>
                </a:lnTo>
                <a:lnTo>
                  <a:pt x="1008010" y="84009"/>
                </a:lnTo>
                <a:cubicBezTo>
                  <a:pt x="1011806" y="84009"/>
                  <a:pt x="1014511" y="84740"/>
                  <a:pt x="1016127" y="86202"/>
                </a:cubicBezTo>
                <a:cubicBezTo>
                  <a:pt x="1017742" y="87663"/>
                  <a:pt x="1018550" y="89574"/>
                  <a:pt x="1018550" y="91933"/>
                </a:cubicBezTo>
                <a:cubicBezTo>
                  <a:pt x="1018550" y="94292"/>
                  <a:pt x="1017742" y="96203"/>
                  <a:pt x="1016127" y="97664"/>
                </a:cubicBezTo>
                <a:cubicBezTo>
                  <a:pt x="1014511" y="99126"/>
                  <a:pt x="1011806" y="99857"/>
                  <a:pt x="1008010" y="99857"/>
                </a:cubicBezTo>
                <a:lnTo>
                  <a:pt x="954389" y="99857"/>
                </a:lnTo>
                <a:cubicBezTo>
                  <a:pt x="950594" y="99857"/>
                  <a:pt x="947889" y="99113"/>
                  <a:pt x="946273" y="97626"/>
                </a:cubicBezTo>
                <a:cubicBezTo>
                  <a:pt x="944657" y="96138"/>
                  <a:pt x="943850" y="94215"/>
                  <a:pt x="943850" y="91856"/>
                </a:cubicBezTo>
                <a:cubicBezTo>
                  <a:pt x="943850" y="89497"/>
                  <a:pt x="944657" y="87599"/>
                  <a:pt x="946273" y="86163"/>
                </a:cubicBezTo>
                <a:cubicBezTo>
                  <a:pt x="947889" y="84727"/>
                  <a:pt x="950594" y="84009"/>
                  <a:pt x="954389" y="84009"/>
                </a:cubicBezTo>
                <a:lnTo>
                  <a:pt x="973314" y="84009"/>
                </a:lnTo>
                <a:lnTo>
                  <a:pt x="973314" y="45851"/>
                </a:lnTo>
                <a:lnTo>
                  <a:pt x="960621" y="45851"/>
                </a:lnTo>
                <a:cubicBezTo>
                  <a:pt x="956877" y="45851"/>
                  <a:pt x="954184" y="45107"/>
                  <a:pt x="952543" y="43620"/>
                </a:cubicBezTo>
                <a:cubicBezTo>
                  <a:pt x="950902" y="42133"/>
                  <a:pt x="950081" y="40209"/>
                  <a:pt x="950081" y="37850"/>
                </a:cubicBezTo>
                <a:cubicBezTo>
                  <a:pt x="950081" y="35491"/>
                  <a:pt x="950889" y="33593"/>
                  <a:pt x="952504" y="32157"/>
                </a:cubicBezTo>
                <a:cubicBezTo>
                  <a:pt x="954120" y="30721"/>
                  <a:pt x="956825" y="30003"/>
                  <a:pt x="960621" y="30003"/>
                </a:cubicBezTo>
                <a:lnTo>
                  <a:pt x="989085" y="30003"/>
                </a:lnTo>
                <a:close/>
                <a:moveTo>
                  <a:pt x="1099941" y="32773"/>
                </a:moveTo>
                <a:cubicBezTo>
                  <a:pt x="1101839" y="31029"/>
                  <a:pt x="1103788" y="30157"/>
                  <a:pt x="1105788" y="30157"/>
                </a:cubicBezTo>
                <a:cubicBezTo>
                  <a:pt x="1108045" y="30157"/>
                  <a:pt x="1109904" y="30965"/>
                  <a:pt x="1111366" y="32580"/>
                </a:cubicBezTo>
                <a:cubicBezTo>
                  <a:pt x="1112827" y="34196"/>
                  <a:pt x="1113558" y="36876"/>
                  <a:pt x="1113558" y="40620"/>
                </a:cubicBezTo>
                <a:lnTo>
                  <a:pt x="1113558" y="50775"/>
                </a:lnTo>
                <a:cubicBezTo>
                  <a:pt x="1113558" y="54570"/>
                  <a:pt x="1112827" y="57263"/>
                  <a:pt x="1111366" y="58852"/>
                </a:cubicBezTo>
                <a:cubicBezTo>
                  <a:pt x="1109904" y="60442"/>
                  <a:pt x="1107994" y="61237"/>
                  <a:pt x="1105634" y="61237"/>
                </a:cubicBezTo>
                <a:cubicBezTo>
                  <a:pt x="1103480" y="61237"/>
                  <a:pt x="1101660" y="60622"/>
                  <a:pt x="1100172" y="59391"/>
                </a:cubicBezTo>
                <a:cubicBezTo>
                  <a:pt x="1099095" y="58468"/>
                  <a:pt x="1098249" y="56583"/>
                  <a:pt x="1097634" y="53737"/>
                </a:cubicBezTo>
                <a:cubicBezTo>
                  <a:pt x="1097018" y="50890"/>
                  <a:pt x="1095531" y="48774"/>
                  <a:pt x="1093171" y="47390"/>
                </a:cubicBezTo>
                <a:cubicBezTo>
                  <a:pt x="1089017" y="44928"/>
                  <a:pt x="1083709" y="43697"/>
                  <a:pt x="1077247" y="43697"/>
                </a:cubicBezTo>
                <a:cubicBezTo>
                  <a:pt x="1069810" y="43697"/>
                  <a:pt x="1063848" y="45865"/>
                  <a:pt x="1059360" y="50202"/>
                </a:cubicBezTo>
                <a:cubicBezTo>
                  <a:pt x="1054873" y="54538"/>
                  <a:pt x="1052629" y="60021"/>
                  <a:pt x="1052629" y="66651"/>
                </a:cubicBezTo>
                <a:cubicBezTo>
                  <a:pt x="1052629" y="72774"/>
                  <a:pt x="1054783" y="77608"/>
                  <a:pt x="1059091" y="81153"/>
                </a:cubicBezTo>
                <a:cubicBezTo>
                  <a:pt x="1063399" y="84698"/>
                  <a:pt x="1070554" y="86471"/>
                  <a:pt x="1080555" y="86471"/>
                </a:cubicBezTo>
                <a:cubicBezTo>
                  <a:pt x="1087120" y="86471"/>
                  <a:pt x="1092479" y="85810"/>
                  <a:pt x="1096633" y="84487"/>
                </a:cubicBezTo>
                <a:cubicBezTo>
                  <a:pt x="1099095" y="83673"/>
                  <a:pt x="1101429" y="82288"/>
                  <a:pt x="1103634" y="80331"/>
                </a:cubicBezTo>
                <a:cubicBezTo>
                  <a:pt x="1105840" y="78372"/>
                  <a:pt x="1107840" y="77393"/>
                  <a:pt x="1109635" y="77393"/>
                </a:cubicBezTo>
                <a:cubicBezTo>
                  <a:pt x="1111789" y="77393"/>
                  <a:pt x="1113648" y="78188"/>
                  <a:pt x="1115212" y="79778"/>
                </a:cubicBezTo>
                <a:cubicBezTo>
                  <a:pt x="1116777" y="81368"/>
                  <a:pt x="1117559" y="83240"/>
                  <a:pt x="1117559" y="85394"/>
                </a:cubicBezTo>
                <a:cubicBezTo>
                  <a:pt x="1117559" y="88881"/>
                  <a:pt x="1115174" y="92189"/>
                  <a:pt x="1110404" y="95318"/>
                </a:cubicBezTo>
                <a:cubicBezTo>
                  <a:pt x="1103326" y="99985"/>
                  <a:pt x="1092966" y="102319"/>
                  <a:pt x="1079324" y="102319"/>
                </a:cubicBezTo>
                <a:cubicBezTo>
                  <a:pt x="1067066" y="102319"/>
                  <a:pt x="1057527" y="99782"/>
                  <a:pt x="1050705" y="94710"/>
                </a:cubicBezTo>
                <a:cubicBezTo>
                  <a:pt x="1041474" y="87896"/>
                  <a:pt x="1036858" y="78572"/>
                  <a:pt x="1036858" y="66736"/>
                </a:cubicBezTo>
                <a:cubicBezTo>
                  <a:pt x="1036858" y="55516"/>
                  <a:pt x="1040602" y="46231"/>
                  <a:pt x="1048090" y="38879"/>
                </a:cubicBezTo>
                <a:cubicBezTo>
                  <a:pt x="1055578" y="31526"/>
                  <a:pt x="1065348" y="27849"/>
                  <a:pt x="1077401" y="27849"/>
                </a:cubicBezTo>
                <a:cubicBezTo>
                  <a:pt x="1081760" y="27849"/>
                  <a:pt x="1085812" y="28259"/>
                  <a:pt x="1089556" y="29080"/>
                </a:cubicBezTo>
                <a:cubicBezTo>
                  <a:pt x="1093300" y="29901"/>
                  <a:pt x="1096762" y="31132"/>
                  <a:pt x="1099941" y="32773"/>
                </a:cubicBezTo>
                <a:close/>
                <a:moveTo>
                  <a:pt x="1165562" y="45851"/>
                </a:moveTo>
                <a:lnTo>
                  <a:pt x="1165562" y="77292"/>
                </a:lnTo>
                <a:cubicBezTo>
                  <a:pt x="1165562" y="80658"/>
                  <a:pt x="1166254" y="82876"/>
                  <a:pt x="1167639" y="83946"/>
                </a:cubicBezTo>
                <a:cubicBezTo>
                  <a:pt x="1169793" y="85629"/>
                  <a:pt x="1173640" y="86471"/>
                  <a:pt x="1179179" y="86471"/>
                </a:cubicBezTo>
                <a:cubicBezTo>
                  <a:pt x="1187231" y="86471"/>
                  <a:pt x="1194667" y="84734"/>
                  <a:pt x="1201489" y="81261"/>
                </a:cubicBezTo>
                <a:cubicBezTo>
                  <a:pt x="1204104" y="79913"/>
                  <a:pt x="1206156" y="79239"/>
                  <a:pt x="1207643" y="79239"/>
                </a:cubicBezTo>
                <a:cubicBezTo>
                  <a:pt x="1209695" y="79239"/>
                  <a:pt x="1211477" y="80014"/>
                  <a:pt x="1212990" y="81564"/>
                </a:cubicBezTo>
                <a:cubicBezTo>
                  <a:pt x="1214503" y="83112"/>
                  <a:pt x="1215259" y="84996"/>
                  <a:pt x="1215259" y="87216"/>
                </a:cubicBezTo>
                <a:cubicBezTo>
                  <a:pt x="1215259" y="89282"/>
                  <a:pt x="1214439" y="91063"/>
                  <a:pt x="1212798" y="92560"/>
                </a:cubicBezTo>
                <a:cubicBezTo>
                  <a:pt x="1210284" y="94987"/>
                  <a:pt x="1205322" y="97220"/>
                  <a:pt x="1197911" y="99261"/>
                </a:cubicBezTo>
                <a:cubicBezTo>
                  <a:pt x="1190500" y="101299"/>
                  <a:pt x="1184256" y="102319"/>
                  <a:pt x="1179179" y="102319"/>
                </a:cubicBezTo>
                <a:cubicBezTo>
                  <a:pt x="1169383" y="102319"/>
                  <a:pt x="1162036" y="100209"/>
                  <a:pt x="1157138" y="95989"/>
                </a:cubicBezTo>
                <a:cubicBezTo>
                  <a:pt x="1152240" y="91769"/>
                  <a:pt x="1149791" y="86590"/>
                  <a:pt x="1149791" y="80453"/>
                </a:cubicBezTo>
                <a:lnTo>
                  <a:pt x="1149791" y="45851"/>
                </a:lnTo>
                <a:lnTo>
                  <a:pt x="1144098" y="45851"/>
                </a:lnTo>
                <a:cubicBezTo>
                  <a:pt x="1140303" y="45851"/>
                  <a:pt x="1137597" y="45117"/>
                  <a:pt x="1135982" y="43649"/>
                </a:cubicBezTo>
                <a:cubicBezTo>
                  <a:pt x="1134366" y="42179"/>
                  <a:pt x="1133558" y="40259"/>
                  <a:pt x="1133558" y="37889"/>
                </a:cubicBezTo>
                <a:cubicBezTo>
                  <a:pt x="1133558" y="35570"/>
                  <a:pt x="1134366" y="33676"/>
                  <a:pt x="1135982" y="32208"/>
                </a:cubicBezTo>
                <a:cubicBezTo>
                  <a:pt x="1137597" y="30738"/>
                  <a:pt x="1140303" y="30003"/>
                  <a:pt x="1144098" y="30003"/>
                </a:cubicBezTo>
                <a:lnTo>
                  <a:pt x="1149791" y="30003"/>
                </a:lnTo>
                <a:lnTo>
                  <a:pt x="1149791" y="15771"/>
                </a:lnTo>
                <a:cubicBezTo>
                  <a:pt x="1149791" y="11976"/>
                  <a:pt x="1150522" y="9270"/>
                  <a:pt x="1151983" y="7655"/>
                </a:cubicBezTo>
                <a:cubicBezTo>
                  <a:pt x="1153445" y="6039"/>
                  <a:pt x="1155356" y="5231"/>
                  <a:pt x="1157715" y="5231"/>
                </a:cubicBezTo>
                <a:cubicBezTo>
                  <a:pt x="1160023" y="5231"/>
                  <a:pt x="1161908" y="6039"/>
                  <a:pt x="1163369" y="7655"/>
                </a:cubicBezTo>
                <a:cubicBezTo>
                  <a:pt x="1164831" y="9270"/>
                  <a:pt x="1165562" y="11976"/>
                  <a:pt x="1165562" y="15771"/>
                </a:cubicBezTo>
                <a:lnTo>
                  <a:pt x="1165562" y="30003"/>
                </a:lnTo>
                <a:lnTo>
                  <a:pt x="1194719" y="30003"/>
                </a:lnTo>
                <a:cubicBezTo>
                  <a:pt x="1198514" y="30003"/>
                  <a:pt x="1201219" y="30738"/>
                  <a:pt x="1202835" y="32208"/>
                </a:cubicBezTo>
                <a:cubicBezTo>
                  <a:pt x="1204451" y="33676"/>
                  <a:pt x="1205258" y="35595"/>
                  <a:pt x="1205258" y="37966"/>
                </a:cubicBezTo>
                <a:cubicBezTo>
                  <a:pt x="1205258" y="40285"/>
                  <a:pt x="1204451" y="42179"/>
                  <a:pt x="1202835" y="43649"/>
                </a:cubicBezTo>
                <a:cubicBezTo>
                  <a:pt x="1201219" y="45117"/>
                  <a:pt x="1198514" y="45851"/>
                  <a:pt x="1194719" y="45851"/>
                </a:cubicBezTo>
                <a:lnTo>
                  <a:pt x="1165562" y="45851"/>
                </a:lnTo>
                <a:close/>
                <a:moveTo>
                  <a:pt x="1269187" y="0"/>
                </a:moveTo>
                <a:lnTo>
                  <a:pt x="1269187" y="16771"/>
                </a:lnTo>
                <a:lnTo>
                  <a:pt x="1250415" y="16771"/>
                </a:lnTo>
                <a:lnTo>
                  <a:pt x="1250415" y="0"/>
                </a:lnTo>
                <a:lnTo>
                  <a:pt x="1269187" y="0"/>
                </a:lnTo>
                <a:moveTo>
                  <a:pt x="1271341" y="30003"/>
                </a:moveTo>
                <a:lnTo>
                  <a:pt x="1271341" y="84009"/>
                </a:lnTo>
                <a:lnTo>
                  <a:pt x="1290266" y="84009"/>
                </a:lnTo>
                <a:cubicBezTo>
                  <a:pt x="1294061" y="84009"/>
                  <a:pt x="1296767" y="84740"/>
                  <a:pt x="1298382" y="86202"/>
                </a:cubicBezTo>
                <a:cubicBezTo>
                  <a:pt x="1299998" y="87663"/>
                  <a:pt x="1300805" y="89574"/>
                  <a:pt x="1300805" y="91933"/>
                </a:cubicBezTo>
                <a:cubicBezTo>
                  <a:pt x="1300805" y="94292"/>
                  <a:pt x="1299998" y="96203"/>
                  <a:pt x="1298382" y="97664"/>
                </a:cubicBezTo>
                <a:cubicBezTo>
                  <a:pt x="1296767" y="99126"/>
                  <a:pt x="1294061" y="99857"/>
                  <a:pt x="1290266" y="99857"/>
                </a:cubicBezTo>
                <a:lnTo>
                  <a:pt x="1236645" y="99857"/>
                </a:lnTo>
                <a:cubicBezTo>
                  <a:pt x="1232850" y="99857"/>
                  <a:pt x="1230144" y="99113"/>
                  <a:pt x="1228529" y="97626"/>
                </a:cubicBezTo>
                <a:cubicBezTo>
                  <a:pt x="1226913" y="96138"/>
                  <a:pt x="1226105" y="94215"/>
                  <a:pt x="1226105" y="91856"/>
                </a:cubicBezTo>
                <a:cubicBezTo>
                  <a:pt x="1226105" y="89497"/>
                  <a:pt x="1226913" y="87599"/>
                  <a:pt x="1228529" y="86163"/>
                </a:cubicBezTo>
                <a:cubicBezTo>
                  <a:pt x="1230144" y="84727"/>
                  <a:pt x="1232850" y="84009"/>
                  <a:pt x="1236645" y="84009"/>
                </a:cubicBezTo>
                <a:lnTo>
                  <a:pt x="1255570" y="84009"/>
                </a:lnTo>
                <a:lnTo>
                  <a:pt x="1255570" y="45851"/>
                </a:lnTo>
                <a:lnTo>
                  <a:pt x="1242876" y="45851"/>
                </a:lnTo>
                <a:cubicBezTo>
                  <a:pt x="1239132" y="45851"/>
                  <a:pt x="1236440" y="45107"/>
                  <a:pt x="1234798" y="43620"/>
                </a:cubicBezTo>
                <a:cubicBezTo>
                  <a:pt x="1233157" y="42133"/>
                  <a:pt x="1232337" y="40209"/>
                  <a:pt x="1232337" y="37850"/>
                </a:cubicBezTo>
                <a:cubicBezTo>
                  <a:pt x="1232337" y="35491"/>
                  <a:pt x="1233144" y="33593"/>
                  <a:pt x="1234760" y="32157"/>
                </a:cubicBezTo>
                <a:cubicBezTo>
                  <a:pt x="1236376" y="30721"/>
                  <a:pt x="1239081" y="30003"/>
                  <a:pt x="1242876" y="30003"/>
                </a:cubicBezTo>
                <a:lnTo>
                  <a:pt x="1271341" y="30003"/>
                </a:lnTo>
                <a:close/>
                <a:moveTo>
                  <a:pt x="1333268" y="30003"/>
                </a:moveTo>
                <a:lnTo>
                  <a:pt x="1333268" y="34465"/>
                </a:lnTo>
                <a:cubicBezTo>
                  <a:pt x="1335833" y="31894"/>
                  <a:pt x="1338153" y="30123"/>
                  <a:pt x="1340230" y="29152"/>
                </a:cubicBezTo>
                <a:cubicBezTo>
                  <a:pt x="1342308" y="28181"/>
                  <a:pt x="1344705" y="27695"/>
                  <a:pt x="1347423" y="27695"/>
                </a:cubicBezTo>
                <a:cubicBezTo>
                  <a:pt x="1349731" y="27695"/>
                  <a:pt x="1352014" y="28272"/>
                  <a:pt x="1354270" y="29426"/>
                </a:cubicBezTo>
                <a:cubicBezTo>
                  <a:pt x="1356527" y="30580"/>
                  <a:pt x="1358732" y="32311"/>
                  <a:pt x="1360886" y="34619"/>
                </a:cubicBezTo>
                <a:cubicBezTo>
                  <a:pt x="1363605" y="32337"/>
                  <a:pt x="1366361" y="30638"/>
                  <a:pt x="1369157" y="29522"/>
                </a:cubicBezTo>
                <a:cubicBezTo>
                  <a:pt x="1371952" y="28407"/>
                  <a:pt x="1374811" y="27849"/>
                  <a:pt x="1377734" y="27849"/>
                </a:cubicBezTo>
                <a:cubicBezTo>
                  <a:pt x="1383581" y="27849"/>
                  <a:pt x="1388325" y="29413"/>
                  <a:pt x="1391967" y="32542"/>
                </a:cubicBezTo>
                <a:cubicBezTo>
                  <a:pt x="1396788" y="36645"/>
                  <a:pt x="1399198" y="42030"/>
                  <a:pt x="1399198" y="48698"/>
                </a:cubicBezTo>
                <a:lnTo>
                  <a:pt x="1399198" y="84009"/>
                </a:lnTo>
                <a:cubicBezTo>
                  <a:pt x="1402481" y="84009"/>
                  <a:pt x="1404917" y="84740"/>
                  <a:pt x="1406507" y="86202"/>
                </a:cubicBezTo>
                <a:cubicBezTo>
                  <a:pt x="1408097" y="87663"/>
                  <a:pt x="1408892" y="89574"/>
                  <a:pt x="1408892" y="91933"/>
                </a:cubicBezTo>
                <a:cubicBezTo>
                  <a:pt x="1408892" y="94292"/>
                  <a:pt x="1408097" y="96203"/>
                  <a:pt x="1406507" y="97664"/>
                </a:cubicBezTo>
                <a:cubicBezTo>
                  <a:pt x="1404917" y="99126"/>
                  <a:pt x="1402224" y="99857"/>
                  <a:pt x="1398429" y="99857"/>
                </a:cubicBezTo>
                <a:lnTo>
                  <a:pt x="1383427" y="99857"/>
                </a:lnTo>
                <a:lnTo>
                  <a:pt x="1383427" y="50082"/>
                </a:lnTo>
                <a:cubicBezTo>
                  <a:pt x="1383427" y="47672"/>
                  <a:pt x="1382991" y="46005"/>
                  <a:pt x="1382120" y="45082"/>
                </a:cubicBezTo>
                <a:cubicBezTo>
                  <a:pt x="1381248" y="44159"/>
                  <a:pt x="1379914" y="43697"/>
                  <a:pt x="1378119" y="43697"/>
                </a:cubicBezTo>
                <a:cubicBezTo>
                  <a:pt x="1376375" y="43697"/>
                  <a:pt x="1374760" y="44151"/>
                  <a:pt x="1373272" y="45060"/>
                </a:cubicBezTo>
                <a:cubicBezTo>
                  <a:pt x="1371375" y="46323"/>
                  <a:pt x="1369067" y="48698"/>
                  <a:pt x="1366349" y="52183"/>
                </a:cubicBezTo>
                <a:lnTo>
                  <a:pt x="1366349" y="84009"/>
                </a:lnTo>
                <a:cubicBezTo>
                  <a:pt x="1369631" y="84009"/>
                  <a:pt x="1372067" y="84740"/>
                  <a:pt x="1373657" y="86202"/>
                </a:cubicBezTo>
                <a:cubicBezTo>
                  <a:pt x="1375247" y="87663"/>
                  <a:pt x="1376042" y="89574"/>
                  <a:pt x="1376042" y="91933"/>
                </a:cubicBezTo>
                <a:cubicBezTo>
                  <a:pt x="1376042" y="94292"/>
                  <a:pt x="1375247" y="96203"/>
                  <a:pt x="1373657" y="97664"/>
                </a:cubicBezTo>
                <a:cubicBezTo>
                  <a:pt x="1372067" y="99126"/>
                  <a:pt x="1369375" y="99857"/>
                  <a:pt x="1365579" y="99857"/>
                </a:cubicBezTo>
                <a:lnTo>
                  <a:pt x="1350578" y="99857"/>
                </a:lnTo>
                <a:lnTo>
                  <a:pt x="1350578" y="49945"/>
                </a:lnTo>
                <a:cubicBezTo>
                  <a:pt x="1350578" y="47580"/>
                  <a:pt x="1350129" y="45922"/>
                  <a:pt x="1349231" y="44971"/>
                </a:cubicBezTo>
                <a:cubicBezTo>
                  <a:pt x="1348334" y="44019"/>
                  <a:pt x="1346988" y="43543"/>
                  <a:pt x="1345192" y="43543"/>
                </a:cubicBezTo>
                <a:cubicBezTo>
                  <a:pt x="1343346" y="43543"/>
                  <a:pt x="1341525" y="44122"/>
                  <a:pt x="1339730" y="45279"/>
                </a:cubicBezTo>
                <a:cubicBezTo>
                  <a:pt x="1337935" y="46436"/>
                  <a:pt x="1335781" y="48738"/>
                  <a:pt x="1333268" y="52183"/>
                </a:cubicBezTo>
                <a:lnTo>
                  <a:pt x="1333268" y="84009"/>
                </a:lnTo>
                <a:cubicBezTo>
                  <a:pt x="1336551" y="84009"/>
                  <a:pt x="1339000" y="84740"/>
                  <a:pt x="1340615" y="86202"/>
                </a:cubicBezTo>
                <a:cubicBezTo>
                  <a:pt x="1342231" y="87663"/>
                  <a:pt x="1343038" y="89574"/>
                  <a:pt x="1343038" y="91933"/>
                </a:cubicBezTo>
                <a:cubicBezTo>
                  <a:pt x="1343038" y="94292"/>
                  <a:pt x="1342231" y="96203"/>
                  <a:pt x="1340615" y="97664"/>
                </a:cubicBezTo>
                <a:cubicBezTo>
                  <a:pt x="1339000" y="99126"/>
                  <a:pt x="1336294" y="99857"/>
                  <a:pt x="1332499" y="99857"/>
                </a:cubicBezTo>
                <a:lnTo>
                  <a:pt x="1318267" y="99857"/>
                </a:lnTo>
                <a:cubicBezTo>
                  <a:pt x="1314471" y="99857"/>
                  <a:pt x="1311766" y="99113"/>
                  <a:pt x="1310150" y="97626"/>
                </a:cubicBezTo>
                <a:cubicBezTo>
                  <a:pt x="1308535" y="96138"/>
                  <a:pt x="1307727" y="94215"/>
                  <a:pt x="1307727" y="91856"/>
                </a:cubicBezTo>
                <a:cubicBezTo>
                  <a:pt x="1307727" y="89497"/>
                  <a:pt x="1308522" y="87599"/>
                  <a:pt x="1310112" y="86163"/>
                </a:cubicBezTo>
                <a:cubicBezTo>
                  <a:pt x="1311702" y="84727"/>
                  <a:pt x="1314164" y="84009"/>
                  <a:pt x="1317497" y="84009"/>
                </a:cubicBezTo>
                <a:lnTo>
                  <a:pt x="1317497" y="45851"/>
                </a:lnTo>
                <a:cubicBezTo>
                  <a:pt x="1314164" y="45851"/>
                  <a:pt x="1311702" y="45107"/>
                  <a:pt x="1310112" y="43620"/>
                </a:cubicBezTo>
                <a:cubicBezTo>
                  <a:pt x="1308522" y="42133"/>
                  <a:pt x="1307727" y="40209"/>
                  <a:pt x="1307727" y="37850"/>
                </a:cubicBezTo>
                <a:cubicBezTo>
                  <a:pt x="1307727" y="35491"/>
                  <a:pt x="1308535" y="33593"/>
                  <a:pt x="1310150" y="32157"/>
                </a:cubicBezTo>
                <a:cubicBezTo>
                  <a:pt x="1311766" y="30721"/>
                  <a:pt x="1314471" y="30003"/>
                  <a:pt x="1318267" y="30003"/>
                </a:cubicBezTo>
                <a:lnTo>
                  <a:pt x="1333268" y="30003"/>
                </a:lnTo>
                <a:close/>
                <a:moveTo>
                  <a:pt x="1463742" y="91856"/>
                </a:moveTo>
                <a:cubicBezTo>
                  <a:pt x="1463742" y="94831"/>
                  <a:pt x="1462690" y="97318"/>
                  <a:pt x="1460587" y="99318"/>
                </a:cubicBezTo>
                <a:cubicBezTo>
                  <a:pt x="1458485" y="101319"/>
                  <a:pt x="1455587" y="102319"/>
                  <a:pt x="1451894" y="102319"/>
                </a:cubicBezTo>
                <a:cubicBezTo>
                  <a:pt x="1448201" y="102319"/>
                  <a:pt x="1445304" y="101319"/>
                  <a:pt x="1443201" y="99318"/>
                </a:cubicBezTo>
                <a:cubicBezTo>
                  <a:pt x="1441098" y="97318"/>
                  <a:pt x="1440047" y="94831"/>
                  <a:pt x="1440047" y="91856"/>
                </a:cubicBezTo>
                <a:cubicBezTo>
                  <a:pt x="1440047" y="88881"/>
                  <a:pt x="1441098" y="86394"/>
                  <a:pt x="1443201" y="84394"/>
                </a:cubicBezTo>
                <a:cubicBezTo>
                  <a:pt x="1445304" y="82393"/>
                  <a:pt x="1448201" y="81393"/>
                  <a:pt x="1451894" y="81393"/>
                </a:cubicBezTo>
                <a:cubicBezTo>
                  <a:pt x="1455587" y="81393"/>
                  <a:pt x="1458485" y="82393"/>
                  <a:pt x="1460587" y="84394"/>
                </a:cubicBezTo>
                <a:cubicBezTo>
                  <a:pt x="1462690" y="86394"/>
                  <a:pt x="1463742" y="88881"/>
                  <a:pt x="1463742" y="91856"/>
                </a:cubicBezTo>
                <a:close/>
                <a:moveTo>
                  <a:pt x="1570367" y="32773"/>
                </a:moveTo>
                <a:cubicBezTo>
                  <a:pt x="1572264" y="31029"/>
                  <a:pt x="1574213" y="30157"/>
                  <a:pt x="1576213" y="30157"/>
                </a:cubicBezTo>
                <a:cubicBezTo>
                  <a:pt x="1578470" y="30157"/>
                  <a:pt x="1580329" y="30965"/>
                  <a:pt x="1581791" y="32580"/>
                </a:cubicBezTo>
                <a:cubicBezTo>
                  <a:pt x="1583253" y="34196"/>
                  <a:pt x="1583983" y="36876"/>
                  <a:pt x="1583983" y="40620"/>
                </a:cubicBezTo>
                <a:lnTo>
                  <a:pt x="1583983" y="50775"/>
                </a:lnTo>
                <a:cubicBezTo>
                  <a:pt x="1583983" y="54570"/>
                  <a:pt x="1583253" y="57263"/>
                  <a:pt x="1581791" y="58852"/>
                </a:cubicBezTo>
                <a:cubicBezTo>
                  <a:pt x="1580329" y="60442"/>
                  <a:pt x="1578419" y="61237"/>
                  <a:pt x="1576059" y="61237"/>
                </a:cubicBezTo>
                <a:cubicBezTo>
                  <a:pt x="1573905" y="61237"/>
                  <a:pt x="1572085" y="60622"/>
                  <a:pt x="1570597" y="59391"/>
                </a:cubicBezTo>
                <a:cubicBezTo>
                  <a:pt x="1569520" y="58468"/>
                  <a:pt x="1568674" y="56583"/>
                  <a:pt x="1568059" y="53737"/>
                </a:cubicBezTo>
                <a:cubicBezTo>
                  <a:pt x="1567443" y="50890"/>
                  <a:pt x="1565956" y="48774"/>
                  <a:pt x="1563597" y="47390"/>
                </a:cubicBezTo>
                <a:cubicBezTo>
                  <a:pt x="1559442" y="44928"/>
                  <a:pt x="1554134" y="43697"/>
                  <a:pt x="1547672" y="43697"/>
                </a:cubicBezTo>
                <a:cubicBezTo>
                  <a:pt x="1540235" y="43697"/>
                  <a:pt x="1534273" y="45865"/>
                  <a:pt x="1529785" y="50202"/>
                </a:cubicBezTo>
                <a:cubicBezTo>
                  <a:pt x="1525298" y="54538"/>
                  <a:pt x="1523054" y="60021"/>
                  <a:pt x="1523054" y="66651"/>
                </a:cubicBezTo>
                <a:cubicBezTo>
                  <a:pt x="1523054" y="72774"/>
                  <a:pt x="1525208" y="77608"/>
                  <a:pt x="1529516" y="81153"/>
                </a:cubicBezTo>
                <a:cubicBezTo>
                  <a:pt x="1533824" y="84698"/>
                  <a:pt x="1540979" y="86471"/>
                  <a:pt x="1550980" y="86471"/>
                </a:cubicBezTo>
                <a:cubicBezTo>
                  <a:pt x="1557545" y="86471"/>
                  <a:pt x="1562904" y="85810"/>
                  <a:pt x="1567058" y="84487"/>
                </a:cubicBezTo>
                <a:cubicBezTo>
                  <a:pt x="1569520" y="83673"/>
                  <a:pt x="1571854" y="82288"/>
                  <a:pt x="1574059" y="80331"/>
                </a:cubicBezTo>
                <a:cubicBezTo>
                  <a:pt x="1576265" y="78372"/>
                  <a:pt x="1578265" y="77393"/>
                  <a:pt x="1580060" y="77393"/>
                </a:cubicBezTo>
                <a:cubicBezTo>
                  <a:pt x="1582214" y="77393"/>
                  <a:pt x="1584073" y="78188"/>
                  <a:pt x="1585637" y="79778"/>
                </a:cubicBezTo>
                <a:cubicBezTo>
                  <a:pt x="1587202" y="81368"/>
                  <a:pt x="1587984" y="83240"/>
                  <a:pt x="1587984" y="85394"/>
                </a:cubicBezTo>
                <a:cubicBezTo>
                  <a:pt x="1587984" y="88881"/>
                  <a:pt x="1585599" y="92189"/>
                  <a:pt x="1580829" y="95318"/>
                </a:cubicBezTo>
                <a:cubicBezTo>
                  <a:pt x="1573752" y="99985"/>
                  <a:pt x="1563391" y="102319"/>
                  <a:pt x="1549749" y="102319"/>
                </a:cubicBezTo>
                <a:cubicBezTo>
                  <a:pt x="1537491" y="102319"/>
                  <a:pt x="1527952" y="99782"/>
                  <a:pt x="1521130" y="94710"/>
                </a:cubicBezTo>
                <a:cubicBezTo>
                  <a:pt x="1511899" y="87896"/>
                  <a:pt x="1507283" y="78572"/>
                  <a:pt x="1507283" y="66736"/>
                </a:cubicBezTo>
                <a:cubicBezTo>
                  <a:pt x="1507283" y="55516"/>
                  <a:pt x="1511027" y="46231"/>
                  <a:pt x="1518515" y="38879"/>
                </a:cubicBezTo>
                <a:cubicBezTo>
                  <a:pt x="1526003" y="31526"/>
                  <a:pt x="1535773" y="27849"/>
                  <a:pt x="1547826" y="27849"/>
                </a:cubicBezTo>
                <a:cubicBezTo>
                  <a:pt x="1552185" y="27849"/>
                  <a:pt x="1556237" y="28259"/>
                  <a:pt x="1559981" y="29080"/>
                </a:cubicBezTo>
                <a:cubicBezTo>
                  <a:pt x="1563725" y="29901"/>
                  <a:pt x="1567187" y="31132"/>
                  <a:pt x="1570367" y="32773"/>
                </a:cubicBezTo>
                <a:close/>
                <a:moveTo>
                  <a:pt x="1680838" y="66161"/>
                </a:moveTo>
                <a:cubicBezTo>
                  <a:pt x="1680838" y="72213"/>
                  <a:pt x="1679158" y="78072"/>
                  <a:pt x="1675799" y="83740"/>
                </a:cubicBezTo>
                <a:cubicBezTo>
                  <a:pt x="1672439" y="89407"/>
                  <a:pt x="1667439" y="93920"/>
                  <a:pt x="1660797" y="97280"/>
                </a:cubicBezTo>
                <a:cubicBezTo>
                  <a:pt x="1654155" y="100639"/>
                  <a:pt x="1647219" y="102319"/>
                  <a:pt x="1639987" y="102319"/>
                </a:cubicBezTo>
                <a:cubicBezTo>
                  <a:pt x="1632807" y="102319"/>
                  <a:pt x="1625934" y="100665"/>
                  <a:pt x="1619370" y="97357"/>
                </a:cubicBezTo>
                <a:cubicBezTo>
                  <a:pt x="1612805" y="94049"/>
                  <a:pt x="1607804" y="89548"/>
                  <a:pt x="1604368" y="83855"/>
                </a:cubicBezTo>
                <a:cubicBezTo>
                  <a:pt x="1600932" y="78162"/>
                  <a:pt x="1599214" y="72213"/>
                  <a:pt x="1599214" y="66007"/>
                </a:cubicBezTo>
                <a:cubicBezTo>
                  <a:pt x="1599214" y="59699"/>
                  <a:pt x="1600957" y="53506"/>
                  <a:pt x="1604445" y="47428"/>
                </a:cubicBezTo>
                <a:cubicBezTo>
                  <a:pt x="1607933" y="41351"/>
                  <a:pt x="1612946" y="36568"/>
                  <a:pt x="1619485" y="33080"/>
                </a:cubicBezTo>
                <a:cubicBezTo>
                  <a:pt x="1626024" y="29593"/>
                  <a:pt x="1632858" y="27849"/>
                  <a:pt x="1639987" y="27849"/>
                </a:cubicBezTo>
                <a:cubicBezTo>
                  <a:pt x="1647168" y="27849"/>
                  <a:pt x="1654079" y="29631"/>
                  <a:pt x="1660720" y="33196"/>
                </a:cubicBezTo>
                <a:cubicBezTo>
                  <a:pt x="1667362" y="36760"/>
                  <a:pt x="1672375" y="41556"/>
                  <a:pt x="1675760" y="47582"/>
                </a:cubicBezTo>
                <a:cubicBezTo>
                  <a:pt x="1679145" y="53608"/>
                  <a:pt x="1680838" y="59801"/>
                  <a:pt x="1680838" y="66161"/>
                </a:cubicBezTo>
                <a:moveTo>
                  <a:pt x="1665067" y="66233"/>
                </a:moveTo>
                <a:cubicBezTo>
                  <a:pt x="1665067" y="61175"/>
                  <a:pt x="1663246" y="56524"/>
                  <a:pt x="1659605" y="52282"/>
                </a:cubicBezTo>
                <a:cubicBezTo>
                  <a:pt x="1654630" y="46559"/>
                  <a:pt x="1648091" y="43697"/>
                  <a:pt x="1639987" y="43697"/>
                </a:cubicBezTo>
                <a:cubicBezTo>
                  <a:pt x="1632858" y="43697"/>
                  <a:pt x="1626909" y="45971"/>
                  <a:pt x="1622139" y="50520"/>
                </a:cubicBezTo>
                <a:cubicBezTo>
                  <a:pt x="1617369" y="55068"/>
                  <a:pt x="1614985" y="60332"/>
                  <a:pt x="1614985" y="66310"/>
                </a:cubicBezTo>
                <a:cubicBezTo>
                  <a:pt x="1614985" y="71216"/>
                  <a:pt x="1617395" y="75803"/>
                  <a:pt x="1622216" y="80071"/>
                </a:cubicBezTo>
                <a:cubicBezTo>
                  <a:pt x="1627037" y="84338"/>
                  <a:pt x="1632961" y="86471"/>
                  <a:pt x="1639987" y="86471"/>
                </a:cubicBezTo>
                <a:cubicBezTo>
                  <a:pt x="1647065" y="86471"/>
                  <a:pt x="1653014" y="84338"/>
                  <a:pt x="1657835" y="80071"/>
                </a:cubicBezTo>
                <a:cubicBezTo>
                  <a:pt x="1662656" y="75803"/>
                  <a:pt x="1665067" y="71190"/>
                  <a:pt x="1665067" y="66233"/>
                </a:cubicBezTo>
                <a:close/>
                <a:moveTo>
                  <a:pt x="1709608" y="30003"/>
                </a:moveTo>
                <a:lnTo>
                  <a:pt x="1709608" y="34465"/>
                </a:lnTo>
                <a:cubicBezTo>
                  <a:pt x="1712172" y="31894"/>
                  <a:pt x="1714493" y="30123"/>
                  <a:pt x="1716570" y="29152"/>
                </a:cubicBezTo>
                <a:cubicBezTo>
                  <a:pt x="1718647" y="28181"/>
                  <a:pt x="1721045" y="27695"/>
                  <a:pt x="1723763" y="27695"/>
                </a:cubicBezTo>
                <a:cubicBezTo>
                  <a:pt x="1726071" y="27695"/>
                  <a:pt x="1728353" y="28272"/>
                  <a:pt x="1730610" y="29426"/>
                </a:cubicBezTo>
                <a:cubicBezTo>
                  <a:pt x="1732867" y="30580"/>
                  <a:pt x="1735072" y="32311"/>
                  <a:pt x="1737226" y="34619"/>
                </a:cubicBezTo>
                <a:cubicBezTo>
                  <a:pt x="1739944" y="32337"/>
                  <a:pt x="1742701" y="30638"/>
                  <a:pt x="1745496" y="29522"/>
                </a:cubicBezTo>
                <a:cubicBezTo>
                  <a:pt x="1748291" y="28407"/>
                  <a:pt x="1751151" y="27849"/>
                  <a:pt x="1754074" y="27849"/>
                </a:cubicBezTo>
                <a:cubicBezTo>
                  <a:pt x="1759921" y="27849"/>
                  <a:pt x="1764665" y="29413"/>
                  <a:pt x="1768306" y="32542"/>
                </a:cubicBezTo>
                <a:cubicBezTo>
                  <a:pt x="1773127" y="36645"/>
                  <a:pt x="1775538" y="42030"/>
                  <a:pt x="1775538" y="48698"/>
                </a:cubicBezTo>
                <a:lnTo>
                  <a:pt x="1775538" y="84009"/>
                </a:lnTo>
                <a:cubicBezTo>
                  <a:pt x="1778820" y="84009"/>
                  <a:pt x="1781256" y="84740"/>
                  <a:pt x="1782846" y="86202"/>
                </a:cubicBezTo>
                <a:cubicBezTo>
                  <a:pt x="1784436" y="87663"/>
                  <a:pt x="1785231" y="89574"/>
                  <a:pt x="1785231" y="91933"/>
                </a:cubicBezTo>
                <a:cubicBezTo>
                  <a:pt x="1785231" y="94292"/>
                  <a:pt x="1784436" y="96203"/>
                  <a:pt x="1782846" y="97664"/>
                </a:cubicBezTo>
                <a:cubicBezTo>
                  <a:pt x="1781256" y="99126"/>
                  <a:pt x="1778564" y="99857"/>
                  <a:pt x="1774769" y="99857"/>
                </a:cubicBezTo>
                <a:lnTo>
                  <a:pt x="1759767" y="99857"/>
                </a:lnTo>
                <a:lnTo>
                  <a:pt x="1759767" y="50082"/>
                </a:lnTo>
                <a:cubicBezTo>
                  <a:pt x="1759767" y="47672"/>
                  <a:pt x="1759331" y="46005"/>
                  <a:pt x="1758459" y="45082"/>
                </a:cubicBezTo>
                <a:cubicBezTo>
                  <a:pt x="1757587" y="44159"/>
                  <a:pt x="1756254" y="43697"/>
                  <a:pt x="1754459" y="43697"/>
                </a:cubicBezTo>
                <a:cubicBezTo>
                  <a:pt x="1752715" y="43697"/>
                  <a:pt x="1751099" y="44151"/>
                  <a:pt x="1749612" y="45060"/>
                </a:cubicBezTo>
                <a:cubicBezTo>
                  <a:pt x="1747714" y="46323"/>
                  <a:pt x="1745406" y="48698"/>
                  <a:pt x="1742688" y="52183"/>
                </a:cubicBezTo>
                <a:lnTo>
                  <a:pt x="1742688" y="84009"/>
                </a:lnTo>
                <a:cubicBezTo>
                  <a:pt x="1745971" y="84009"/>
                  <a:pt x="1748407" y="84740"/>
                  <a:pt x="1749997" y="86202"/>
                </a:cubicBezTo>
                <a:cubicBezTo>
                  <a:pt x="1751587" y="87663"/>
                  <a:pt x="1752382" y="89574"/>
                  <a:pt x="1752382" y="91933"/>
                </a:cubicBezTo>
                <a:cubicBezTo>
                  <a:pt x="1752382" y="94292"/>
                  <a:pt x="1751587" y="96203"/>
                  <a:pt x="1749997" y="97664"/>
                </a:cubicBezTo>
                <a:cubicBezTo>
                  <a:pt x="1748407" y="99126"/>
                  <a:pt x="1745714" y="99857"/>
                  <a:pt x="1741919" y="99857"/>
                </a:cubicBezTo>
                <a:lnTo>
                  <a:pt x="1726917" y="99857"/>
                </a:lnTo>
                <a:lnTo>
                  <a:pt x="1726917" y="49945"/>
                </a:lnTo>
                <a:cubicBezTo>
                  <a:pt x="1726917" y="47580"/>
                  <a:pt x="1726469" y="45922"/>
                  <a:pt x="1725571" y="44971"/>
                </a:cubicBezTo>
                <a:cubicBezTo>
                  <a:pt x="1724673" y="44019"/>
                  <a:pt x="1723327" y="43543"/>
                  <a:pt x="1721532" y="43543"/>
                </a:cubicBezTo>
                <a:cubicBezTo>
                  <a:pt x="1719686" y="43543"/>
                  <a:pt x="1717865" y="44122"/>
                  <a:pt x="1716070" y="45279"/>
                </a:cubicBezTo>
                <a:cubicBezTo>
                  <a:pt x="1714275" y="46436"/>
                  <a:pt x="1712121" y="48738"/>
                  <a:pt x="1709608" y="52183"/>
                </a:cubicBezTo>
                <a:lnTo>
                  <a:pt x="1709608" y="84009"/>
                </a:lnTo>
                <a:cubicBezTo>
                  <a:pt x="1712890" y="84009"/>
                  <a:pt x="1715339" y="84740"/>
                  <a:pt x="1716955" y="86202"/>
                </a:cubicBezTo>
                <a:cubicBezTo>
                  <a:pt x="1718570" y="87663"/>
                  <a:pt x="1719378" y="89574"/>
                  <a:pt x="1719378" y="91933"/>
                </a:cubicBezTo>
                <a:cubicBezTo>
                  <a:pt x="1719378" y="94292"/>
                  <a:pt x="1718570" y="96203"/>
                  <a:pt x="1716955" y="97664"/>
                </a:cubicBezTo>
                <a:cubicBezTo>
                  <a:pt x="1715339" y="99126"/>
                  <a:pt x="1712634" y="99857"/>
                  <a:pt x="1708838" y="99857"/>
                </a:cubicBezTo>
                <a:lnTo>
                  <a:pt x="1694606" y="99857"/>
                </a:lnTo>
                <a:cubicBezTo>
                  <a:pt x="1690811" y="99857"/>
                  <a:pt x="1688105" y="99113"/>
                  <a:pt x="1686490" y="97626"/>
                </a:cubicBezTo>
                <a:cubicBezTo>
                  <a:pt x="1684874" y="96138"/>
                  <a:pt x="1684067" y="94215"/>
                  <a:pt x="1684067" y="91856"/>
                </a:cubicBezTo>
                <a:cubicBezTo>
                  <a:pt x="1684067" y="89497"/>
                  <a:pt x="1684862" y="87599"/>
                  <a:pt x="1686451" y="86163"/>
                </a:cubicBezTo>
                <a:cubicBezTo>
                  <a:pt x="1688041" y="84727"/>
                  <a:pt x="1690503" y="84009"/>
                  <a:pt x="1693837" y="84009"/>
                </a:cubicBezTo>
                <a:lnTo>
                  <a:pt x="1693837" y="45851"/>
                </a:lnTo>
                <a:cubicBezTo>
                  <a:pt x="1690503" y="45851"/>
                  <a:pt x="1688041" y="45107"/>
                  <a:pt x="1686451" y="43620"/>
                </a:cubicBezTo>
                <a:cubicBezTo>
                  <a:pt x="1684862" y="42133"/>
                  <a:pt x="1684067" y="40209"/>
                  <a:pt x="1684067" y="37850"/>
                </a:cubicBezTo>
                <a:cubicBezTo>
                  <a:pt x="1684067" y="35491"/>
                  <a:pt x="1684874" y="33593"/>
                  <a:pt x="1686490" y="32157"/>
                </a:cubicBezTo>
                <a:cubicBezTo>
                  <a:pt x="1688105" y="30721"/>
                  <a:pt x="1690811" y="30003"/>
                  <a:pt x="1694606" y="30003"/>
                </a:cubicBezTo>
                <a:lnTo>
                  <a:pt x="1709608" y="30003"/>
                </a:lnTo>
                <a:close/>
                <a:moveTo>
                  <a:pt x="1836081" y="63468"/>
                </a:moveTo>
                <a:cubicBezTo>
                  <a:pt x="1835773" y="66443"/>
                  <a:pt x="1834914" y="68610"/>
                  <a:pt x="1833504" y="69969"/>
                </a:cubicBezTo>
                <a:cubicBezTo>
                  <a:pt x="1832093" y="71328"/>
                  <a:pt x="1830311" y="72008"/>
                  <a:pt x="1828157" y="72008"/>
                </a:cubicBezTo>
                <a:cubicBezTo>
                  <a:pt x="1825849" y="72008"/>
                  <a:pt x="1823964" y="71200"/>
                  <a:pt x="1822503" y="69584"/>
                </a:cubicBezTo>
                <a:cubicBezTo>
                  <a:pt x="1821041" y="67969"/>
                  <a:pt x="1820310" y="65263"/>
                  <a:pt x="1820310" y="61468"/>
                </a:cubicBezTo>
                <a:lnTo>
                  <a:pt x="1820310" y="52621"/>
                </a:lnTo>
                <a:cubicBezTo>
                  <a:pt x="1832773" y="47851"/>
                  <a:pt x="1840287" y="44184"/>
                  <a:pt x="1842851" y="41620"/>
                </a:cubicBezTo>
                <a:cubicBezTo>
                  <a:pt x="1845415" y="39055"/>
                  <a:pt x="1846698" y="36440"/>
                  <a:pt x="1846698" y="33773"/>
                </a:cubicBezTo>
                <a:cubicBezTo>
                  <a:pt x="1846698" y="30029"/>
                  <a:pt x="1845197" y="26798"/>
                  <a:pt x="1842197" y="24080"/>
                </a:cubicBezTo>
                <a:cubicBezTo>
                  <a:pt x="1839197" y="21361"/>
                  <a:pt x="1834953" y="20002"/>
                  <a:pt x="1829465" y="20002"/>
                </a:cubicBezTo>
                <a:cubicBezTo>
                  <a:pt x="1823669" y="20002"/>
                  <a:pt x="1818079" y="21336"/>
                  <a:pt x="1812694" y="24003"/>
                </a:cubicBezTo>
                <a:lnTo>
                  <a:pt x="1812694" y="26311"/>
                </a:lnTo>
                <a:cubicBezTo>
                  <a:pt x="1812694" y="30055"/>
                  <a:pt x="1811963" y="32734"/>
                  <a:pt x="1810501" y="34350"/>
                </a:cubicBezTo>
                <a:cubicBezTo>
                  <a:pt x="1809040" y="35965"/>
                  <a:pt x="1807129" y="36773"/>
                  <a:pt x="1804770" y="36773"/>
                </a:cubicBezTo>
                <a:cubicBezTo>
                  <a:pt x="1802462" y="36773"/>
                  <a:pt x="1800577" y="35976"/>
                  <a:pt x="1799116" y="34381"/>
                </a:cubicBezTo>
                <a:cubicBezTo>
                  <a:pt x="1797654" y="32785"/>
                  <a:pt x="1796923" y="30083"/>
                  <a:pt x="1796923" y="26277"/>
                </a:cubicBezTo>
                <a:lnTo>
                  <a:pt x="1796923" y="13540"/>
                </a:lnTo>
                <a:cubicBezTo>
                  <a:pt x="1804975" y="9745"/>
                  <a:pt x="1811232" y="7232"/>
                  <a:pt x="1815694" y="6001"/>
                </a:cubicBezTo>
                <a:cubicBezTo>
                  <a:pt x="1820156" y="4770"/>
                  <a:pt x="1824772" y="4154"/>
                  <a:pt x="1829542" y="4154"/>
                </a:cubicBezTo>
                <a:cubicBezTo>
                  <a:pt x="1839492" y="4154"/>
                  <a:pt x="1847467" y="7030"/>
                  <a:pt x="1853467" y="12783"/>
                </a:cubicBezTo>
                <a:cubicBezTo>
                  <a:pt x="1859468" y="18533"/>
                  <a:pt x="1862468" y="25748"/>
                  <a:pt x="1862468" y="34427"/>
                </a:cubicBezTo>
                <a:cubicBezTo>
                  <a:pt x="1862468" y="40589"/>
                  <a:pt x="1860661" y="45828"/>
                  <a:pt x="1857045" y="50142"/>
                </a:cubicBezTo>
                <a:cubicBezTo>
                  <a:pt x="1853429" y="54455"/>
                  <a:pt x="1846441" y="58897"/>
                  <a:pt x="1836081" y="63468"/>
                </a:cubicBezTo>
                <a:moveTo>
                  <a:pt x="1839389" y="94010"/>
                </a:moveTo>
                <a:cubicBezTo>
                  <a:pt x="1839389" y="96421"/>
                  <a:pt x="1838530" y="98382"/>
                  <a:pt x="1836812" y="99895"/>
                </a:cubicBezTo>
                <a:cubicBezTo>
                  <a:pt x="1835094" y="101408"/>
                  <a:pt x="1832234" y="102165"/>
                  <a:pt x="1828234" y="102165"/>
                </a:cubicBezTo>
                <a:cubicBezTo>
                  <a:pt x="1824234" y="102165"/>
                  <a:pt x="1821374" y="101408"/>
                  <a:pt x="1819656" y="99895"/>
                </a:cubicBezTo>
                <a:cubicBezTo>
                  <a:pt x="1817938" y="98382"/>
                  <a:pt x="1817079" y="96421"/>
                  <a:pt x="1817079" y="94010"/>
                </a:cubicBezTo>
                <a:cubicBezTo>
                  <a:pt x="1817079" y="91600"/>
                  <a:pt x="1817925" y="89638"/>
                  <a:pt x="1819618" y="88125"/>
                </a:cubicBezTo>
                <a:cubicBezTo>
                  <a:pt x="1821310" y="86612"/>
                  <a:pt x="1824182" y="85855"/>
                  <a:pt x="1828234" y="85855"/>
                </a:cubicBezTo>
                <a:cubicBezTo>
                  <a:pt x="1832234" y="85855"/>
                  <a:pt x="1835094" y="86612"/>
                  <a:pt x="1836812" y="88125"/>
                </a:cubicBezTo>
                <a:cubicBezTo>
                  <a:pt x="1838530" y="89638"/>
                  <a:pt x="1839389" y="91600"/>
                  <a:pt x="1839389" y="9401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❸">
            <a:extLst xmlns:a="http://schemas.openxmlformats.org/drawingml/2006/main">
              <a:ext uri="{FF2B5EF4-FFF2-40B4-BE49-F238E27FC236}">
                <a16:creationId xmlns:a16="http://schemas.microsoft.com/office/drawing/2014/main" id="{604FFFF0-EE08-44A1-A2A2-5B5B4901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34" y="1714394"/>
            <a:ext cx="157932" cy="158576"/>
          </a:xfrm>
          <a:custGeom xmlns:a="http://schemas.openxmlformats.org/drawingml/2006/main">
            <a:pathLst>
              <a:path w="157932" h="158576">
                <a:moveTo>
                  <a:pt x="72197" y="1289"/>
                </a:moveTo>
                <a:cubicBezTo>
                  <a:pt x="95404" y="0"/>
                  <a:pt x="114742" y="6446"/>
                  <a:pt x="130213" y="20628"/>
                </a:cubicBezTo>
                <a:cubicBezTo>
                  <a:pt x="146973" y="35669"/>
                  <a:pt x="155783" y="53288"/>
                  <a:pt x="156642" y="73487"/>
                </a:cubicBezTo>
                <a:cubicBezTo>
                  <a:pt x="157932" y="97982"/>
                  <a:pt x="150411" y="118395"/>
                  <a:pt x="134081" y="134725"/>
                </a:cubicBezTo>
                <a:cubicBezTo>
                  <a:pt x="119899" y="148907"/>
                  <a:pt x="103354" y="156427"/>
                  <a:pt x="84445" y="157287"/>
                </a:cubicBezTo>
                <a:cubicBezTo>
                  <a:pt x="59950" y="158576"/>
                  <a:pt x="39537" y="151056"/>
                  <a:pt x="23206" y="134725"/>
                </a:cubicBezTo>
                <a:cubicBezTo>
                  <a:pt x="7735" y="119254"/>
                  <a:pt x="0" y="100775"/>
                  <a:pt x="0" y="79288"/>
                </a:cubicBezTo>
                <a:cubicBezTo>
                  <a:pt x="0" y="60379"/>
                  <a:pt x="6016" y="43834"/>
                  <a:pt x="18049" y="29652"/>
                </a:cubicBezTo>
                <a:cubicBezTo>
                  <a:pt x="32661" y="12033"/>
                  <a:pt x="50710" y="2578"/>
                  <a:pt x="72197" y="1289"/>
                </a:cubicBezTo>
                <a:moveTo>
                  <a:pt x="76710" y="136015"/>
                </a:moveTo>
                <a:cubicBezTo>
                  <a:pt x="88313" y="136015"/>
                  <a:pt x="97552" y="133006"/>
                  <a:pt x="104428" y="126990"/>
                </a:cubicBezTo>
                <a:cubicBezTo>
                  <a:pt x="111734" y="120544"/>
                  <a:pt x="115387" y="112593"/>
                  <a:pt x="115387" y="103139"/>
                </a:cubicBezTo>
                <a:cubicBezTo>
                  <a:pt x="115816" y="89387"/>
                  <a:pt x="107866" y="79933"/>
                  <a:pt x="91536" y="74776"/>
                </a:cubicBezTo>
                <a:cubicBezTo>
                  <a:pt x="98412" y="73057"/>
                  <a:pt x="103569" y="69619"/>
                  <a:pt x="107007" y="64462"/>
                </a:cubicBezTo>
                <a:cubicBezTo>
                  <a:pt x="110445" y="60164"/>
                  <a:pt x="112164" y="55437"/>
                  <a:pt x="112164" y="50280"/>
                </a:cubicBezTo>
                <a:cubicBezTo>
                  <a:pt x="112593" y="42975"/>
                  <a:pt x="110015" y="36958"/>
                  <a:pt x="104428" y="32231"/>
                </a:cubicBezTo>
                <a:cubicBezTo>
                  <a:pt x="97982" y="26644"/>
                  <a:pt x="89172" y="23636"/>
                  <a:pt x="77999" y="23206"/>
                </a:cubicBezTo>
                <a:cubicBezTo>
                  <a:pt x="67685" y="23206"/>
                  <a:pt x="59520" y="25570"/>
                  <a:pt x="53503" y="30297"/>
                </a:cubicBezTo>
                <a:cubicBezTo>
                  <a:pt x="47057" y="35454"/>
                  <a:pt x="44049" y="41041"/>
                  <a:pt x="44479" y="47057"/>
                </a:cubicBezTo>
                <a:cubicBezTo>
                  <a:pt x="44908" y="50065"/>
                  <a:pt x="45768" y="52429"/>
                  <a:pt x="47057" y="54148"/>
                </a:cubicBezTo>
                <a:cubicBezTo>
                  <a:pt x="49206" y="56726"/>
                  <a:pt x="51784" y="58016"/>
                  <a:pt x="54793" y="58016"/>
                </a:cubicBezTo>
                <a:cubicBezTo>
                  <a:pt x="58660" y="58016"/>
                  <a:pt x="61454" y="57156"/>
                  <a:pt x="63173" y="55437"/>
                </a:cubicBezTo>
                <a:cubicBezTo>
                  <a:pt x="65321" y="53288"/>
                  <a:pt x="66396" y="50925"/>
                  <a:pt x="66396" y="48346"/>
                </a:cubicBezTo>
                <a:cubicBezTo>
                  <a:pt x="66396" y="44908"/>
                  <a:pt x="64677" y="41900"/>
                  <a:pt x="61239" y="39322"/>
                </a:cubicBezTo>
                <a:cubicBezTo>
                  <a:pt x="62098" y="37173"/>
                  <a:pt x="64032" y="35454"/>
                  <a:pt x="67040" y="34165"/>
                </a:cubicBezTo>
                <a:cubicBezTo>
                  <a:pt x="70049" y="32876"/>
                  <a:pt x="73272" y="32231"/>
                  <a:pt x="76710" y="32231"/>
                </a:cubicBezTo>
                <a:cubicBezTo>
                  <a:pt x="81437" y="32661"/>
                  <a:pt x="85090" y="34595"/>
                  <a:pt x="87668" y="38033"/>
                </a:cubicBezTo>
                <a:cubicBezTo>
                  <a:pt x="90247" y="41470"/>
                  <a:pt x="91536" y="45123"/>
                  <a:pt x="91536" y="48991"/>
                </a:cubicBezTo>
                <a:cubicBezTo>
                  <a:pt x="91536" y="56297"/>
                  <a:pt x="90032" y="61669"/>
                  <a:pt x="87024" y="65106"/>
                </a:cubicBezTo>
                <a:cubicBezTo>
                  <a:pt x="84445" y="68544"/>
                  <a:pt x="79933" y="70263"/>
                  <a:pt x="73487" y="70263"/>
                </a:cubicBezTo>
                <a:cubicBezTo>
                  <a:pt x="72627" y="70693"/>
                  <a:pt x="71553" y="70693"/>
                  <a:pt x="70263" y="70263"/>
                </a:cubicBezTo>
                <a:cubicBezTo>
                  <a:pt x="68544" y="69834"/>
                  <a:pt x="66825" y="69619"/>
                  <a:pt x="65106" y="69619"/>
                </a:cubicBezTo>
                <a:cubicBezTo>
                  <a:pt x="61239" y="70049"/>
                  <a:pt x="59735" y="72412"/>
                  <a:pt x="60594" y="76710"/>
                </a:cubicBezTo>
                <a:cubicBezTo>
                  <a:pt x="61024" y="79718"/>
                  <a:pt x="63173" y="81007"/>
                  <a:pt x="67040" y="80577"/>
                </a:cubicBezTo>
                <a:cubicBezTo>
                  <a:pt x="72197" y="80148"/>
                  <a:pt x="75420" y="80148"/>
                  <a:pt x="76710" y="80577"/>
                </a:cubicBezTo>
                <a:cubicBezTo>
                  <a:pt x="81437" y="81007"/>
                  <a:pt x="85090" y="82941"/>
                  <a:pt x="87668" y="86379"/>
                </a:cubicBezTo>
                <a:cubicBezTo>
                  <a:pt x="90676" y="90247"/>
                  <a:pt x="92180" y="95189"/>
                  <a:pt x="92180" y="101205"/>
                </a:cubicBezTo>
                <a:cubicBezTo>
                  <a:pt x="92180" y="110660"/>
                  <a:pt x="89817" y="117321"/>
                  <a:pt x="85090" y="121188"/>
                </a:cubicBezTo>
                <a:cubicBezTo>
                  <a:pt x="82081" y="124197"/>
                  <a:pt x="77784" y="125701"/>
                  <a:pt x="72197" y="125701"/>
                </a:cubicBezTo>
                <a:cubicBezTo>
                  <a:pt x="64892" y="125701"/>
                  <a:pt x="59950" y="123552"/>
                  <a:pt x="57371" y="119254"/>
                </a:cubicBezTo>
                <a:cubicBezTo>
                  <a:pt x="63817" y="117535"/>
                  <a:pt x="67255" y="113883"/>
                  <a:pt x="67685" y="108296"/>
                </a:cubicBezTo>
                <a:cubicBezTo>
                  <a:pt x="68115" y="104858"/>
                  <a:pt x="66611" y="101635"/>
                  <a:pt x="63173" y="98627"/>
                </a:cubicBezTo>
                <a:cubicBezTo>
                  <a:pt x="60594" y="96478"/>
                  <a:pt x="57801" y="95404"/>
                  <a:pt x="54793" y="95404"/>
                </a:cubicBezTo>
                <a:cubicBezTo>
                  <a:pt x="51355" y="95404"/>
                  <a:pt x="48346" y="96908"/>
                  <a:pt x="45768" y="99916"/>
                </a:cubicBezTo>
                <a:cubicBezTo>
                  <a:pt x="42330" y="103354"/>
                  <a:pt x="41041" y="107436"/>
                  <a:pt x="41900" y="112164"/>
                </a:cubicBezTo>
                <a:cubicBezTo>
                  <a:pt x="42760" y="117321"/>
                  <a:pt x="45338" y="122048"/>
                  <a:pt x="49636" y="126345"/>
                </a:cubicBezTo>
                <a:cubicBezTo>
                  <a:pt x="56082" y="132791"/>
                  <a:pt x="65106" y="136015"/>
                  <a:pt x="76710" y="136015"/>
                </a:cubicBez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❸">
            <a:extLst xmlns:a="http://schemas.openxmlformats.org/drawingml/2006/main">
              <a:ext uri="{FF2B5EF4-FFF2-40B4-BE49-F238E27FC236}">
                <a16:creationId xmlns:a16="http://schemas.microsoft.com/office/drawing/2014/main" id="{592378C6-7965-40C4-92F1-17E3592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34" y="1714394"/>
            <a:ext cx="157932" cy="158576"/>
          </a:xfrm>
          <a:custGeom xmlns:a="http://schemas.openxmlformats.org/drawingml/2006/main">
            <a:pathLst>
              <a:path w="157932" h="158576" fill="none">
                <a:moveTo>
                  <a:pt x="72197" y="1289"/>
                </a:moveTo>
                <a:cubicBezTo>
                  <a:pt x="95404" y="0"/>
                  <a:pt x="114742" y="6446"/>
                  <a:pt x="130213" y="20628"/>
                </a:cubicBezTo>
                <a:cubicBezTo>
                  <a:pt x="146973" y="35669"/>
                  <a:pt x="155783" y="53288"/>
                  <a:pt x="156642" y="73487"/>
                </a:cubicBezTo>
                <a:cubicBezTo>
                  <a:pt x="157932" y="97982"/>
                  <a:pt x="150411" y="118395"/>
                  <a:pt x="134081" y="134725"/>
                </a:cubicBezTo>
                <a:cubicBezTo>
                  <a:pt x="119899" y="148907"/>
                  <a:pt x="103354" y="156427"/>
                  <a:pt x="84445" y="157287"/>
                </a:cubicBezTo>
                <a:cubicBezTo>
                  <a:pt x="59950" y="158576"/>
                  <a:pt x="39537" y="151056"/>
                  <a:pt x="23206" y="134725"/>
                </a:cubicBezTo>
                <a:cubicBezTo>
                  <a:pt x="7735" y="119254"/>
                  <a:pt x="0" y="100775"/>
                  <a:pt x="0" y="79288"/>
                </a:cubicBezTo>
                <a:cubicBezTo>
                  <a:pt x="0" y="60379"/>
                  <a:pt x="6016" y="43834"/>
                  <a:pt x="18049" y="29652"/>
                </a:cubicBezTo>
                <a:cubicBezTo>
                  <a:pt x="32661" y="12033"/>
                  <a:pt x="50710" y="2578"/>
                  <a:pt x="72197" y="1289"/>
                </a:cubicBezTo>
                <a:moveTo>
                  <a:pt x="76710" y="136015"/>
                </a:moveTo>
                <a:cubicBezTo>
                  <a:pt x="88313" y="136015"/>
                  <a:pt x="97552" y="133006"/>
                  <a:pt x="104428" y="126990"/>
                </a:cubicBezTo>
                <a:cubicBezTo>
                  <a:pt x="111734" y="120544"/>
                  <a:pt x="115387" y="112593"/>
                  <a:pt x="115387" y="103139"/>
                </a:cubicBezTo>
                <a:cubicBezTo>
                  <a:pt x="115816" y="89387"/>
                  <a:pt x="107866" y="79933"/>
                  <a:pt x="91536" y="74776"/>
                </a:cubicBezTo>
                <a:cubicBezTo>
                  <a:pt x="98412" y="73057"/>
                  <a:pt x="103569" y="69619"/>
                  <a:pt x="107007" y="64462"/>
                </a:cubicBezTo>
                <a:cubicBezTo>
                  <a:pt x="110445" y="60164"/>
                  <a:pt x="112164" y="55437"/>
                  <a:pt x="112164" y="50280"/>
                </a:cubicBezTo>
                <a:cubicBezTo>
                  <a:pt x="112593" y="42975"/>
                  <a:pt x="110015" y="36958"/>
                  <a:pt x="104428" y="32231"/>
                </a:cubicBezTo>
                <a:cubicBezTo>
                  <a:pt x="97982" y="26644"/>
                  <a:pt x="89172" y="23636"/>
                  <a:pt x="77999" y="23206"/>
                </a:cubicBezTo>
                <a:cubicBezTo>
                  <a:pt x="67685" y="23206"/>
                  <a:pt x="59520" y="25570"/>
                  <a:pt x="53503" y="30297"/>
                </a:cubicBezTo>
                <a:cubicBezTo>
                  <a:pt x="47057" y="35454"/>
                  <a:pt x="44049" y="41041"/>
                  <a:pt x="44479" y="47057"/>
                </a:cubicBezTo>
                <a:cubicBezTo>
                  <a:pt x="44908" y="50065"/>
                  <a:pt x="45768" y="52429"/>
                  <a:pt x="47057" y="54148"/>
                </a:cubicBezTo>
                <a:cubicBezTo>
                  <a:pt x="49206" y="56726"/>
                  <a:pt x="51784" y="58016"/>
                  <a:pt x="54793" y="58016"/>
                </a:cubicBezTo>
                <a:cubicBezTo>
                  <a:pt x="58660" y="58016"/>
                  <a:pt x="61454" y="57156"/>
                  <a:pt x="63173" y="55437"/>
                </a:cubicBezTo>
                <a:cubicBezTo>
                  <a:pt x="65321" y="53288"/>
                  <a:pt x="66396" y="50925"/>
                  <a:pt x="66396" y="48346"/>
                </a:cubicBezTo>
                <a:cubicBezTo>
                  <a:pt x="66396" y="44908"/>
                  <a:pt x="64677" y="41900"/>
                  <a:pt x="61239" y="39322"/>
                </a:cubicBezTo>
                <a:cubicBezTo>
                  <a:pt x="62098" y="37173"/>
                  <a:pt x="64032" y="35454"/>
                  <a:pt x="67040" y="34165"/>
                </a:cubicBezTo>
                <a:cubicBezTo>
                  <a:pt x="70049" y="32876"/>
                  <a:pt x="73272" y="32231"/>
                  <a:pt x="76710" y="32231"/>
                </a:cubicBezTo>
                <a:cubicBezTo>
                  <a:pt x="81437" y="32661"/>
                  <a:pt x="85090" y="34595"/>
                  <a:pt x="87668" y="38033"/>
                </a:cubicBezTo>
                <a:cubicBezTo>
                  <a:pt x="90247" y="41470"/>
                  <a:pt x="91536" y="45123"/>
                  <a:pt x="91536" y="48991"/>
                </a:cubicBezTo>
                <a:cubicBezTo>
                  <a:pt x="91536" y="56297"/>
                  <a:pt x="90032" y="61669"/>
                  <a:pt x="87024" y="65106"/>
                </a:cubicBezTo>
                <a:cubicBezTo>
                  <a:pt x="84445" y="68544"/>
                  <a:pt x="79933" y="70263"/>
                  <a:pt x="73487" y="70263"/>
                </a:cubicBezTo>
                <a:cubicBezTo>
                  <a:pt x="72627" y="70693"/>
                  <a:pt x="71553" y="70693"/>
                  <a:pt x="70263" y="70263"/>
                </a:cubicBezTo>
                <a:cubicBezTo>
                  <a:pt x="68544" y="69834"/>
                  <a:pt x="66825" y="69619"/>
                  <a:pt x="65106" y="69619"/>
                </a:cubicBezTo>
                <a:cubicBezTo>
                  <a:pt x="61239" y="70049"/>
                  <a:pt x="59735" y="72412"/>
                  <a:pt x="60594" y="76710"/>
                </a:cubicBezTo>
                <a:cubicBezTo>
                  <a:pt x="61024" y="79718"/>
                  <a:pt x="63173" y="81007"/>
                  <a:pt x="67040" y="80577"/>
                </a:cubicBezTo>
                <a:cubicBezTo>
                  <a:pt x="72197" y="80148"/>
                  <a:pt x="75420" y="80148"/>
                  <a:pt x="76710" y="80577"/>
                </a:cubicBezTo>
                <a:cubicBezTo>
                  <a:pt x="81437" y="81007"/>
                  <a:pt x="85090" y="82941"/>
                  <a:pt x="87668" y="86379"/>
                </a:cubicBezTo>
                <a:cubicBezTo>
                  <a:pt x="90676" y="90247"/>
                  <a:pt x="92180" y="95189"/>
                  <a:pt x="92180" y="101205"/>
                </a:cubicBezTo>
                <a:cubicBezTo>
                  <a:pt x="92180" y="110660"/>
                  <a:pt x="89817" y="117321"/>
                  <a:pt x="85090" y="121188"/>
                </a:cubicBezTo>
                <a:cubicBezTo>
                  <a:pt x="82081" y="124197"/>
                  <a:pt x="77784" y="125701"/>
                  <a:pt x="72197" y="125701"/>
                </a:cubicBezTo>
                <a:cubicBezTo>
                  <a:pt x="64892" y="125701"/>
                  <a:pt x="59950" y="123552"/>
                  <a:pt x="57371" y="119254"/>
                </a:cubicBezTo>
                <a:cubicBezTo>
                  <a:pt x="63817" y="117535"/>
                  <a:pt x="67255" y="113883"/>
                  <a:pt x="67685" y="108296"/>
                </a:cubicBezTo>
                <a:cubicBezTo>
                  <a:pt x="68115" y="104858"/>
                  <a:pt x="66611" y="101635"/>
                  <a:pt x="63173" y="98627"/>
                </a:cubicBezTo>
                <a:cubicBezTo>
                  <a:pt x="60594" y="96478"/>
                  <a:pt x="57801" y="95404"/>
                  <a:pt x="54793" y="95404"/>
                </a:cubicBezTo>
                <a:cubicBezTo>
                  <a:pt x="51355" y="95404"/>
                  <a:pt x="48346" y="96908"/>
                  <a:pt x="45768" y="99916"/>
                </a:cubicBezTo>
                <a:cubicBezTo>
                  <a:pt x="42330" y="103354"/>
                  <a:pt x="41041" y="107436"/>
                  <a:pt x="41900" y="112164"/>
                </a:cubicBezTo>
                <a:cubicBezTo>
                  <a:pt x="42760" y="117321"/>
                  <a:pt x="45338" y="122048"/>
                  <a:pt x="49636" y="126345"/>
                </a:cubicBezTo>
                <a:cubicBezTo>
                  <a:pt x="56082" y="132791"/>
                  <a:pt x="65106" y="136015"/>
                  <a:pt x="76710" y="1360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64" cap="flat">
            <a:solidFill>
              <a:srgbClr val="404040"/>
            </a:solidFill>
            <a:miter/>
          </a:ln>
        </p:spPr>
      </p:sp>
      <p:sp>
        <p:nvSpPr>
          <p:cNvPr id="10" name="Text Injectspoofedresponse">
            <a:extLst xmlns:a="http://schemas.openxmlformats.org/drawingml/2006/main">
              <a:ext uri="{FF2B5EF4-FFF2-40B4-BE49-F238E27FC236}">
                <a16:creationId xmlns:a16="http://schemas.microsoft.com/office/drawing/2014/main" id="{DD3C54C9-BFEE-47F6-9813-066D84EE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19" y="1732766"/>
            <a:ext cx="1867804" cy="155031"/>
          </a:xfrm>
          <a:custGeom xmlns:a="http://schemas.openxmlformats.org/drawingml/2006/main">
            <a:pathLst>
              <a:path w="1867804" h="155031">
                <a:moveTo>
                  <a:pt x="0" y="120221"/>
                </a:moveTo>
                <a:lnTo>
                  <a:pt x="0" y="2095"/>
                </a:lnTo>
                <a:lnTo>
                  <a:pt x="23851" y="2095"/>
                </a:lnTo>
                <a:lnTo>
                  <a:pt x="23851" y="120221"/>
                </a:lnTo>
                <a:lnTo>
                  <a:pt x="0" y="120221"/>
                </a:lnTo>
                <a:close/>
                <a:moveTo>
                  <a:pt x="123951" y="120221"/>
                </a:moveTo>
                <a:lnTo>
                  <a:pt x="101309" y="120221"/>
                </a:lnTo>
                <a:lnTo>
                  <a:pt x="101309" y="76599"/>
                </a:lnTo>
                <a:cubicBezTo>
                  <a:pt x="101309" y="67369"/>
                  <a:pt x="100825" y="61400"/>
                  <a:pt x="99858" y="58691"/>
                </a:cubicBezTo>
                <a:cubicBezTo>
                  <a:pt x="98891" y="55981"/>
                  <a:pt x="97320" y="53875"/>
                  <a:pt x="95144" y="52373"/>
                </a:cubicBezTo>
                <a:cubicBezTo>
                  <a:pt x="92969" y="50870"/>
                  <a:pt x="90350" y="50119"/>
                  <a:pt x="87288" y="50119"/>
                </a:cubicBezTo>
                <a:cubicBezTo>
                  <a:pt x="83367" y="50119"/>
                  <a:pt x="79848" y="51193"/>
                  <a:pt x="76732" y="53340"/>
                </a:cubicBezTo>
                <a:cubicBezTo>
                  <a:pt x="73617" y="55485"/>
                  <a:pt x="71482" y="58329"/>
                  <a:pt x="70327" y="61871"/>
                </a:cubicBezTo>
                <a:cubicBezTo>
                  <a:pt x="69172" y="65411"/>
                  <a:pt x="68594" y="71957"/>
                  <a:pt x="68594" y="81509"/>
                </a:cubicBezTo>
                <a:lnTo>
                  <a:pt x="68594" y="120221"/>
                </a:lnTo>
                <a:lnTo>
                  <a:pt x="45952" y="120221"/>
                </a:lnTo>
                <a:lnTo>
                  <a:pt x="45952" y="34648"/>
                </a:lnTo>
                <a:lnTo>
                  <a:pt x="66983" y="34648"/>
                </a:lnTo>
                <a:lnTo>
                  <a:pt x="66983" y="47218"/>
                </a:lnTo>
                <a:cubicBezTo>
                  <a:pt x="74449" y="37549"/>
                  <a:pt x="83850" y="32714"/>
                  <a:pt x="95185" y="32714"/>
                </a:cubicBezTo>
                <a:cubicBezTo>
                  <a:pt x="100180" y="32714"/>
                  <a:pt x="104747" y="33614"/>
                  <a:pt x="108883" y="35414"/>
                </a:cubicBezTo>
                <a:cubicBezTo>
                  <a:pt x="113019" y="37213"/>
                  <a:pt x="116148" y="39510"/>
                  <a:pt x="118270" y="42303"/>
                </a:cubicBezTo>
                <a:cubicBezTo>
                  <a:pt x="120392" y="45096"/>
                  <a:pt x="121869" y="48266"/>
                  <a:pt x="122702" y="51811"/>
                </a:cubicBezTo>
                <a:cubicBezTo>
                  <a:pt x="123534" y="55357"/>
                  <a:pt x="123951" y="60433"/>
                  <a:pt x="123951" y="67040"/>
                </a:cubicBezTo>
                <a:lnTo>
                  <a:pt x="123951" y="120221"/>
                </a:lnTo>
                <a:close/>
                <a:moveTo>
                  <a:pt x="145689" y="23045"/>
                </a:moveTo>
                <a:lnTo>
                  <a:pt x="145689" y="2095"/>
                </a:lnTo>
                <a:lnTo>
                  <a:pt x="168331" y="2095"/>
                </a:lnTo>
                <a:lnTo>
                  <a:pt x="168331" y="23045"/>
                </a:lnTo>
                <a:lnTo>
                  <a:pt x="145689" y="23045"/>
                </a:lnTo>
                <a:moveTo>
                  <a:pt x="168331" y="34648"/>
                </a:moveTo>
                <a:lnTo>
                  <a:pt x="168331" y="117618"/>
                </a:lnTo>
                <a:cubicBezTo>
                  <a:pt x="168331" y="128529"/>
                  <a:pt x="167619" y="136229"/>
                  <a:pt x="166195" y="140718"/>
                </a:cubicBezTo>
                <a:cubicBezTo>
                  <a:pt x="164772" y="145207"/>
                  <a:pt x="162032" y="148715"/>
                  <a:pt x="157977" y="151241"/>
                </a:cubicBezTo>
                <a:cubicBezTo>
                  <a:pt x="153921" y="153768"/>
                  <a:pt x="148750" y="155031"/>
                  <a:pt x="142465" y="155031"/>
                </a:cubicBezTo>
                <a:cubicBezTo>
                  <a:pt x="140209" y="155031"/>
                  <a:pt x="137779" y="154828"/>
                  <a:pt x="135173" y="154424"/>
                </a:cubicBezTo>
                <a:cubicBezTo>
                  <a:pt x="132568" y="154019"/>
                  <a:pt x="129761" y="153413"/>
                  <a:pt x="126753" y="152603"/>
                </a:cubicBezTo>
                <a:lnTo>
                  <a:pt x="130701" y="133194"/>
                </a:lnTo>
                <a:cubicBezTo>
                  <a:pt x="131776" y="133409"/>
                  <a:pt x="132783" y="133584"/>
                  <a:pt x="133723" y="133718"/>
                </a:cubicBezTo>
                <a:cubicBezTo>
                  <a:pt x="134663" y="133852"/>
                  <a:pt x="135536" y="133920"/>
                  <a:pt x="136342" y="133920"/>
                </a:cubicBezTo>
                <a:cubicBezTo>
                  <a:pt x="138651" y="133920"/>
                  <a:pt x="140545" y="133423"/>
                  <a:pt x="142022" y="132429"/>
                </a:cubicBezTo>
                <a:cubicBezTo>
                  <a:pt x="143500" y="131435"/>
                  <a:pt x="144480" y="130240"/>
                  <a:pt x="144963" y="128843"/>
                </a:cubicBezTo>
                <a:cubicBezTo>
                  <a:pt x="145447" y="127446"/>
                  <a:pt x="145689" y="123256"/>
                  <a:pt x="145689" y="116273"/>
                </a:cubicBezTo>
                <a:lnTo>
                  <a:pt x="145689" y="34648"/>
                </a:lnTo>
                <a:lnTo>
                  <a:pt x="168331" y="34648"/>
                </a:lnTo>
                <a:close/>
                <a:moveTo>
                  <a:pt x="241276" y="92986"/>
                </a:moveTo>
                <a:lnTo>
                  <a:pt x="263838" y="96854"/>
                </a:lnTo>
                <a:cubicBezTo>
                  <a:pt x="260937" y="105100"/>
                  <a:pt x="256357" y="111378"/>
                  <a:pt x="250099" y="115689"/>
                </a:cubicBezTo>
                <a:cubicBezTo>
                  <a:pt x="243841" y="120000"/>
                  <a:pt x="236012" y="122155"/>
                  <a:pt x="226611" y="122155"/>
                </a:cubicBezTo>
                <a:cubicBezTo>
                  <a:pt x="211731" y="122155"/>
                  <a:pt x="200719" y="117294"/>
                  <a:pt x="193574" y="107571"/>
                </a:cubicBezTo>
                <a:cubicBezTo>
                  <a:pt x="187934" y="99782"/>
                  <a:pt x="185114" y="89951"/>
                  <a:pt x="185114" y="78079"/>
                </a:cubicBezTo>
                <a:cubicBezTo>
                  <a:pt x="185114" y="63898"/>
                  <a:pt x="188820" y="52792"/>
                  <a:pt x="196233" y="44761"/>
                </a:cubicBezTo>
                <a:cubicBezTo>
                  <a:pt x="203646" y="36730"/>
                  <a:pt x="213020" y="32714"/>
                  <a:pt x="224355" y="32714"/>
                </a:cubicBezTo>
                <a:cubicBezTo>
                  <a:pt x="237086" y="32714"/>
                  <a:pt x="247131" y="36918"/>
                  <a:pt x="254491" y="45325"/>
                </a:cubicBezTo>
                <a:cubicBezTo>
                  <a:pt x="261850" y="53732"/>
                  <a:pt x="265369" y="66611"/>
                  <a:pt x="265046" y="83962"/>
                </a:cubicBezTo>
                <a:lnTo>
                  <a:pt x="208320" y="83962"/>
                </a:lnTo>
                <a:cubicBezTo>
                  <a:pt x="208481" y="90676"/>
                  <a:pt x="210308" y="95900"/>
                  <a:pt x="213799" y="99634"/>
                </a:cubicBezTo>
                <a:cubicBezTo>
                  <a:pt x="217291" y="103367"/>
                  <a:pt x="221642" y="105234"/>
                  <a:pt x="226853" y="105234"/>
                </a:cubicBezTo>
                <a:cubicBezTo>
                  <a:pt x="230398" y="105234"/>
                  <a:pt x="233380" y="104267"/>
                  <a:pt x="235797" y="102333"/>
                </a:cubicBezTo>
                <a:cubicBezTo>
                  <a:pt x="238214" y="100399"/>
                  <a:pt x="240041" y="97284"/>
                  <a:pt x="241276" y="92986"/>
                </a:cubicBezTo>
                <a:moveTo>
                  <a:pt x="242565" y="70102"/>
                </a:moveTo>
                <a:cubicBezTo>
                  <a:pt x="242404" y="63576"/>
                  <a:pt x="240712" y="58613"/>
                  <a:pt x="237489" y="55216"/>
                </a:cubicBezTo>
                <a:cubicBezTo>
                  <a:pt x="234266" y="51818"/>
                  <a:pt x="230344" y="50119"/>
                  <a:pt x="225725" y="50119"/>
                </a:cubicBezTo>
                <a:cubicBezTo>
                  <a:pt x="220783" y="50119"/>
                  <a:pt x="216700" y="51911"/>
                  <a:pt x="213477" y="55495"/>
                </a:cubicBezTo>
                <a:cubicBezTo>
                  <a:pt x="210254" y="59081"/>
                  <a:pt x="208669" y="63950"/>
                  <a:pt x="208723" y="70102"/>
                </a:cubicBezTo>
                <a:lnTo>
                  <a:pt x="242565" y="70102"/>
                </a:lnTo>
                <a:close/>
                <a:moveTo>
                  <a:pt x="357434" y="59950"/>
                </a:moveTo>
                <a:lnTo>
                  <a:pt x="335114" y="63978"/>
                </a:lnTo>
                <a:cubicBezTo>
                  <a:pt x="334362" y="59547"/>
                  <a:pt x="332657" y="56209"/>
                  <a:pt x="329998" y="53967"/>
                </a:cubicBezTo>
                <a:cubicBezTo>
                  <a:pt x="327339" y="51724"/>
                  <a:pt x="323887" y="50603"/>
                  <a:pt x="319643" y="50603"/>
                </a:cubicBezTo>
                <a:cubicBezTo>
                  <a:pt x="314003" y="50603"/>
                  <a:pt x="309504" y="52544"/>
                  <a:pt x="306147" y="56427"/>
                </a:cubicBezTo>
                <a:cubicBezTo>
                  <a:pt x="302789" y="60310"/>
                  <a:pt x="301111" y="66803"/>
                  <a:pt x="301111" y="75906"/>
                </a:cubicBezTo>
                <a:cubicBezTo>
                  <a:pt x="301111" y="86029"/>
                  <a:pt x="302816" y="93179"/>
                  <a:pt x="306227" y="97358"/>
                </a:cubicBezTo>
                <a:cubicBezTo>
                  <a:pt x="309638" y="101534"/>
                  <a:pt x="314218" y="103622"/>
                  <a:pt x="319966" y="103622"/>
                </a:cubicBezTo>
                <a:cubicBezTo>
                  <a:pt x="324263" y="103622"/>
                  <a:pt x="327782" y="102400"/>
                  <a:pt x="330521" y="99956"/>
                </a:cubicBezTo>
                <a:cubicBezTo>
                  <a:pt x="333261" y="97512"/>
                  <a:pt x="335195" y="93309"/>
                  <a:pt x="336323" y="87346"/>
                </a:cubicBezTo>
                <a:lnTo>
                  <a:pt x="358562" y="91214"/>
                </a:lnTo>
                <a:cubicBezTo>
                  <a:pt x="356252" y="101420"/>
                  <a:pt x="351821" y="109129"/>
                  <a:pt x="345267" y="114339"/>
                </a:cubicBezTo>
                <a:cubicBezTo>
                  <a:pt x="338713" y="119550"/>
                  <a:pt x="329930" y="122155"/>
                  <a:pt x="318918" y="122155"/>
                </a:cubicBezTo>
                <a:cubicBezTo>
                  <a:pt x="306402" y="122155"/>
                  <a:pt x="296424" y="118207"/>
                  <a:pt x="288984" y="110310"/>
                </a:cubicBezTo>
                <a:cubicBezTo>
                  <a:pt x="281544" y="102414"/>
                  <a:pt x="277824" y="91482"/>
                  <a:pt x="277824" y="77515"/>
                </a:cubicBezTo>
                <a:cubicBezTo>
                  <a:pt x="277824" y="63387"/>
                  <a:pt x="281557" y="52389"/>
                  <a:pt x="289024" y="44519"/>
                </a:cubicBezTo>
                <a:cubicBezTo>
                  <a:pt x="296491" y="36649"/>
                  <a:pt x="306590" y="32714"/>
                  <a:pt x="319321" y="32714"/>
                </a:cubicBezTo>
                <a:cubicBezTo>
                  <a:pt x="329742" y="32714"/>
                  <a:pt x="338029" y="34957"/>
                  <a:pt x="344179" y="39443"/>
                </a:cubicBezTo>
                <a:cubicBezTo>
                  <a:pt x="350330" y="43928"/>
                  <a:pt x="354748" y="50764"/>
                  <a:pt x="357434" y="59950"/>
                </a:cubicBezTo>
                <a:close/>
                <a:moveTo>
                  <a:pt x="413159" y="34648"/>
                </a:moveTo>
                <a:lnTo>
                  <a:pt x="413159" y="52698"/>
                </a:lnTo>
                <a:lnTo>
                  <a:pt x="397688" y="52698"/>
                </a:lnTo>
                <a:lnTo>
                  <a:pt x="397688" y="87129"/>
                </a:lnTo>
                <a:cubicBezTo>
                  <a:pt x="397688" y="94103"/>
                  <a:pt x="397836" y="98166"/>
                  <a:pt x="398132" y="99319"/>
                </a:cubicBezTo>
                <a:cubicBezTo>
                  <a:pt x="398427" y="100471"/>
                  <a:pt x="399099" y="101423"/>
                  <a:pt x="400146" y="102175"/>
                </a:cubicBezTo>
                <a:cubicBezTo>
                  <a:pt x="401194" y="102925"/>
                  <a:pt x="402469" y="103300"/>
                  <a:pt x="403973" y="103300"/>
                </a:cubicBezTo>
                <a:cubicBezTo>
                  <a:pt x="406068" y="103300"/>
                  <a:pt x="409104" y="102575"/>
                  <a:pt x="413079" y="101125"/>
                </a:cubicBezTo>
                <a:lnTo>
                  <a:pt x="415013" y="118756"/>
                </a:lnTo>
                <a:cubicBezTo>
                  <a:pt x="409748" y="121022"/>
                  <a:pt x="403785" y="122155"/>
                  <a:pt x="397124" y="122155"/>
                </a:cubicBezTo>
                <a:cubicBezTo>
                  <a:pt x="393042" y="122155"/>
                  <a:pt x="389362" y="121470"/>
                  <a:pt x="386085" y="120101"/>
                </a:cubicBezTo>
                <a:cubicBezTo>
                  <a:pt x="382808" y="118731"/>
                  <a:pt x="380405" y="116958"/>
                  <a:pt x="378874" y="114782"/>
                </a:cubicBezTo>
                <a:cubicBezTo>
                  <a:pt x="377343" y="112607"/>
                  <a:pt x="376282" y="109666"/>
                  <a:pt x="375691" y="105959"/>
                </a:cubicBezTo>
                <a:cubicBezTo>
                  <a:pt x="375207" y="103327"/>
                  <a:pt x="374966" y="98009"/>
                  <a:pt x="374966" y="90005"/>
                </a:cubicBezTo>
                <a:lnTo>
                  <a:pt x="374966" y="52698"/>
                </a:lnTo>
                <a:lnTo>
                  <a:pt x="364571" y="52698"/>
                </a:lnTo>
                <a:lnTo>
                  <a:pt x="364571" y="34648"/>
                </a:lnTo>
                <a:lnTo>
                  <a:pt x="374966" y="34648"/>
                </a:lnTo>
                <a:lnTo>
                  <a:pt x="374966" y="17566"/>
                </a:lnTo>
                <a:lnTo>
                  <a:pt x="397688" y="4190"/>
                </a:lnTo>
                <a:lnTo>
                  <a:pt x="397688" y="34648"/>
                </a:lnTo>
                <a:lnTo>
                  <a:pt x="413159" y="34648"/>
                </a:lnTo>
                <a:close/>
                <a:moveTo>
                  <a:pt x="466000" y="95887"/>
                </a:moveTo>
                <a:lnTo>
                  <a:pt x="488722" y="92342"/>
                </a:lnTo>
                <a:cubicBezTo>
                  <a:pt x="489689" y="96720"/>
                  <a:pt x="491650" y="100043"/>
                  <a:pt x="494605" y="102313"/>
                </a:cubicBezTo>
                <a:cubicBezTo>
                  <a:pt x="497559" y="104583"/>
                  <a:pt x="501695" y="105717"/>
                  <a:pt x="507013" y="105717"/>
                </a:cubicBezTo>
                <a:cubicBezTo>
                  <a:pt x="512869" y="105717"/>
                  <a:pt x="517274" y="104645"/>
                  <a:pt x="520228" y="102499"/>
                </a:cubicBezTo>
                <a:cubicBezTo>
                  <a:pt x="522216" y="100997"/>
                  <a:pt x="523210" y="98985"/>
                  <a:pt x="523210" y="96464"/>
                </a:cubicBezTo>
                <a:cubicBezTo>
                  <a:pt x="523210" y="94746"/>
                  <a:pt x="522672" y="93324"/>
                  <a:pt x="521598" y="92198"/>
                </a:cubicBezTo>
                <a:cubicBezTo>
                  <a:pt x="520470" y="91125"/>
                  <a:pt x="517945" y="90133"/>
                  <a:pt x="514024" y="89222"/>
                </a:cubicBezTo>
                <a:cubicBezTo>
                  <a:pt x="495759" y="85200"/>
                  <a:pt x="484183" y="81525"/>
                  <a:pt x="479295" y="78198"/>
                </a:cubicBezTo>
                <a:cubicBezTo>
                  <a:pt x="472526" y="73581"/>
                  <a:pt x="469142" y="67168"/>
                  <a:pt x="469142" y="58957"/>
                </a:cubicBezTo>
                <a:cubicBezTo>
                  <a:pt x="469142" y="51551"/>
                  <a:pt x="472070" y="45326"/>
                  <a:pt x="477925" y="40281"/>
                </a:cubicBezTo>
                <a:cubicBezTo>
                  <a:pt x="483780" y="35237"/>
                  <a:pt x="492859" y="32714"/>
                  <a:pt x="505160" y="32714"/>
                </a:cubicBezTo>
                <a:cubicBezTo>
                  <a:pt x="516871" y="32714"/>
                  <a:pt x="525573" y="34615"/>
                  <a:pt x="531267" y="38415"/>
                </a:cubicBezTo>
                <a:cubicBezTo>
                  <a:pt x="536961" y="42216"/>
                  <a:pt x="540883" y="47836"/>
                  <a:pt x="543032" y="55276"/>
                </a:cubicBezTo>
                <a:lnTo>
                  <a:pt x="521679" y="59305"/>
                </a:lnTo>
                <a:cubicBezTo>
                  <a:pt x="520765" y="55974"/>
                  <a:pt x="519033" y="53423"/>
                  <a:pt x="516481" y="51650"/>
                </a:cubicBezTo>
                <a:cubicBezTo>
                  <a:pt x="513930" y="49877"/>
                  <a:pt x="510290" y="48991"/>
                  <a:pt x="505563" y="48991"/>
                </a:cubicBezTo>
                <a:cubicBezTo>
                  <a:pt x="499600" y="48991"/>
                  <a:pt x="495330" y="49823"/>
                  <a:pt x="492751" y="51486"/>
                </a:cubicBezTo>
                <a:cubicBezTo>
                  <a:pt x="491032" y="52665"/>
                  <a:pt x="490173" y="54193"/>
                  <a:pt x="490173" y="56072"/>
                </a:cubicBezTo>
                <a:cubicBezTo>
                  <a:pt x="490173" y="57680"/>
                  <a:pt x="490925" y="59047"/>
                  <a:pt x="492429" y="60174"/>
                </a:cubicBezTo>
                <a:cubicBezTo>
                  <a:pt x="494470" y="61676"/>
                  <a:pt x="501521" y="63795"/>
                  <a:pt x="513581" y="66532"/>
                </a:cubicBezTo>
                <a:cubicBezTo>
                  <a:pt x="525640" y="69268"/>
                  <a:pt x="534061" y="72625"/>
                  <a:pt x="538842" y="76601"/>
                </a:cubicBezTo>
                <a:cubicBezTo>
                  <a:pt x="543569" y="80634"/>
                  <a:pt x="545932" y="86250"/>
                  <a:pt x="545932" y="93452"/>
                </a:cubicBezTo>
                <a:cubicBezTo>
                  <a:pt x="545932" y="101300"/>
                  <a:pt x="542655" y="108046"/>
                  <a:pt x="536102" y="113690"/>
                </a:cubicBezTo>
                <a:cubicBezTo>
                  <a:pt x="529548" y="119333"/>
                  <a:pt x="519852" y="122155"/>
                  <a:pt x="507013" y="122155"/>
                </a:cubicBezTo>
                <a:cubicBezTo>
                  <a:pt x="495357" y="122155"/>
                  <a:pt x="486131" y="119799"/>
                  <a:pt x="479335" y="115087"/>
                </a:cubicBezTo>
                <a:cubicBezTo>
                  <a:pt x="472540" y="110373"/>
                  <a:pt x="468095" y="103973"/>
                  <a:pt x="466000" y="95887"/>
                </a:cubicBezTo>
                <a:close/>
                <a:moveTo>
                  <a:pt x="564430" y="34648"/>
                </a:moveTo>
                <a:lnTo>
                  <a:pt x="585542" y="34648"/>
                </a:lnTo>
                <a:lnTo>
                  <a:pt x="585542" y="47218"/>
                </a:lnTo>
                <a:cubicBezTo>
                  <a:pt x="588281" y="42921"/>
                  <a:pt x="591988" y="39429"/>
                  <a:pt x="596661" y="36743"/>
                </a:cubicBezTo>
                <a:cubicBezTo>
                  <a:pt x="601335" y="34057"/>
                  <a:pt x="606519" y="32714"/>
                  <a:pt x="612213" y="32714"/>
                </a:cubicBezTo>
                <a:cubicBezTo>
                  <a:pt x="622151" y="32714"/>
                  <a:pt x="630584" y="36609"/>
                  <a:pt x="637514" y="44398"/>
                </a:cubicBezTo>
                <a:cubicBezTo>
                  <a:pt x="644444" y="52187"/>
                  <a:pt x="647909" y="63038"/>
                  <a:pt x="647909" y="76951"/>
                </a:cubicBezTo>
                <a:cubicBezTo>
                  <a:pt x="647909" y="91240"/>
                  <a:pt x="644417" y="102347"/>
                  <a:pt x="637434" y="110270"/>
                </a:cubicBezTo>
                <a:cubicBezTo>
                  <a:pt x="630450" y="118194"/>
                  <a:pt x="621990" y="122155"/>
                  <a:pt x="612052" y="122155"/>
                </a:cubicBezTo>
                <a:cubicBezTo>
                  <a:pt x="607324" y="122155"/>
                  <a:pt x="603040" y="121215"/>
                  <a:pt x="599200" y="119335"/>
                </a:cubicBezTo>
                <a:cubicBezTo>
                  <a:pt x="595359" y="117455"/>
                  <a:pt x="591316" y="114232"/>
                  <a:pt x="587073" y="109666"/>
                </a:cubicBezTo>
                <a:lnTo>
                  <a:pt x="587073" y="152775"/>
                </a:lnTo>
                <a:lnTo>
                  <a:pt x="564430" y="152775"/>
                </a:lnTo>
                <a:lnTo>
                  <a:pt x="564430" y="34648"/>
                </a:lnTo>
                <a:moveTo>
                  <a:pt x="586831" y="75947"/>
                </a:moveTo>
                <a:cubicBezTo>
                  <a:pt x="586831" y="85547"/>
                  <a:pt x="588738" y="92640"/>
                  <a:pt x="592552" y="97227"/>
                </a:cubicBezTo>
                <a:cubicBezTo>
                  <a:pt x="596366" y="101813"/>
                  <a:pt x="601013" y="104106"/>
                  <a:pt x="606492" y="104106"/>
                </a:cubicBezTo>
                <a:cubicBezTo>
                  <a:pt x="611756" y="104106"/>
                  <a:pt x="616134" y="102001"/>
                  <a:pt x="619626" y="97791"/>
                </a:cubicBezTo>
                <a:cubicBezTo>
                  <a:pt x="623118" y="93580"/>
                  <a:pt x="624863" y="86674"/>
                  <a:pt x="624863" y="77072"/>
                </a:cubicBezTo>
                <a:cubicBezTo>
                  <a:pt x="624863" y="68115"/>
                  <a:pt x="623064" y="61464"/>
                  <a:pt x="619465" y="57119"/>
                </a:cubicBezTo>
                <a:cubicBezTo>
                  <a:pt x="615866" y="52775"/>
                  <a:pt x="611407" y="50603"/>
                  <a:pt x="606089" y="50603"/>
                </a:cubicBezTo>
                <a:cubicBezTo>
                  <a:pt x="600556" y="50603"/>
                  <a:pt x="595963" y="52734"/>
                  <a:pt x="592310" y="56998"/>
                </a:cubicBezTo>
                <a:cubicBezTo>
                  <a:pt x="588657" y="61262"/>
                  <a:pt x="586831" y="67578"/>
                  <a:pt x="586831" y="75947"/>
                </a:cubicBezTo>
                <a:close/>
                <a:moveTo>
                  <a:pt x="659897" y="76226"/>
                </a:moveTo>
                <a:cubicBezTo>
                  <a:pt x="659897" y="68706"/>
                  <a:pt x="661750" y="61427"/>
                  <a:pt x="665456" y="54390"/>
                </a:cubicBezTo>
                <a:cubicBezTo>
                  <a:pt x="669163" y="47353"/>
                  <a:pt x="674414" y="41981"/>
                  <a:pt x="681209" y="38274"/>
                </a:cubicBezTo>
                <a:cubicBezTo>
                  <a:pt x="688005" y="34568"/>
                  <a:pt x="695592" y="32714"/>
                  <a:pt x="703972" y="32714"/>
                </a:cubicBezTo>
                <a:cubicBezTo>
                  <a:pt x="716918" y="32714"/>
                  <a:pt x="727528" y="36918"/>
                  <a:pt x="735800" y="45325"/>
                </a:cubicBezTo>
                <a:cubicBezTo>
                  <a:pt x="744073" y="53732"/>
                  <a:pt x="748209" y="64354"/>
                  <a:pt x="748209" y="77193"/>
                </a:cubicBezTo>
                <a:cubicBezTo>
                  <a:pt x="748209" y="90139"/>
                  <a:pt x="744033" y="100869"/>
                  <a:pt x="735679" y="109384"/>
                </a:cubicBezTo>
                <a:cubicBezTo>
                  <a:pt x="727326" y="117898"/>
                  <a:pt x="716811" y="122155"/>
                  <a:pt x="704133" y="122155"/>
                </a:cubicBezTo>
                <a:cubicBezTo>
                  <a:pt x="696291" y="122155"/>
                  <a:pt x="688810" y="120383"/>
                  <a:pt x="681693" y="116837"/>
                </a:cubicBezTo>
                <a:cubicBezTo>
                  <a:pt x="674575" y="113292"/>
                  <a:pt x="669163" y="108094"/>
                  <a:pt x="665456" y="101245"/>
                </a:cubicBezTo>
                <a:cubicBezTo>
                  <a:pt x="661750" y="94396"/>
                  <a:pt x="659897" y="86057"/>
                  <a:pt x="659897" y="76226"/>
                </a:cubicBezTo>
                <a:moveTo>
                  <a:pt x="683103" y="77435"/>
                </a:moveTo>
                <a:cubicBezTo>
                  <a:pt x="683103" y="85895"/>
                  <a:pt x="685117" y="92375"/>
                  <a:pt x="689146" y="96874"/>
                </a:cubicBezTo>
                <a:cubicBezTo>
                  <a:pt x="693175" y="101373"/>
                  <a:pt x="698144" y="103622"/>
                  <a:pt x="704053" y="103622"/>
                </a:cubicBezTo>
                <a:cubicBezTo>
                  <a:pt x="709962" y="103622"/>
                  <a:pt x="714917" y="101373"/>
                  <a:pt x="718919" y="96874"/>
                </a:cubicBezTo>
                <a:cubicBezTo>
                  <a:pt x="722921" y="92375"/>
                  <a:pt x="724922" y="85842"/>
                  <a:pt x="724922" y="77274"/>
                </a:cubicBezTo>
                <a:cubicBezTo>
                  <a:pt x="724922" y="68920"/>
                  <a:pt x="722921" y="62494"/>
                  <a:pt x="718919" y="57996"/>
                </a:cubicBezTo>
                <a:cubicBezTo>
                  <a:pt x="714917" y="53497"/>
                  <a:pt x="709962" y="51247"/>
                  <a:pt x="704053" y="51247"/>
                </a:cubicBezTo>
                <a:cubicBezTo>
                  <a:pt x="698144" y="51247"/>
                  <a:pt x="693175" y="53497"/>
                  <a:pt x="689146" y="57996"/>
                </a:cubicBezTo>
                <a:cubicBezTo>
                  <a:pt x="685117" y="62494"/>
                  <a:pt x="683103" y="68974"/>
                  <a:pt x="683103" y="77435"/>
                </a:cubicBezTo>
                <a:close/>
                <a:moveTo>
                  <a:pt x="759955" y="76226"/>
                </a:moveTo>
                <a:cubicBezTo>
                  <a:pt x="759955" y="68706"/>
                  <a:pt x="761809" y="61427"/>
                  <a:pt x="765515" y="54390"/>
                </a:cubicBezTo>
                <a:cubicBezTo>
                  <a:pt x="769222" y="47353"/>
                  <a:pt x="774473" y="41981"/>
                  <a:pt x="781268" y="38274"/>
                </a:cubicBezTo>
                <a:cubicBezTo>
                  <a:pt x="788063" y="34568"/>
                  <a:pt x="795651" y="32714"/>
                  <a:pt x="804031" y="32714"/>
                </a:cubicBezTo>
                <a:cubicBezTo>
                  <a:pt x="816977" y="32714"/>
                  <a:pt x="827586" y="36918"/>
                  <a:pt x="835859" y="45325"/>
                </a:cubicBezTo>
                <a:cubicBezTo>
                  <a:pt x="844132" y="53732"/>
                  <a:pt x="848268" y="64354"/>
                  <a:pt x="848268" y="77193"/>
                </a:cubicBezTo>
                <a:cubicBezTo>
                  <a:pt x="848268" y="90139"/>
                  <a:pt x="844091" y="100869"/>
                  <a:pt x="835738" y="109384"/>
                </a:cubicBezTo>
                <a:cubicBezTo>
                  <a:pt x="827385" y="117898"/>
                  <a:pt x="816870" y="122155"/>
                  <a:pt x="804192" y="122155"/>
                </a:cubicBezTo>
                <a:cubicBezTo>
                  <a:pt x="796349" y="122155"/>
                  <a:pt x="788869" y="120383"/>
                  <a:pt x="781751" y="116837"/>
                </a:cubicBezTo>
                <a:cubicBezTo>
                  <a:pt x="774634" y="113292"/>
                  <a:pt x="769222" y="108094"/>
                  <a:pt x="765515" y="101245"/>
                </a:cubicBezTo>
                <a:cubicBezTo>
                  <a:pt x="761809" y="94396"/>
                  <a:pt x="759955" y="86057"/>
                  <a:pt x="759955" y="76226"/>
                </a:cubicBezTo>
                <a:moveTo>
                  <a:pt x="783162" y="77435"/>
                </a:moveTo>
                <a:cubicBezTo>
                  <a:pt x="783162" y="85895"/>
                  <a:pt x="785176" y="92375"/>
                  <a:pt x="789205" y="96874"/>
                </a:cubicBezTo>
                <a:cubicBezTo>
                  <a:pt x="793234" y="101373"/>
                  <a:pt x="798203" y="103622"/>
                  <a:pt x="804112" y="103622"/>
                </a:cubicBezTo>
                <a:cubicBezTo>
                  <a:pt x="810021" y="103622"/>
                  <a:pt x="814976" y="101373"/>
                  <a:pt x="818978" y="96874"/>
                </a:cubicBezTo>
                <a:cubicBezTo>
                  <a:pt x="822980" y="92375"/>
                  <a:pt x="824981" y="85842"/>
                  <a:pt x="824981" y="77274"/>
                </a:cubicBezTo>
                <a:cubicBezTo>
                  <a:pt x="824981" y="68920"/>
                  <a:pt x="822980" y="62494"/>
                  <a:pt x="818978" y="57996"/>
                </a:cubicBezTo>
                <a:cubicBezTo>
                  <a:pt x="814976" y="53497"/>
                  <a:pt x="810021" y="51247"/>
                  <a:pt x="804112" y="51247"/>
                </a:cubicBezTo>
                <a:cubicBezTo>
                  <a:pt x="798203" y="51247"/>
                  <a:pt x="793234" y="53497"/>
                  <a:pt x="789205" y="57996"/>
                </a:cubicBezTo>
                <a:cubicBezTo>
                  <a:pt x="785176" y="62494"/>
                  <a:pt x="783162" y="68974"/>
                  <a:pt x="783162" y="77435"/>
                </a:cubicBezTo>
                <a:close/>
                <a:moveTo>
                  <a:pt x="855340" y="34648"/>
                </a:moveTo>
                <a:lnTo>
                  <a:pt x="867911" y="34648"/>
                </a:lnTo>
                <a:lnTo>
                  <a:pt x="867911" y="28187"/>
                </a:lnTo>
                <a:cubicBezTo>
                  <a:pt x="867911" y="20972"/>
                  <a:pt x="868676" y="15588"/>
                  <a:pt x="870207" y="12034"/>
                </a:cubicBezTo>
                <a:cubicBezTo>
                  <a:pt x="871738" y="8480"/>
                  <a:pt x="874558" y="5586"/>
                  <a:pt x="878668" y="3352"/>
                </a:cubicBezTo>
                <a:cubicBezTo>
                  <a:pt x="882777" y="1117"/>
                  <a:pt x="887974" y="0"/>
                  <a:pt x="894259" y="0"/>
                </a:cubicBezTo>
                <a:cubicBezTo>
                  <a:pt x="900706" y="0"/>
                  <a:pt x="907017" y="967"/>
                  <a:pt x="913195" y="2901"/>
                </a:cubicBezTo>
                <a:lnTo>
                  <a:pt x="910133" y="18694"/>
                </a:lnTo>
                <a:cubicBezTo>
                  <a:pt x="906534" y="17834"/>
                  <a:pt x="903069" y="17405"/>
                  <a:pt x="899739" y="17405"/>
                </a:cubicBezTo>
                <a:cubicBezTo>
                  <a:pt x="896462" y="17405"/>
                  <a:pt x="894112" y="18174"/>
                  <a:pt x="892688" y="19714"/>
                </a:cubicBezTo>
                <a:cubicBezTo>
                  <a:pt x="891265" y="21251"/>
                  <a:pt x="890553" y="24206"/>
                  <a:pt x="890553" y="28577"/>
                </a:cubicBezTo>
                <a:lnTo>
                  <a:pt x="890553" y="34648"/>
                </a:lnTo>
                <a:lnTo>
                  <a:pt x="907474" y="34648"/>
                </a:lnTo>
                <a:lnTo>
                  <a:pt x="907474" y="52536"/>
                </a:lnTo>
                <a:lnTo>
                  <a:pt x="890553" y="52536"/>
                </a:lnTo>
                <a:lnTo>
                  <a:pt x="890553" y="120221"/>
                </a:lnTo>
                <a:lnTo>
                  <a:pt x="867911" y="120221"/>
                </a:lnTo>
                <a:lnTo>
                  <a:pt x="867911" y="52536"/>
                </a:lnTo>
                <a:lnTo>
                  <a:pt x="855340" y="52536"/>
                </a:lnTo>
                <a:lnTo>
                  <a:pt x="855340" y="34648"/>
                </a:lnTo>
                <a:close/>
                <a:moveTo>
                  <a:pt x="969316" y="92986"/>
                </a:moveTo>
                <a:lnTo>
                  <a:pt x="991878" y="96854"/>
                </a:lnTo>
                <a:cubicBezTo>
                  <a:pt x="988977" y="105100"/>
                  <a:pt x="984397" y="111378"/>
                  <a:pt x="978139" y="115689"/>
                </a:cubicBezTo>
                <a:cubicBezTo>
                  <a:pt x="971881" y="120000"/>
                  <a:pt x="964052" y="122155"/>
                  <a:pt x="954651" y="122155"/>
                </a:cubicBezTo>
                <a:cubicBezTo>
                  <a:pt x="939771" y="122155"/>
                  <a:pt x="928759" y="117294"/>
                  <a:pt x="921614" y="107571"/>
                </a:cubicBezTo>
                <a:cubicBezTo>
                  <a:pt x="915974" y="99782"/>
                  <a:pt x="913154" y="89951"/>
                  <a:pt x="913154" y="78079"/>
                </a:cubicBezTo>
                <a:cubicBezTo>
                  <a:pt x="913154" y="63898"/>
                  <a:pt x="916860" y="52792"/>
                  <a:pt x="924273" y="44761"/>
                </a:cubicBezTo>
                <a:cubicBezTo>
                  <a:pt x="931686" y="36730"/>
                  <a:pt x="941060" y="32714"/>
                  <a:pt x="952395" y="32714"/>
                </a:cubicBezTo>
                <a:cubicBezTo>
                  <a:pt x="965126" y="32714"/>
                  <a:pt x="975171" y="36918"/>
                  <a:pt x="982531" y="45325"/>
                </a:cubicBezTo>
                <a:cubicBezTo>
                  <a:pt x="989890" y="53732"/>
                  <a:pt x="993409" y="66611"/>
                  <a:pt x="993086" y="83962"/>
                </a:cubicBezTo>
                <a:lnTo>
                  <a:pt x="936360" y="83962"/>
                </a:lnTo>
                <a:cubicBezTo>
                  <a:pt x="936521" y="90676"/>
                  <a:pt x="938347" y="95900"/>
                  <a:pt x="941839" y="99634"/>
                </a:cubicBezTo>
                <a:cubicBezTo>
                  <a:pt x="945331" y="103367"/>
                  <a:pt x="949682" y="105234"/>
                  <a:pt x="954893" y="105234"/>
                </a:cubicBezTo>
                <a:cubicBezTo>
                  <a:pt x="958438" y="105234"/>
                  <a:pt x="961419" y="104267"/>
                  <a:pt x="963837" y="102333"/>
                </a:cubicBezTo>
                <a:cubicBezTo>
                  <a:pt x="966254" y="100399"/>
                  <a:pt x="968080" y="97284"/>
                  <a:pt x="969316" y="92986"/>
                </a:cubicBezTo>
                <a:moveTo>
                  <a:pt x="970605" y="70102"/>
                </a:moveTo>
                <a:cubicBezTo>
                  <a:pt x="970444" y="63576"/>
                  <a:pt x="968752" y="58613"/>
                  <a:pt x="965529" y="55216"/>
                </a:cubicBezTo>
                <a:cubicBezTo>
                  <a:pt x="962306" y="51818"/>
                  <a:pt x="958384" y="50119"/>
                  <a:pt x="953765" y="50119"/>
                </a:cubicBezTo>
                <a:cubicBezTo>
                  <a:pt x="948823" y="50119"/>
                  <a:pt x="944740" y="51911"/>
                  <a:pt x="941517" y="55495"/>
                </a:cubicBezTo>
                <a:cubicBezTo>
                  <a:pt x="938294" y="59081"/>
                  <a:pt x="936709" y="63950"/>
                  <a:pt x="936763" y="70102"/>
                </a:cubicBezTo>
                <a:lnTo>
                  <a:pt x="970605" y="70102"/>
                </a:lnTo>
                <a:close/>
                <a:moveTo>
                  <a:pt x="1089342" y="120221"/>
                </a:moveTo>
                <a:lnTo>
                  <a:pt x="1068311" y="120221"/>
                </a:lnTo>
                <a:lnTo>
                  <a:pt x="1068311" y="107651"/>
                </a:lnTo>
                <a:cubicBezTo>
                  <a:pt x="1064819" y="112540"/>
                  <a:pt x="1060697" y="116179"/>
                  <a:pt x="1055942" y="118570"/>
                </a:cubicBezTo>
                <a:cubicBezTo>
                  <a:pt x="1051188" y="120960"/>
                  <a:pt x="1046394" y="122155"/>
                  <a:pt x="1041559" y="122155"/>
                </a:cubicBezTo>
                <a:cubicBezTo>
                  <a:pt x="1031729" y="122155"/>
                  <a:pt x="1023309" y="118194"/>
                  <a:pt x="1016298" y="110270"/>
                </a:cubicBezTo>
                <a:cubicBezTo>
                  <a:pt x="1009288" y="102347"/>
                  <a:pt x="1005783" y="91294"/>
                  <a:pt x="1005783" y="77112"/>
                </a:cubicBezTo>
                <a:cubicBezTo>
                  <a:pt x="1005783" y="62609"/>
                  <a:pt x="1009194" y="51583"/>
                  <a:pt x="1016016" y="44036"/>
                </a:cubicBezTo>
                <a:cubicBezTo>
                  <a:pt x="1022839" y="36488"/>
                  <a:pt x="1031460" y="32714"/>
                  <a:pt x="1041882" y="32714"/>
                </a:cubicBezTo>
                <a:cubicBezTo>
                  <a:pt x="1051444" y="32714"/>
                  <a:pt x="1059716" y="36690"/>
                  <a:pt x="1066700" y="44640"/>
                </a:cubicBezTo>
                <a:lnTo>
                  <a:pt x="1066700" y="2095"/>
                </a:lnTo>
                <a:lnTo>
                  <a:pt x="1089342" y="2095"/>
                </a:lnTo>
                <a:lnTo>
                  <a:pt x="1089342" y="120221"/>
                </a:lnTo>
                <a:moveTo>
                  <a:pt x="1028909" y="75624"/>
                </a:moveTo>
                <a:cubicBezTo>
                  <a:pt x="1028909" y="84743"/>
                  <a:pt x="1030171" y="91340"/>
                  <a:pt x="1032696" y="95416"/>
                </a:cubicBezTo>
                <a:cubicBezTo>
                  <a:pt x="1036349" y="101317"/>
                  <a:pt x="1041452" y="104267"/>
                  <a:pt x="1048006" y="104267"/>
                </a:cubicBezTo>
                <a:cubicBezTo>
                  <a:pt x="1053216" y="104267"/>
                  <a:pt x="1057648" y="102055"/>
                  <a:pt x="1061301" y="97630"/>
                </a:cubicBezTo>
                <a:cubicBezTo>
                  <a:pt x="1064954" y="93204"/>
                  <a:pt x="1066780" y="86594"/>
                  <a:pt x="1066780" y="77797"/>
                </a:cubicBezTo>
                <a:cubicBezTo>
                  <a:pt x="1066780" y="67980"/>
                  <a:pt x="1065007" y="60913"/>
                  <a:pt x="1061462" y="56595"/>
                </a:cubicBezTo>
                <a:cubicBezTo>
                  <a:pt x="1057917" y="52278"/>
                  <a:pt x="1053377" y="50119"/>
                  <a:pt x="1047844" y="50119"/>
                </a:cubicBezTo>
                <a:cubicBezTo>
                  <a:pt x="1042473" y="50119"/>
                  <a:pt x="1037974" y="52251"/>
                  <a:pt x="1034348" y="56515"/>
                </a:cubicBezTo>
                <a:cubicBezTo>
                  <a:pt x="1030722" y="60779"/>
                  <a:pt x="1028909" y="67149"/>
                  <a:pt x="1028909" y="75624"/>
                </a:cubicBezTo>
                <a:close/>
                <a:moveTo>
                  <a:pt x="1178142" y="120221"/>
                </a:moveTo>
                <a:lnTo>
                  <a:pt x="1155500" y="120221"/>
                </a:lnTo>
                <a:lnTo>
                  <a:pt x="1155500" y="34648"/>
                </a:lnTo>
                <a:lnTo>
                  <a:pt x="1176531" y="34648"/>
                </a:lnTo>
                <a:lnTo>
                  <a:pt x="1176531" y="46815"/>
                </a:lnTo>
                <a:cubicBezTo>
                  <a:pt x="1180130" y="41068"/>
                  <a:pt x="1183367" y="37280"/>
                  <a:pt x="1186241" y="35454"/>
                </a:cubicBezTo>
                <a:cubicBezTo>
                  <a:pt x="1189114" y="33628"/>
                  <a:pt x="1192378" y="32714"/>
                  <a:pt x="1196031" y="32714"/>
                </a:cubicBezTo>
                <a:cubicBezTo>
                  <a:pt x="1201188" y="32714"/>
                  <a:pt x="1206157" y="34138"/>
                  <a:pt x="1210937" y="36985"/>
                </a:cubicBezTo>
                <a:lnTo>
                  <a:pt x="1203927" y="56726"/>
                </a:lnTo>
                <a:cubicBezTo>
                  <a:pt x="1200113" y="54255"/>
                  <a:pt x="1196568" y="53020"/>
                  <a:pt x="1193291" y="53020"/>
                </a:cubicBezTo>
                <a:cubicBezTo>
                  <a:pt x="1190122" y="53020"/>
                  <a:pt x="1187436" y="53893"/>
                  <a:pt x="1185233" y="55639"/>
                </a:cubicBezTo>
                <a:cubicBezTo>
                  <a:pt x="1183031" y="57384"/>
                  <a:pt x="1181298" y="60540"/>
                  <a:pt x="1180036" y="65106"/>
                </a:cubicBezTo>
                <a:cubicBezTo>
                  <a:pt x="1178774" y="69673"/>
                  <a:pt x="1178142" y="79234"/>
                  <a:pt x="1178142" y="93792"/>
                </a:cubicBezTo>
                <a:lnTo>
                  <a:pt x="1178142" y="120221"/>
                </a:lnTo>
                <a:close/>
                <a:moveTo>
                  <a:pt x="1270239" y="92986"/>
                </a:moveTo>
                <a:lnTo>
                  <a:pt x="1292801" y="96854"/>
                </a:lnTo>
                <a:cubicBezTo>
                  <a:pt x="1289900" y="105100"/>
                  <a:pt x="1285321" y="111378"/>
                  <a:pt x="1279063" y="115689"/>
                </a:cubicBezTo>
                <a:cubicBezTo>
                  <a:pt x="1272804" y="120000"/>
                  <a:pt x="1264975" y="122155"/>
                  <a:pt x="1255574" y="122155"/>
                </a:cubicBezTo>
                <a:cubicBezTo>
                  <a:pt x="1240694" y="122155"/>
                  <a:pt x="1229682" y="117294"/>
                  <a:pt x="1222538" y="107571"/>
                </a:cubicBezTo>
                <a:cubicBezTo>
                  <a:pt x="1216897" y="99782"/>
                  <a:pt x="1214077" y="89951"/>
                  <a:pt x="1214077" y="78079"/>
                </a:cubicBezTo>
                <a:cubicBezTo>
                  <a:pt x="1214077" y="63898"/>
                  <a:pt x="1217784" y="52792"/>
                  <a:pt x="1225197" y="44761"/>
                </a:cubicBezTo>
                <a:cubicBezTo>
                  <a:pt x="1232610" y="36730"/>
                  <a:pt x="1241984" y="32714"/>
                  <a:pt x="1253318" y="32714"/>
                </a:cubicBezTo>
                <a:cubicBezTo>
                  <a:pt x="1266049" y="32714"/>
                  <a:pt x="1276095" y="36918"/>
                  <a:pt x="1283454" y="45325"/>
                </a:cubicBezTo>
                <a:cubicBezTo>
                  <a:pt x="1290813" y="53732"/>
                  <a:pt x="1294332" y="66611"/>
                  <a:pt x="1294010" y="83962"/>
                </a:cubicBezTo>
                <a:lnTo>
                  <a:pt x="1237283" y="83962"/>
                </a:lnTo>
                <a:cubicBezTo>
                  <a:pt x="1237444" y="90676"/>
                  <a:pt x="1239271" y="95900"/>
                  <a:pt x="1242763" y="99634"/>
                </a:cubicBezTo>
                <a:cubicBezTo>
                  <a:pt x="1246254" y="103367"/>
                  <a:pt x="1250605" y="105234"/>
                  <a:pt x="1255816" y="105234"/>
                </a:cubicBezTo>
                <a:cubicBezTo>
                  <a:pt x="1259361" y="105234"/>
                  <a:pt x="1262343" y="104267"/>
                  <a:pt x="1264760" y="102333"/>
                </a:cubicBezTo>
                <a:cubicBezTo>
                  <a:pt x="1267177" y="100399"/>
                  <a:pt x="1269004" y="97284"/>
                  <a:pt x="1270239" y="92986"/>
                </a:cubicBezTo>
                <a:moveTo>
                  <a:pt x="1271529" y="70102"/>
                </a:moveTo>
                <a:cubicBezTo>
                  <a:pt x="1271368" y="63576"/>
                  <a:pt x="1269675" y="58613"/>
                  <a:pt x="1266452" y="55216"/>
                </a:cubicBezTo>
                <a:cubicBezTo>
                  <a:pt x="1263229" y="51818"/>
                  <a:pt x="1259308" y="50119"/>
                  <a:pt x="1254688" y="50119"/>
                </a:cubicBezTo>
                <a:cubicBezTo>
                  <a:pt x="1249746" y="50119"/>
                  <a:pt x="1245663" y="51911"/>
                  <a:pt x="1242440" y="55495"/>
                </a:cubicBezTo>
                <a:cubicBezTo>
                  <a:pt x="1239217" y="59081"/>
                  <a:pt x="1237632" y="63950"/>
                  <a:pt x="1237686" y="70102"/>
                </a:cubicBezTo>
                <a:lnTo>
                  <a:pt x="1271529" y="70102"/>
                </a:lnTo>
                <a:close/>
                <a:moveTo>
                  <a:pt x="1303806" y="95887"/>
                </a:moveTo>
                <a:lnTo>
                  <a:pt x="1326529" y="92342"/>
                </a:lnTo>
                <a:cubicBezTo>
                  <a:pt x="1327495" y="96720"/>
                  <a:pt x="1329456" y="100043"/>
                  <a:pt x="1332411" y="102313"/>
                </a:cubicBezTo>
                <a:cubicBezTo>
                  <a:pt x="1335365" y="104583"/>
                  <a:pt x="1339501" y="105717"/>
                  <a:pt x="1344820" y="105717"/>
                </a:cubicBezTo>
                <a:cubicBezTo>
                  <a:pt x="1350675" y="105717"/>
                  <a:pt x="1355080" y="104645"/>
                  <a:pt x="1358034" y="102499"/>
                </a:cubicBezTo>
                <a:cubicBezTo>
                  <a:pt x="1360022" y="100997"/>
                  <a:pt x="1361016" y="98985"/>
                  <a:pt x="1361016" y="96464"/>
                </a:cubicBezTo>
                <a:cubicBezTo>
                  <a:pt x="1361016" y="94746"/>
                  <a:pt x="1360478" y="93324"/>
                  <a:pt x="1359404" y="92198"/>
                </a:cubicBezTo>
                <a:cubicBezTo>
                  <a:pt x="1358276" y="91125"/>
                  <a:pt x="1355751" y="90133"/>
                  <a:pt x="1351830" y="89222"/>
                </a:cubicBezTo>
                <a:cubicBezTo>
                  <a:pt x="1333566" y="85200"/>
                  <a:pt x="1321989" y="81525"/>
                  <a:pt x="1317101" y="78198"/>
                </a:cubicBezTo>
                <a:cubicBezTo>
                  <a:pt x="1310333" y="73581"/>
                  <a:pt x="1306948" y="67168"/>
                  <a:pt x="1306948" y="58957"/>
                </a:cubicBezTo>
                <a:cubicBezTo>
                  <a:pt x="1306948" y="51551"/>
                  <a:pt x="1309876" y="45326"/>
                  <a:pt x="1315731" y="40281"/>
                </a:cubicBezTo>
                <a:cubicBezTo>
                  <a:pt x="1321586" y="35237"/>
                  <a:pt x="1330665" y="32714"/>
                  <a:pt x="1342966" y="32714"/>
                </a:cubicBezTo>
                <a:cubicBezTo>
                  <a:pt x="1354677" y="32714"/>
                  <a:pt x="1363379" y="34615"/>
                  <a:pt x="1369073" y="38415"/>
                </a:cubicBezTo>
                <a:cubicBezTo>
                  <a:pt x="1374768" y="42216"/>
                  <a:pt x="1378689" y="47836"/>
                  <a:pt x="1380838" y="55276"/>
                </a:cubicBezTo>
                <a:lnTo>
                  <a:pt x="1359485" y="59305"/>
                </a:lnTo>
                <a:cubicBezTo>
                  <a:pt x="1358571" y="55974"/>
                  <a:pt x="1356839" y="53423"/>
                  <a:pt x="1354287" y="51650"/>
                </a:cubicBezTo>
                <a:cubicBezTo>
                  <a:pt x="1351736" y="49877"/>
                  <a:pt x="1348096" y="48991"/>
                  <a:pt x="1343369" y="48991"/>
                </a:cubicBezTo>
                <a:cubicBezTo>
                  <a:pt x="1337406" y="48991"/>
                  <a:pt x="1333136" y="49823"/>
                  <a:pt x="1330557" y="51486"/>
                </a:cubicBezTo>
                <a:cubicBezTo>
                  <a:pt x="1328838" y="52665"/>
                  <a:pt x="1327979" y="54193"/>
                  <a:pt x="1327979" y="56072"/>
                </a:cubicBezTo>
                <a:cubicBezTo>
                  <a:pt x="1327979" y="57680"/>
                  <a:pt x="1328731" y="59047"/>
                  <a:pt x="1330235" y="60174"/>
                </a:cubicBezTo>
                <a:cubicBezTo>
                  <a:pt x="1332276" y="61676"/>
                  <a:pt x="1339327" y="63795"/>
                  <a:pt x="1351387" y="66532"/>
                </a:cubicBezTo>
                <a:cubicBezTo>
                  <a:pt x="1363446" y="69268"/>
                  <a:pt x="1371867" y="72625"/>
                  <a:pt x="1376648" y="76601"/>
                </a:cubicBezTo>
                <a:cubicBezTo>
                  <a:pt x="1381375" y="80634"/>
                  <a:pt x="1383738" y="86250"/>
                  <a:pt x="1383738" y="93452"/>
                </a:cubicBezTo>
                <a:cubicBezTo>
                  <a:pt x="1383738" y="101300"/>
                  <a:pt x="1380462" y="108046"/>
                  <a:pt x="1373908" y="113690"/>
                </a:cubicBezTo>
                <a:cubicBezTo>
                  <a:pt x="1367354" y="119333"/>
                  <a:pt x="1357658" y="122155"/>
                  <a:pt x="1344820" y="122155"/>
                </a:cubicBezTo>
                <a:cubicBezTo>
                  <a:pt x="1333163" y="122155"/>
                  <a:pt x="1323937" y="119799"/>
                  <a:pt x="1317141" y="115087"/>
                </a:cubicBezTo>
                <a:cubicBezTo>
                  <a:pt x="1310346" y="110373"/>
                  <a:pt x="1305901" y="103973"/>
                  <a:pt x="1303806" y="95887"/>
                </a:cubicBezTo>
                <a:close/>
                <a:moveTo>
                  <a:pt x="1402236" y="34648"/>
                </a:moveTo>
                <a:lnTo>
                  <a:pt x="1423347" y="34648"/>
                </a:lnTo>
                <a:lnTo>
                  <a:pt x="1423347" y="47218"/>
                </a:lnTo>
                <a:cubicBezTo>
                  <a:pt x="1426087" y="42921"/>
                  <a:pt x="1429794" y="39429"/>
                  <a:pt x="1434467" y="36743"/>
                </a:cubicBezTo>
                <a:cubicBezTo>
                  <a:pt x="1439141" y="34057"/>
                  <a:pt x="1444324" y="32714"/>
                  <a:pt x="1450019" y="32714"/>
                </a:cubicBezTo>
                <a:cubicBezTo>
                  <a:pt x="1459956" y="32714"/>
                  <a:pt x="1468390" y="36609"/>
                  <a:pt x="1475320" y="44398"/>
                </a:cubicBezTo>
                <a:cubicBezTo>
                  <a:pt x="1482250" y="52187"/>
                  <a:pt x="1485714" y="63038"/>
                  <a:pt x="1485714" y="76951"/>
                </a:cubicBezTo>
                <a:cubicBezTo>
                  <a:pt x="1485714" y="91240"/>
                  <a:pt x="1482223" y="102347"/>
                  <a:pt x="1475239" y="110270"/>
                </a:cubicBezTo>
                <a:cubicBezTo>
                  <a:pt x="1468256" y="118194"/>
                  <a:pt x="1459795" y="122155"/>
                  <a:pt x="1449857" y="122155"/>
                </a:cubicBezTo>
                <a:cubicBezTo>
                  <a:pt x="1445130" y="122155"/>
                  <a:pt x="1440846" y="121215"/>
                  <a:pt x="1437005" y="119335"/>
                </a:cubicBezTo>
                <a:cubicBezTo>
                  <a:pt x="1433164" y="117455"/>
                  <a:pt x="1429122" y="114232"/>
                  <a:pt x="1424878" y="109666"/>
                </a:cubicBezTo>
                <a:lnTo>
                  <a:pt x="1424878" y="152775"/>
                </a:lnTo>
                <a:lnTo>
                  <a:pt x="1402236" y="152775"/>
                </a:lnTo>
                <a:lnTo>
                  <a:pt x="1402236" y="34648"/>
                </a:lnTo>
                <a:moveTo>
                  <a:pt x="1424637" y="75947"/>
                </a:moveTo>
                <a:cubicBezTo>
                  <a:pt x="1424637" y="85547"/>
                  <a:pt x="1426544" y="92640"/>
                  <a:pt x="1430358" y="97227"/>
                </a:cubicBezTo>
                <a:cubicBezTo>
                  <a:pt x="1434172" y="101813"/>
                  <a:pt x="1438818" y="104106"/>
                  <a:pt x="1444298" y="104106"/>
                </a:cubicBezTo>
                <a:cubicBezTo>
                  <a:pt x="1449562" y="104106"/>
                  <a:pt x="1453940" y="102001"/>
                  <a:pt x="1457432" y="97791"/>
                </a:cubicBezTo>
                <a:cubicBezTo>
                  <a:pt x="1460923" y="93580"/>
                  <a:pt x="1462669" y="86674"/>
                  <a:pt x="1462669" y="77072"/>
                </a:cubicBezTo>
                <a:cubicBezTo>
                  <a:pt x="1462669" y="68115"/>
                  <a:pt x="1460870" y="61464"/>
                  <a:pt x="1457271" y="57119"/>
                </a:cubicBezTo>
                <a:cubicBezTo>
                  <a:pt x="1453671" y="52775"/>
                  <a:pt x="1449213" y="50603"/>
                  <a:pt x="1443895" y="50603"/>
                </a:cubicBezTo>
                <a:cubicBezTo>
                  <a:pt x="1438362" y="50603"/>
                  <a:pt x="1433769" y="52734"/>
                  <a:pt x="1430116" y="56998"/>
                </a:cubicBezTo>
                <a:cubicBezTo>
                  <a:pt x="1426463" y="61262"/>
                  <a:pt x="1424637" y="67578"/>
                  <a:pt x="1424637" y="75947"/>
                </a:cubicBezTo>
                <a:close/>
                <a:moveTo>
                  <a:pt x="1497702" y="76226"/>
                </a:moveTo>
                <a:cubicBezTo>
                  <a:pt x="1497702" y="68706"/>
                  <a:pt x="1499556" y="61427"/>
                  <a:pt x="1503262" y="54390"/>
                </a:cubicBezTo>
                <a:cubicBezTo>
                  <a:pt x="1506969" y="47353"/>
                  <a:pt x="1512220" y="41981"/>
                  <a:pt x="1519015" y="38274"/>
                </a:cubicBezTo>
                <a:cubicBezTo>
                  <a:pt x="1525810" y="34568"/>
                  <a:pt x="1533398" y="32714"/>
                  <a:pt x="1541778" y="32714"/>
                </a:cubicBezTo>
                <a:cubicBezTo>
                  <a:pt x="1554724" y="32714"/>
                  <a:pt x="1565334" y="36918"/>
                  <a:pt x="1573606" y="45325"/>
                </a:cubicBezTo>
                <a:cubicBezTo>
                  <a:pt x="1581879" y="53732"/>
                  <a:pt x="1586015" y="64354"/>
                  <a:pt x="1586015" y="77193"/>
                </a:cubicBezTo>
                <a:cubicBezTo>
                  <a:pt x="1586015" y="90139"/>
                  <a:pt x="1581839" y="100869"/>
                  <a:pt x="1573485" y="109384"/>
                </a:cubicBezTo>
                <a:cubicBezTo>
                  <a:pt x="1565132" y="117898"/>
                  <a:pt x="1554617" y="122155"/>
                  <a:pt x="1541939" y="122155"/>
                </a:cubicBezTo>
                <a:cubicBezTo>
                  <a:pt x="1534096" y="122155"/>
                  <a:pt x="1526616" y="120383"/>
                  <a:pt x="1519499" y="116837"/>
                </a:cubicBezTo>
                <a:cubicBezTo>
                  <a:pt x="1512381" y="113292"/>
                  <a:pt x="1506969" y="108094"/>
                  <a:pt x="1503262" y="101245"/>
                </a:cubicBezTo>
                <a:cubicBezTo>
                  <a:pt x="1499556" y="94396"/>
                  <a:pt x="1497702" y="86057"/>
                  <a:pt x="1497702" y="76226"/>
                </a:cubicBezTo>
                <a:moveTo>
                  <a:pt x="1520909" y="77435"/>
                </a:moveTo>
                <a:cubicBezTo>
                  <a:pt x="1520909" y="85895"/>
                  <a:pt x="1522923" y="92375"/>
                  <a:pt x="1526952" y="96874"/>
                </a:cubicBezTo>
                <a:cubicBezTo>
                  <a:pt x="1530981" y="101373"/>
                  <a:pt x="1535950" y="103622"/>
                  <a:pt x="1541859" y="103622"/>
                </a:cubicBezTo>
                <a:cubicBezTo>
                  <a:pt x="1547768" y="103622"/>
                  <a:pt x="1552723" y="101373"/>
                  <a:pt x="1556725" y="96874"/>
                </a:cubicBezTo>
                <a:cubicBezTo>
                  <a:pt x="1560727" y="92375"/>
                  <a:pt x="1562728" y="85842"/>
                  <a:pt x="1562728" y="77274"/>
                </a:cubicBezTo>
                <a:cubicBezTo>
                  <a:pt x="1562728" y="68920"/>
                  <a:pt x="1560727" y="62494"/>
                  <a:pt x="1556725" y="57996"/>
                </a:cubicBezTo>
                <a:cubicBezTo>
                  <a:pt x="1552723" y="53497"/>
                  <a:pt x="1547768" y="51247"/>
                  <a:pt x="1541859" y="51247"/>
                </a:cubicBezTo>
                <a:cubicBezTo>
                  <a:pt x="1535950" y="51247"/>
                  <a:pt x="1530981" y="53497"/>
                  <a:pt x="1526952" y="57996"/>
                </a:cubicBezTo>
                <a:cubicBezTo>
                  <a:pt x="1522923" y="62494"/>
                  <a:pt x="1520909" y="68974"/>
                  <a:pt x="1520909" y="77435"/>
                </a:cubicBezTo>
                <a:close/>
                <a:moveTo>
                  <a:pt x="1680837" y="120221"/>
                </a:moveTo>
                <a:lnTo>
                  <a:pt x="1658195" y="120221"/>
                </a:lnTo>
                <a:lnTo>
                  <a:pt x="1658195" y="76599"/>
                </a:lnTo>
                <a:cubicBezTo>
                  <a:pt x="1658195" y="67369"/>
                  <a:pt x="1657711" y="61400"/>
                  <a:pt x="1656744" y="58691"/>
                </a:cubicBezTo>
                <a:cubicBezTo>
                  <a:pt x="1655777" y="55981"/>
                  <a:pt x="1654206" y="53875"/>
                  <a:pt x="1652031" y="52373"/>
                </a:cubicBezTo>
                <a:cubicBezTo>
                  <a:pt x="1649855" y="50870"/>
                  <a:pt x="1647236" y="50119"/>
                  <a:pt x="1644174" y="50119"/>
                </a:cubicBezTo>
                <a:cubicBezTo>
                  <a:pt x="1640253" y="50119"/>
                  <a:pt x="1636734" y="51193"/>
                  <a:pt x="1633619" y="53340"/>
                </a:cubicBezTo>
                <a:cubicBezTo>
                  <a:pt x="1630503" y="55485"/>
                  <a:pt x="1628368" y="58329"/>
                  <a:pt x="1627213" y="61871"/>
                </a:cubicBezTo>
                <a:cubicBezTo>
                  <a:pt x="1626058" y="65411"/>
                  <a:pt x="1625480" y="71957"/>
                  <a:pt x="1625480" y="81509"/>
                </a:cubicBezTo>
                <a:lnTo>
                  <a:pt x="1625480" y="120221"/>
                </a:lnTo>
                <a:lnTo>
                  <a:pt x="1602838" y="120221"/>
                </a:lnTo>
                <a:lnTo>
                  <a:pt x="1602838" y="34648"/>
                </a:lnTo>
                <a:lnTo>
                  <a:pt x="1623869" y="34648"/>
                </a:lnTo>
                <a:lnTo>
                  <a:pt x="1623869" y="47218"/>
                </a:lnTo>
                <a:cubicBezTo>
                  <a:pt x="1631336" y="37549"/>
                  <a:pt x="1640736" y="32714"/>
                  <a:pt x="1652071" y="32714"/>
                </a:cubicBezTo>
                <a:cubicBezTo>
                  <a:pt x="1657067" y="32714"/>
                  <a:pt x="1661633" y="33614"/>
                  <a:pt x="1665769" y="35414"/>
                </a:cubicBezTo>
                <a:cubicBezTo>
                  <a:pt x="1669905" y="37213"/>
                  <a:pt x="1673034" y="39510"/>
                  <a:pt x="1675156" y="42303"/>
                </a:cubicBezTo>
                <a:cubicBezTo>
                  <a:pt x="1677278" y="45096"/>
                  <a:pt x="1678755" y="48266"/>
                  <a:pt x="1679588" y="51811"/>
                </a:cubicBezTo>
                <a:cubicBezTo>
                  <a:pt x="1680421" y="55357"/>
                  <a:pt x="1680837" y="60433"/>
                  <a:pt x="1680837" y="67040"/>
                </a:cubicBezTo>
                <a:lnTo>
                  <a:pt x="1680837" y="120221"/>
                </a:lnTo>
                <a:close/>
                <a:moveTo>
                  <a:pt x="1695081" y="95887"/>
                </a:moveTo>
                <a:lnTo>
                  <a:pt x="1717803" y="92342"/>
                </a:lnTo>
                <a:cubicBezTo>
                  <a:pt x="1718770" y="96720"/>
                  <a:pt x="1720731" y="100043"/>
                  <a:pt x="1723686" y="102313"/>
                </a:cubicBezTo>
                <a:cubicBezTo>
                  <a:pt x="1726640" y="104583"/>
                  <a:pt x="1730776" y="105717"/>
                  <a:pt x="1736095" y="105717"/>
                </a:cubicBezTo>
                <a:cubicBezTo>
                  <a:pt x="1741950" y="105717"/>
                  <a:pt x="1746355" y="104645"/>
                  <a:pt x="1749309" y="102499"/>
                </a:cubicBezTo>
                <a:cubicBezTo>
                  <a:pt x="1751297" y="100997"/>
                  <a:pt x="1752291" y="98985"/>
                  <a:pt x="1752291" y="96464"/>
                </a:cubicBezTo>
                <a:cubicBezTo>
                  <a:pt x="1752291" y="94746"/>
                  <a:pt x="1751753" y="93324"/>
                  <a:pt x="1750679" y="92198"/>
                </a:cubicBezTo>
                <a:cubicBezTo>
                  <a:pt x="1749551" y="91125"/>
                  <a:pt x="1747026" y="90133"/>
                  <a:pt x="1743105" y="89222"/>
                </a:cubicBezTo>
                <a:cubicBezTo>
                  <a:pt x="1724841" y="85200"/>
                  <a:pt x="1713264" y="81525"/>
                  <a:pt x="1708376" y="78198"/>
                </a:cubicBezTo>
                <a:cubicBezTo>
                  <a:pt x="1701607" y="73581"/>
                  <a:pt x="1698223" y="67168"/>
                  <a:pt x="1698223" y="58957"/>
                </a:cubicBezTo>
                <a:cubicBezTo>
                  <a:pt x="1698223" y="51551"/>
                  <a:pt x="1701151" y="45326"/>
                  <a:pt x="1707006" y="40281"/>
                </a:cubicBezTo>
                <a:cubicBezTo>
                  <a:pt x="1712861" y="35237"/>
                  <a:pt x="1721940" y="32714"/>
                  <a:pt x="1734241" y="32714"/>
                </a:cubicBezTo>
                <a:cubicBezTo>
                  <a:pt x="1745952" y="32714"/>
                  <a:pt x="1754654" y="34615"/>
                  <a:pt x="1760348" y="38415"/>
                </a:cubicBezTo>
                <a:cubicBezTo>
                  <a:pt x="1766042" y="42216"/>
                  <a:pt x="1769964" y="47836"/>
                  <a:pt x="1772113" y="55276"/>
                </a:cubicBezTo>
                <a:lnTo>
                  <a:pt x="1750760" y="59305"/>
                </a:lnTo>
                <a:cubicBezTo>
                  <a:pt x="1749846" y="55974"/>
                  <a:pt x="1748114" y="53423"/>
                  <a:pt x="1745562" y="51650"/>
                </a:cubicBezTo>
                <a:cubicBezTo>
                  <a:pt x="1743011" y="49877"/>
                  <a:pt x="1739371" y="48991"/>
                  <a:pt x="1734644" y="48991"/>
                </a:cubicBezTo>
                <a:cubicBezTo>
                  <a:pt x="1728681" y="48991"/>
                  <a:pt x="1724411" y="49823"/>
                  <a:pt x="1721832" y="51486"/>
                </a:cubicBezTo>
                <a:cubicBezTo>
                  <a:pt x="1720113" y="52665"/>
                  <a:pt x="1719254" y="54193"/>
                  <a:pt x="1719254" y="56072"/>
                </a:cubicBezTo>
                <a:cubicBezTo>
                  <a:pt x="1719254" y="57680"/>
                  <a:pt x="1720006" y="59047"/>
                  <a:pt x="1721510" y="60174"/>
                </a:cubicBezTo>
                <a:cubicBezTo>
                  <a:pt x="1723551" y="61676"/>
                  <a:pt x="1730602" y="63795"/>
                  <a:pt x="1742662" y="66532"/>
                </a:cubicBezTo>
                <a:cubicBezTo>
                  <a:pt x="1754721" y="69268"/>
                  <a:pt x="1763142" y="72625"/>
                  <a:pt x="1767923" y="76601"/>
                </a:cubicBezTo>
                <a:cubicBezTo>
                  <a:pt x="1772650" y="80634"/>
                  <a:pt x="1775013" y="86250"/>
                  <a:pt x="1775013" y="93452"/>
                </a:cubicBezTo>
                <a:cubicBezTo>
                  <a:pt x="1775013" y="101300"/>
                  <a:pt x="1771737" y="108046"/>
                  <a:pt x="1765183" y="113690"/>
                </a:cubicBezTo>
                <a:cubicBezTo>
                  <a:pt x="1758629" y="119333"/>
                  <a:pt x="1748933" y="122155"/>
                  <a:pt x="1736095" y="122155"/>
                </a:cubicBezTo>
                <a:cubicBezTo>
                  <a:pt x="1724438" y="122155"/>
                  <a:pt x="1715212" y="119799"/>
                  <a:pt x="1708416" y="115087"/>
                </a:cubicBezTo>
                <a:cubicBezTo>
                  <a:pt x="1701621" y="110373"/>
                  <a:pt x="1697176" y="103973"/>
                  <a:pt x="1695081" y="95887"/>
                </a:cubicBezTo>
                <a:close/>
                <a:moveTo>
                  <a:pt x="1843711" y="92986"/>
                </a:moveTo>
                <a:lnTo>
                  <a:pt x="1866273" y="96854"/>
                </a:lnTo>
                <a:cubicBezTo>
                  <a:pt x="1863372" y="105100"/>
                  <a:pt x="1858793" y="111378"/>
                  <a:pt x="1852535" y="115689"/>
                </a:cubicBezTo>
                <a:cubicBezTo>
                  <a:pt x="1846276" y="120000"/>
                  <a:pt x="1838447" y="122155"/>
                  <a:pt x="1829046" y="122155"/>
                </a:cubicBezTo>
                <a:cubicBezTo>
                  <a:pt x="1814166" y="122155"/>
                  <a:pt x="1803154" y="117294"/>
                  <a:pt x="1796010" y="107571"/>
                </a:cubicBezTo>
                <a:cubicBezTo>
                  <a:pt x="1790369" y="99782"/>
                  <a:pt x="1787549" y="89951"/>
                  <a:pt x="1787549" y="78079"/>
                </a:cubicBezTo>
                <a:cubicBezTo>
                  <a:pt x="1787549" y="63898"/>
                  <a:pt x="1791256" y="52792"/>
                  <a:pt x="1798669" y="44761"/>
                </a:cubicBezTo>
                <a:cubicBezTo>
                  <a:pt x="1806082" y="36730"/>
                  <a:pt x="1815456" y="32714"/>
                  <a:pt x="1826790" y="32714"/>
                </a:cubicBezTo>
                <a:cubicBezTo>
                  <a:pt x="1839521" y="32714"/>
                  <a:pt x="1849567" y="36918"/>
                  <a:pt x="1856926" y="45325"/>
                </a:cubicBezTo>
                <a:cubicBezTo>
                  <a:pt x="1864285" y="53732"/>
                  <a:pt x="1867804" y="66611"/>
                  <a:pt x="1867482" y="83962"/>
                </a:cubicBezTo>
                <a:lnTo>
                  <a:pt x="1810755" y="83962"/>
                </a:lnTo>
                <a:cubicBezTo>
                  <a:pt x="1810916" y="90676"/>
                  <a:pt x="1812743" y="95900"/>
                  <a:pt x="1816235" y="99634"/>
                </a:cubicBezTo>
                <a:cubicBezTo>
                  <a:pt x="1819726" y="103367"/>
                  <a:pt x="1824077" y="105234"/>
                  <a:pt x="1829288" y="105234"/>
                </a:cubicBezTo>
                <a:cubicBezTo>
                  <a:pt x="1832833" y="105234"/>
                  <a:pt x="1835815" y="104267"/>
                  <a:pt x="1838232" y="102333"/>
                </a:cubicBezTo>
                <a:cubicBezTo>
                  <a:pt x="1840649" y="100399"/>
                  <a:pt x="1842476" y="97284"/>
                  <a:pt x="1843711" y="92986"/>
                </a:cubicBezTo>
                <a:moveTo>
                  <a:pt x="1845001" y="70102"/>
                </a:moveTo>
                <a:cubicBezTo>
                  <a:pt x="1844839" y="63576"/>
                  <a:pt x="1843147" y="58613"/>
                  <a:pt x="1839924" y="55216"/>
                </a:cubicBezTo>
                <a:cubicBezTo>
                  <a:pt x="1836701" y="51818"/>
                  <a:pt x="1832780" y="50119"/>
                  <a:pt x="1828160" y="50119"/>
                </a:cubicBezTo>
                <a:cubicBezTo>
                  <a:pt x="1823218" y="50119"/>
                  <a:pt x="1819135" y="51911"/>
                  <a:pt x="1815912" y="55495"/>
                </a:cubicBezTo>
                <a:cubicBezTo>
                  <a:pt x="1812689" y="59081"/>
                  <a:pt x="1811104" y="63950"/>
                  <a:pt x="1811158" y="70102"/>
                </a:cubicBezTo>
                <a:lnTo>
                  <a:pt x="1845001" y="70102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topoisonvictim.com">
            <a:extLst xmlns:a="http://schemas.openxmlformats.org/drawingml/2006/main">
              <a:ext uri="{FF2B5EF4-FFF2-40B4-BE49-F238E27FC236}">
                <a16:creationId xmlns:a16="http://schemas.microsoft.com/office/drawing/2014/main" id="{BF13AF84-3C06-48B2-A2D3-158CAEDF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23" y="2027382"/>
            <a:ext cx="1544172" cy="135970"/>
          </a:xfrm>
          <a:custGeom xmlns:a="http://schemas.openxmlformats.org/drawingml/2006/main">
            <a:pathLst>
              <a:path w="1544172" h="135970">
                <a:moveTo>
                  <a:pt x="35698" y="94831"/>
                </a:moveTo>
                <a:lnTo>
                  <a:pt x="37584" y="106367"/>
                </a:lnTo>
                <a:cubicBezTo>
                  <a:pt x="33908" y="107044"/>
                  <a:pt x="30619" y="107383"/>
                  <a:pt x="27716" y="107383"/>
                </a:cubicBezTo>
                <a:cubicBezTo>
                  <a:pt x="22976" y="107383"/>
                  <a:pt x="19300" y="106633"/>
                  <a:pt x="16688" y="105134"/>
                </a:cubicBezTo>
                <a:cubicBezTo>
                  <a:pt x="14076" y="103634"/>
                  <a:pt x="12238" y="101663"/>
                  <a:pt x="11174" y="99220"/>
                </a:cubicBezTo>
                <a:cubicBezTo>
                  <a:pt x="10109" y="96778"/>
                  <a:pt x="9577" y="91638"/>
                  <a:pt x="9577" y="83802"/>
                </a:cubicBezTo>
                <a:lnTo>
                  <a:pt x="9577" y="39470"/>
                </a:lnTo>
                <a:lnTo>
                  <a:pt x="0" y="39470"/>
                </a:lnTo>
                <a:lnTo>
                  <a:pt x="0" y="29313"/>
                </a:lnTo>
                <a:lnTo>
                  <a:pt x="9577" y="29313"/>
                </a:lnTo>
                <a:lnTo>
                  <a:pt x="9577" y="10178"/>
                </a:lnTo>
                <a:lnTo>
                  <a:pt x="22565" y="2322"/>
                </a:lnTo>
                <a:lnTo>
                  <a:pt x="22565" y="29313"/>
                </a:lnTo>
                <a:lnTo>
                  <a:pt x="35698" y="29313"/>
                </a:lnTo>
                <a:lnTo>
                  <a:pt x="35698" y="39470"/>
                </a:lnTo>
                <a:lnTo>
                  <a:pt x="22565" y="39470"/>
                </a:lnTo>
                <a:lnTo>
                  <a:pt x="22565" y="84528"/>
                </a:lnTo>
                <a:cubicBezTo>
                  <a:pt x="22565" y="88252"/>
                  <a:pt x="22795" y="90647"/>
                  <a:pt x="23254" y="91711"/>
                </a:cubicBezTo>
                <a:cubicBezTo>
                  <a:pt x="23714" y="92775"/>
                  <a:pt x="24463" y="93621"/>
                  <a:pt x="25503" y="94250"/>
                </a:cubicBezTo>
                <a:cubicBezTo>
                  <a:pt x="26543" y="94879"/>
                  <a:pt x="28031" y="95194"/>
                  <a:pt x="29966" y="95194"/>
                </a:cubicBezTo>
                <a:cubicBezTo>
                  <a:pt x="31417" y="95194"/>
                  <a:pt x="33327" y="95073"/>
                  <a:pt x="35698" y="94831"/>
                </a:cubicBezTo>
                <a:close/>
                <a:moveTo>
                  <a:pt x="44137" y="67840"/>
                </a:moveTo>
                <a:cubicBezTo>
                  <a:pt x="44137" y="53571"/>
                  <a:pt x="48104" y="43002"/>
                  <a:pt x="56037" y="36133"/>
                </a:cubicBezTo>
                <a:cubicBezTo>
                  <a:pt x="62663" y="30425"/>
                  <a:pt x="70741" y="27571"/>
                  <a:pt x="80270" y="27571"/>
                </a:cubicBezTo>
                <a:cubicBezTo>
                  <a:pt x="90863" y="27571"/>
                  <a:pt x="99522" y="31042"/>
                  <a:pt x="106245" y="37983"/>
                </a:cubicBezTo>
                <a:cubicBezTo>
                  <a:pt x="112969" y="44924"/>
                  <a:pt x="116331" y="54514"/>
                  <a:pt x="116331" y="66752"/>
                </a:cubicBezTo>
                <a:cubicBezTo>
                  <a:pt x="116331" y="76668"/>
                  <a:pt x="114843" y="84467"/>
                  <a:pt x="111868" y="90151"/>
                </a:cubicBezTo>
                <a:cubicBezTo>
                  <a:pt x="108894" y="95834"/>
                  <a:pt x="104564" y="100248"/>
                  <a:pt x="98881" y="103392"/>
                </a:cubicBezTo>
                <a:cubicBezTo>
                  <a:pt x="93197" y="106536"/>
                  <a:pt x="86994" y="108109"/>
                  <a:pt x="80270" y="108109"/>
                </a:cubicBezTo>
                <a:cubicBezTo>
                  <a:pt x="69484" y="108109"/>
                  <a:pt x="60765" y="104650"/>
                  <a:pt x="54114" y="97733"/>
                </a:cubicBezTo>
                <a:cubicBezTo>
                  <a:pt x="47463" y="90816"/>
                  <a:pt x="44137" y="80852"/>
                  <a:pt x="44137" y="67840"/>
                </a:cubicBezTo>
                <a:moveTo>
                  <a:pt x="57560" y="67804"/>
                </a:moveTo>
                <a:cubicBezTo>
                  <a:pt x="57560" y="77635"/>
                  <a:pt x="59713" y="84996"/>
                  <a:pt x="64018" y="89888"/>
                </a:cubicBezTo>
                <a:cubicBezTo>
                  <a:pt x="68323" y="94779"/>
                  <a:pt x="73740" y="97225"/>
                  <a:pt x="80270" y="97225"/>
                </a:cubicBezTo>
                <a:cubicBezTo>
                  <a:pt x="86752" y="97225"/>
                  <a:pt x="92145" y="94767"/>
                  <a:pt x="96450" y="89852"/>
                </a:cubicBezTo>
                <a:cubicBezTo>
                  <a:pt x="100755" y="84936"/>
                  <a:pt x="102908" y="77442"/>
                  <a:pt x="102908" y="67371"/>
                </a:cubicBezTo>
                <a:cubicBezTo>
                  <a:pt x="102908" y="57876"/>
                  <a:pt x="100743" y="50683"/>
                  <a:pt x="96414" y="45792"/>
                </a:cubicBezTo>
                <a:cubicBezTo>
                  <a:pt x="92085" y="40900"/>
                  <a:pt x="86704" y="38455"/>
                  <a:pt x="80270" y="38455"/>
                </a:cubicBezTo>
                <a:cubicBezTo>
                  <a:pt x="73740" y="38455"/>
                  <a:pt x="68323" y="40888"/>
                  <a:pt x="64018" y="45756"/>
                </a:cubicBezTo>
                <a:cubicBezTo>
                  <a:pt x="59713" y="50623"/>
                  <a:pt x="57560" y="57972"/>
                  <a:pt x="57560" y="67804"/>
                </a:cubicBezTo>
                <a:close/>
                <a:moveTo>
                  <a:pt x="173699" y="135970"/>
                </a:moveTo>
                <a:lnTo>
                  <a:pt x="173699" y="29313"/>
                </a:lnTo>
                <a:lnTo>
                  <a:pt x="185598" y="29313"/>
                </a:lnTo>
                <a:lnTo>
                  <a:pt x="185598" y="39253"/>
                </a:lnTo>
                <a:cubicBezTo>
                  <a:pt x="188404" y="35359"/>
                  <a:pt x="191572" y="32439"/>
                  <a:pt x="195103" y="30492"/>
                </a:cubicBezTo>
                <a:cubicBezTo>
                  <a:pt x="198634" y="28545"/>
                  <a:pt x="202915" y="27571"/>
                  <a:pt x="207945" y="27571"/>
                </a:cubicBezTo>
                <a:cubicBezTo>
                  <a:pt x="214524" y="27571"/>
                  <a:pt x="220328" y="29264"/>
                  <a:pt x="225359" y="32650"/>
                </a:cubicBezTo>
                <a:cubicBezTo>
                  <a:pt x="230389" y="36036"/>
                  <a:pt x="234186" y="40813"/>
                  <a:pt x="236750" y="46980"/>
                </a:cubicBezTo>
                <a:cubicBezTo>
                  <a:pt x="239314" y="53147"/>
                  <a:pt x="240596" y="59907"/>
                  <a:pt x="240596" y="67259"/>
                </a:cubicBezTo>
                <a:cubicBezTo>
                  <a:pt x="240596" y="75144"/>
                  <a:pt x="239181" y="82242"/>
                  <a:pt x="236351" y="88555"/>
                </a:cubicBezTo>
                <a:cubicBezTo>
                  <a:pt x="233521" y="94867"/>
                  <a:pt x="229410" y="99704"/>
                  <a:pt x="224016" y="103066"/>
                </a:cubicBezTo>
                <a:cubicBezTo>
                  <a:pt x="218623" y="106428"/>
                  <a:pt x="212952" y="108109"/>
                  <a:pt x="207002" y="108109"/>
                </a:cubicBezTo>
                <a:cubicBezTo>
                  <a:pt x="202649" y="108109"/>
                  <a:pt x="198743" y="107177"/>
                  <a:pt x="195284" y="105315"/>
                </a:cubicBezTo>
                <a:cubicBezTo>
                  <a:pt x="191826" y="103451"/>
                  <a:pt x="188984" y="101098"/>
                  <a:pt x="186759" y="98255"/>
                </a:cubicBezTo>
                <a:lnTo>
                  <a:pt x="186759" y="135970"/>
                </a:lnTo>
                <a:lnTo>
                  <a:pt x="173699" y="135970"/>
                </a:lnTo>
                <a:moveTo>
                  <a:pt x="185525" y="68166"/>
                </a:moveTo>
                <a:cubicBezTo>
                  <a:pt x="185525" y="78070"/>
                  <a:pt x="187533" y="85389"/>
                  <a:pt x="191548" y="90124"/>
                </a:cubicBezTo>
                <a:cubicBezTo>
                  <a:pt x="195562" y="94858"/>
                  <a:pt x="200424" y="97225"/>
                  <a:pt x="206131" y="97225"/>
                </a:cubicBezTo>
                <a:cubicBezTo>
                  <a:pt x="211936" y="97225"/>
                  <a:pt x="216906" y="94773"/>
                  <a:pt x="221042" y="89870"/>
                </a:cubicBezTo>
                <a:cubicBezTo>
                  <a:pt x="225177" y="84966"/>
                  <a:pt x="227245" y="77369"/>
                  <a:pt x="227245" y="67078"/>
                </a:cubicBezTo>
                <a:cubicBezTo>
                  <a:pt x="227245" y="57271"/>
                  <a:pt x="225226" y="49928"/>
                  <a:pt x="221187" y="45048"/>
                </a:cubicBezTo>
                <a:cubicBezTo>
                  <a:pt x="217148" y="40169"/>
                  <a:pt x="212323" y="37729"/>
                  <a:pt x="206712" y="37729"/>
                </a:cubicBezTo>
                <a:cubicBezTo>
                  <a:pt x="201149" y="37729"/>
                  <a:pt x="196227" y="40326"/>
                  <a:pt x="191947" y="45520"/>
                </a:cubicBezTo>
                <a:cubicBezTo>
                  <a:pt x="187666" y="50714"/>
                  <a:pt x="185525" y="58263"/>
                  <a:pt x="185525" y="68166"/>
                </a:cubicBezTo>
                <a:close/>
                <a:moveTo>
                  <a:pt x="251722" y="67840"/>
                </a:moveTo>
                <a:cubicBezTo>
                  <a:pt x="251722" y="53571"/>
                  <a:pt x="255688" y="43002"/>
                  <a:pt x="263621" y="36133"/>
                </a:cubicBezTo>
                <a:cubicBezTo>
                  <a:pt x="270248" y="30425"/>
                  <a:pt x="278326" y="27571"/>
                  <a:pt x="287855" y="27571"/>
                </a:cubicBezTo>
                <a:cubicBezTo>
                  <a:pt x="298448" y="27571"/>
                  <a:pt x="307107" y="31042"/>
                  <a:pt x="313830" y="37983"/>
                </a:cubicBezTo>
                <a:cubicBezTo>
                  <a:pt x="320554" y="44924"/>
                  <a:pt x="323915" y="54514"/>
                  <a:pt x="323915" y="66752"/>
                </a:cubicBezTo>
                <a:cubicBezTo>
                  <a:pt x="323915" y="76668"/>
                  <a:pt x="322428" y="84467"/>
                  <a:pt x="319453" y="90151"/>
                </a:cubicBezTo>
                <a:cubicBezTo>
                  <a:pt x="316478" y="95834"/>
                  <a:pt x="312149" y="100248"/>
                  <a:pt x="306466" y="103392"/>
                </a:cubicBezTo>
                <a:cubicBezTo>
                  <a:pt x="300782" y="106536"/>
                  <a:pt x="294578" y="108109"/>
                  <a:pt x="287855" y="108109"/>
                </a:cubicBezTo>
                <a:cubicBezTo>
                  <a:pt x="277068" y="108109"/>
                  <a:pt x="268349" y="104650"/>
                  <a:pt x="261699" y="97733"/>
                </a:cubicBezTo>
                <a:cubicBezTo>
                  <a:pt x="255048" y="90816"/>
                  <a:pt x="251722" y="80852"/>
                  <a:pt x="251722" y="67840"/>
                </a:cubicBezTo>
                <a:moveTo>
                  <a:pt x="265145" y="67804"/>
                </a:moveTo>
                <a:cubicBezTo>
                  <a:pt x="265145" y="77635"/>
                  <a:pt x="267297" y="84996"/>
                  <a:pt x="271602" y="89888"/>
                </a:cubicBezTo>
                <a:cubicBezTo>
                  <a:pt x="275907" y="94779"/>
                  <a:pt x="281325" y="97225"/>
                  <a:pt x="287855" y="97225"/>
                </a:cubicBezTo>
                <a:cubicBezTo>
                  <a:pt x="294337" y="97225"/>
                  <a:pt x="299730" y="94767"/>
                  <a:pt x="304035" y="89852"/>
                </a:cubicBezTo>
                <a:cubicBezTo>
                  <a:pt x="308340" y="84936"/>
                  <a:pt x="310492" y="77442"/>
                  <a:pt x="310492" y="67371"/>
                </a:cubicBezTo>
                <a:cubicBezTo>
                  <a:pt x="310492" y="57876"/>
                  <a:pt x="308328" y="50683"/>
                  <a:pt x="303999" y="45792"/>
                </a:cubicBezTo>
                <a:cubicBezTo>
                  <a:pt x="299670" y="40900"/>
                  <a:pt x="294288" y="38455"/>
                  <a:pt x="287855" y="38455"/>
                </a:cubicBezTo>
                <a:cubicBezTo>
                  <a:pt x="281325" y="38455"/>
                  <a:pt x="275907" y="40888"/>
                  <a:pt x="271602" y="45756"/>
                </a:cubicBezTo>
                <a:cubicBezTo>
                  <a:pt x="267297" y="50623"/>
                  <a:pt x="265145" y="57972"/>
                  <a:pt x="265145" y="67804"/>
                </a:cubicBezTo>
                <a:close/>
                <a:moveTo>
                  <a:pt x="339541" y="15092"/>
                </a:moveTo>
                <a:lnTo>
                  <a:pt x="339541" y="0"/>
                </a:lnTo>
                <a:lnTo>
                  <a:pt x="352601" y="0"/>
                </a:lnTo>
                <a:lnTo>
                  <a:pt x="352601" y="15092"/>
                </a:lnTo>
                <a:lnTo>
                  <a:pt x="339541" y="15092"/>
                </a:lnTo>
                <a:moveTo>
                  <a:pt x="339541" y="106367"/>
                </a:moveTo>
                <a:lnTo>
                  <a:pt x="339541" y="29313"/>
                </a:lnTo>
                <a:lnTo>
                  <a:pt x="352601" y="29313"/>
                </a:lnTo>
                <a:lnTo>
                  <a:pt x="352601" y="106367"/>
                </a:lnTo>
                <a:lnTo>
                  <a:pt x="339541" y="106367"/>
                </a:lnTo>
                <a:close/>
                <a:moveTo>
                  <a:pt x="367099" y="83294"/>
                </a:moveTo>
                <a:lnTo>
                  <a:pt x="380014" y="81263"/>
                </a:lnTo>
                <a:cubicBezTo>
                  <a:pt x="380740" y="86416"/>
                  <a:pt x="382759" y="90365"/>
                  <a:pt x="386073" y="93110"/>
                </a:cubicBezTo>
                <a:cubicBezTo>
                  <a:pt x="389386" y="95853"/>
                  <a:pt x="394017" y="97225"/>
                  <a:pt x="399967" y="97225"/>
                </a:cubicBezTo>
                <a:cubicBezTo>
                  <a:pt x="405965" y="97225"/>
                  <a:pt x="410415" y="96014"/>
                  <a:pt x="413317" y="93591"/>
                </a:cubicBezTo>
                <a:cubicBezTo>
                  <a:pt x="416220" y="91166"/>
                  <a:pt x="417671" y="88323"/>
                  <a:pt x="417671" y="85061"/>
                </a:cubicBezTo>
                <a:cubicBezTo>
                  <a:pt x="417671" y="82133"/>
                  <a:pt x="416389" y="79829"/>
                  <a:pt x="413825" y="78150"/>
                </a:cubicBezTo>
                <a:cubicBezTo>
                  <a:pt x="412035" y="76998"/>
                  <a:pt x="407585" y="75534"/>
                  <a:pt x="400475" y="73758"/>
                </a:cubicBezTo>
                <a:cubicBezTo>
                  <a:pt x="390897" y="71338"/>
                  <a:pt x="384259" y="69244"/>
                  <a:pt x="380558" y="67477"/>
                </a:cubicBezTo>
                <a:cubicBezTo>
                  <a:pt x="376858" y="65710"/>
                  <a:pt x="374052" y="63265"/>
                  <a:pt x="372142" y="60142"/>
                </a:cubicBezTo>
                <a:cubicBezTo>
                  <a:pt x="370231" y="57019"/>
                  <a:pt x="369276" y="53570"/>
                  <a:pt x="369276" y="49794"/>
                </a:cubicBezTo>
                <a:cubicBezTo>
                  <a:pt x="369276" y="46357"/>
                  <a:pt x="370062" y="43173"/>
                  <a:pt x="371634" y="40244"/>
                </a:cubicBezTo>
                <a:cubicBezTo>
                  <a:pt x="373206" y="37314"/>
                  <a:pt x="375346" y="34881"/>
                  <a:pt x="378055" y="32945"/>
                </a:cubicBezTo>
                <a:cubicBezTo>
                  <a:pt x="380087" y="31444"/>
                  <a:pt x="382856" y="30173"/>
                  <a:pt x="386363" y="29134"/>
                </a:cubicBezTo>
                <a:cubicBezTo>
                  <a:pt x="389870" y="28092"/>
                  <a:pt x="393630" y="27571"/>
                  <a:pt x="397645" y="27571"/>
                </a:cubicBezTo>
                <a:cubicBezTo>
                  <a:pt x="403692" y="27571"/>
                  <a:pt x="409000" y="28448"/>
                  <a:pt x="413571" y="30201"/>
                </a:cubicBezTo>
                <a:cubicBezTo>
                  <a:pt x="418142" y="31953"/>
                  <a:pt x="421516" y="34327"/>
                  <a:pt x="423693" y="37323"/>
                </a:cubicBezTo>
                <a:cubicBezTo>
                  <a:pt x="425870" y="40318"/>
                  <a:pt x="427369" y="44323"/>
                  <a:pt x="428191" y="49338"/>
                </a:cubicBezTo>
                <a:lnTo>
                  <a:pt x="415421" y="51079"/>
                </a:lnTo>
                <a:cubicBezTo>
                  <a:pt x="414841" y="47113"/>
                  <a:pt x="413160" y="44017"/>
                  <a:pt x="410379" y="41792"/>
                </a:cubicBezTo>
                <a:cubicBezTo>
                  <a:pt x="407597" y="39567"/>
                  <a:pt x="403667" y="38455"/>
                  <a:pt x="398588" y="38455"/>
                </a:cubicBezTo>
                <a:cubicBezTo>
                  <a:pt x="392590" y="38455"/>
                  <a:pt x="388310" y="39442"/>
                  <a:pt x="385746" y="41416"/>
                </a:cubicBezTo>
                <a:cubicBezTo>
                  <a:pt x="383182" y="43389"/>
                  <a:pt x="381901" y="45699"/>
                  <a:pt x="381901" y="48347"/>
                </a:cubicBezTo>
                <a:cubicBezTo>
                  <a:pt x="381901" y="50031"/>
                  <a:pt x="382433" y="51547"/>
                  <a:pt x="383497" y="52896"/>
                </a:cubicBezTo>
                <a:cubicBezTo>
                  <a:pt x="384561" y="54291"/>
                  <a:pt x="386230" y="55446"/>
                  <a:pt x="388503" y="56360"/>
                </a:cubicBezTo>
                <a:cubicBezTo>
                  <a:pt x="389809" y="56842"/>
                  <a:pt x="393655" y="57950"/>
                  <a:pt x="400040" y="59682"/>
                </a:cubicBezTo>
                <a:cubicBezTo>
                  <a:pt x="409278" y="62147"/>
                  <a:pt x="415724" y="64165"/>
                  <a:pt x="419376" y="65736"/>
                </a:cubicBezTo>
                <a:cubicBezTo>
                  <a:pt x="423028" y="67306"/>
                  <a:pt x="425894" y="69590"/>
                  <a:pt x="427974" y="72588"/>
                </a:cubicBezTo>
                <a:cubicBezTo>
                  <a:pt x="430054" y="75584"/>
                  <a:pt x="431094" y="79305"/>
                  <a:pt x="431094" y="83750"/>
                </a:cubicBezTo>
                <a:cubicBezTo>
                  <a:pt x="431094" y="88100"/>
                  <a:pt x="429824" y="92197"/>
                  <a:pt x="427284" y="96039"/>
                </a:cubicBezTo>
                <a:cubicBezTo>
                  <a:pt x="424745" y="99880"/>
                  <a:pt x="421081" y="102852"/>
                  <a:pt x="416292" y="104955"/>
                </a:cubicBezTo>
                <a:cubicBezTo>
                  <a:pt x="411503" y="107057"/>
                  <a:pt x="406086" y="108109"/>
                  <a:pt x="400040" y="108109"/>
                </a:cubicBezTo>
                <a:cubicBezTo>
                  <a:pt x="390027" y="108109"/>
                  <a:pt x="382396" y="106023"/>
                  <a:pt x="377148" y="101851"/>
                </a:cubicBezTo>
                <a:cubicBezTo>
                  <a:pt x="371900" y="97679"/>
                  <a:pt x="368550" y="91493"/>
                  <a:pt x="367099" y="83294"/>
                </a:cubicBezTo>
                <a:close/>
                <a:moveTo>
                  <a:pt x="442132" y="67840"/>
                </a:moveTo>
                <a:cubicBezTo>
                  <a:pt x="442132" y="53571"/>
                  <a:pt x="446099" y="43002"/>
                  <a:pt x="454032" y="36133"/>
                </a:cubicBezTo>
                <a:cubicBezTo>
                  <a:pt x="460658" y="30425"/>
                  <a:pt x="468736" y="27571"/>
                  <a:pt x="478265" y="27571"/>
                </a:cubicBezTo>
                <a:cubicBezTo>
                  <a:pt x="488859" y="27571"/>
                  <a:pt x="497517" y="31042"/>
                  <a:pt x="504240" y="37983"/>
                </a:cubicBezTo>
                <a:cubicBezTo>
                  <a:pt x="510964" y="44924"/>
                  <a:pt x="514326" y="54514"/>
                  <a:pt x="514326" y="66752"/>
                </a:cubicBezTo>
                <a:cubicBezTo>
                  <a:pt x="514326" y="76668"/>
                  <a:pt x="512838" y="84467"/>
                  <a:pt x="509863" y="90151"/>
                </a:cubicBezTo>
                <a:cubicBezTo>
                  <a:pt x="506889" y="95834"/>
                  <a:pt x="502560" y="100248"/>
                  <a:pt x="496876" y="103392"/>
                </a:cubicBezTo>
                <a:cubicBezTo>
                  <a:pt x="491192" y="106536"/>
                  <a:pt x="484989" y="108109"/>
                  <a:pt x="478265" y="108109"/>
                </a:cubicBezTo>
                <a:cubicBezTo>
                  <a:pt x="467479" y="108109"/>
                  <a:pt x="458760" y="104650"/>
                  <a:pt x="452109" y="97733"/>
                </a:cubicBezTo>
                <a:cubicBezTo>
                  <a:pt x="445458" y="90816"/>
                  <a:pt x="442132" y="80852"/>
                  <a:pt x="442132" y="67840"/>
                </a:cubicBezTo>
                <a:moveTo>
                  <a:pt x="455555" y="67804"/>
                </a:moveTo>
                <a:cubicBezTo>
                  <a:pt x="455555" y="77635"/>
                  <a:pt x="457708" y="84996"/>
                  <a:pt x="462013" y="89888"/>
                </a:cubicBezTo>
                <a:cubicBezTo>
                  <a:pt x="466318" y="94779"/>
                  <a:pt x="471735" y="97225"/>
                  <a:pt x="478265" y="97225"/>
                </a:cubicBezTo>
                <a:cubicBezTo>
                  <a:pt x="484747" y="97225"/>
                  <a:pt x="490140" y="94767"/>
                  <a:pt x="494445" y="89852"/>
                </a:cubicBezTo>
                <a:cubicBezTo>
                  <a:pt x="498750" y="84936"/>
                  <a:pt x="500903" y="77442"/>
                  <a:pt x="500903" y="67371"/>
                </a:cubicBezTo>
                <a:cubicBezTo>
                  <a:pt x="500903" y="57876"/>
                  <a:pt x="498738" y="50683"/>
                  <a:pt x="494409" y="45792"/>
                </a:cubicBezTo>
                <a:cubicBezTo>
                  <a:pt x="490080" y="40900"/>
                  <a:pt x="484699" y="38455"/>
                  <a:pt x="478265" y="38455"/>
                </a:cubicBezTo>
                <a:cubicBezTo>
                  <a:pt x="471735" y="38455"/>
                  <a:pt x="466318" y="40888"/>
                  <a:pt x="462013" y="45756"/>
                </a:cubicBezTo>
                <a:cubicBezTo>
                  <a:pt x="457708" y="50623"/>
                  <a:pt x="455555" y="57972"/>
                  <a:pt x="455555" y="67804"/>
                </a:cubicBezTo>
                <a:close/>
                <a:moveTo>
                  <a:pt x="529878" y="106367"/>
                </a:moveTo>
                <a:lnTo>
                  <a:pt x="529878" y="29313"/>
                </a:lnTo>
                <a:lnTo>
                  <a:pt x="541632" y="29313"/>
                </a:lnTo>
                <a:lnTo>
                  <a:pt x="541632" y="40196"/>
                </a:lnTo>
                <a:cubicBezTo>
                  <a:pt x="547292" y="31780"/>
                  <a:pt x="555466" y="27571"/>
                  <a:pt x="566156" y="27571"/>
                </a:cubicBezTo>
                <a:cubicBezTo>
                  <a:pt x="570800" y="27571"/>
                  <a:pt x="575069" y="28406"/>
                  <a:pt x="578962" y="30074"/>
                </a:cubicBezTo>
                <a:cubicBezTo>
                  <a:pt x="582856" y="31743"/>
                  <a:pt x="585771" y="33932"/>
                  <a:pt x="587705" y="36641"/>
                </a:cubicBezTo>
                <a:cubicBezTo>
                  <a:pt x="589640" y="39350"/>
                  <a:pt x="590995" y="42566"/>
                  <a:pt x="591769" y="46291"/>
                </a:cubicBezTo>
                <a:cubicBezTo>
                  <a:pt x="592252" y="48709"/>
                  <a:pt x="592494" y="52942"/>
                  <a:pt x="592494" y="58988"/>
                </a:cubicBezTo>
                <a:lnTo>
                  <a:pt x="592494" y="106367"/>
                </a:lnTo>
                <a:lnTo>
                  <a:pt x="579434" y="106367"/>
                </a:lnTo>
                <a:lnTo>
                  <a:pt x="579434" y="59446"/>
                </a:lnTo>
                <a:cubicBezTo>
                  <a:pt x="579434" y="54119"/>
                  <a:pt x="578926" y="50136"/>
                  <a:pt x="577910" y="47497"/>
                </a:cubicBezTo>
                <a:cubicBezTo>
                  <a:pt x="576895" y="44858"/>
                  <a:pt x="575093" y="42751"/>
                  <a:pt x="572505" y="41178"/>
                </a:cubicBezTo>
                <a:cubicBezTo>
                  <a:pt x="569917" y="39604"/>
                  <a:pt x="566882" y="38817"/>
                  <a:pt x="563399" y="38817"/>
                </a:cubicBezTo>
                <a:cubicBezTo>
                  <a:pt x="557837" y="38817"/>
                  <a:pt x="553036" y="40585"/>
                  <a:pt x="548997" y="44121"/>
                </a:cubicBezTo>
                <a:cubicBezTo>
                  <a:pt x="544958" y="47655"/>
                  <a:pt x="542938" y="54361"/>
                  <a:pt x="542938" y="64239"/>
                </a:cubicBezTo>
                <a:lnTo>
                  <a:pt x="542938" y="106367"/>
                </a:lnTo>
                <a:lnTo>
                  <a:pt x="529878" y="106367"/>
                </a:lnTo>
                <a:close/>
                <a:moveTo>
                  <a:pt x="689478" y="88246"/>
                </a:moveTo>
                <a:lnTo>
                  <a:pt x="705513" y="55433"/>
                </a:lnTo>
                <a:cubicBezTo>
                  <a:pt x="701547" y="55433"/>
                  <a:pt x="699007" y="54997"/>
                  <a:pt x="697895" y="54125"/>
                </a:cubicBezTo>
                <a:cubicBezTo>
                  <a:pt x="695476" y="52191"/>
                  <a:pt x="694267" y="50112"/>
                  <a:pt x="694267" y="47887"/>
                </a:cubicBezTo>
                <a:cubicBezTo>
                  <a:pt x="694267" y="45662"/>
                  <a:pt x="695029" y="43872"/>
                  <a:pt x="696552" y="42518"/>
                </a:cubicBezTo>
                <a:cubicBezTo>
                  <a:pt x="698076" y="41163"/>
                  <a:pt x="700628" y="40486"/>
                  <a:pt x="704207" y="40486"/>
                </a:cubicBezTo>
                <a:lnTo>
                  <a:pt x="724595" y="40486"/>
                </a:lnTo>
                <a:cubicBezTo>
                  <a:pt x="728175" y="40486"/>
                  <a:pt x="730726" y="41176"/>
                  <a:pt x="732250" y="42554"/>
                </a:cubicBezTo>
                <a:cubicBezTo>
                  <a:pt x="733774" y="43933"/>
                  <a:pt x="734535" y="45734"/>
                  <a:pt x="734535" y="47960"/>
                </a:cubicBezTo>
                <a:cubicBezTo>
                  <a:pt x="734535" y="50185"/>
                  <a:pt x="733774" y="51986"/>
                  <a:pt x="732250" y="53365"/>
                </a:cubicBezTo>
                <a:cubicBezTo>
                  <a:pt x="730726" y="54744"/>
                  <a:pt x="728175" y="55433"/>
                  <a:pt x="724595" y="55433"/>
                </a:cubicBezTo>
                <a:lnTo>
                  <a:pt x="722128" y="55433"/>
                </a:lnTo>
                <a:lnTo>
                  <a:pt x="697242" y="106367"/>
                </a:lnTo>
                <a:lnTo>
                  <a:pt x="681715" y="106367"/>
                </a:lnTo>
                <a:lnTo>
                  <a:pt x="656828" y="55433"/>
                </a:lnTo>
                <a:lnTo>
                  <a:pt x="654724" y="55433"/>
                </a:lnTo>
                <a:cubicBezTo>
                  <a:pt x="651144" y="55433"/>
                  <a:pt x="648593" y="54731"/>
                  <a:pt x="647069" y="53329"/>
                </a:cubicBezTo>
                <a:cubicBezTo>
                  <a:pt x="645545" y="51926"/>
                  <a:pt x="644784" y="50112"/>
                  <a:pt x="644784" y="47887"/>
                </a:cubicBezTo>
                <a:cubicBezTo>
                  <a:pt x="644784" y="45662"/>
                  <a:pt x="645545" y="43872"/>
                  <a:pt x="647069" y="42518"/>
                </a:cubicBezTo>
                <a:cubicBezTo>
                  <a:pt x="648593" y="41163"/>
                  <a:pt x="651144" y="40486"/>
                  <a:pt x="654724" y="40486"/>
                </a:cubicBezTo>
                <a:lnTo>
                  <a:pt x="674677" y="40486"/>
                </a:lnTo>
                <a:cubicBezTo>
                  <a:pt x="678208" y="40486"/>
                  <a:pt x="680735" y="41176"/>
                  <a:pt x="682259" y="42554"/>
                </a:cubicBezTo>
                <a:cubicBezTo>
                  <a:pt x="683782" y="43933"/>
                  <a:pt x="684544" y="45734"/>
                  <a:pt x="684544" y="47960"/>
                </a:cubicBezTo>
                <a:cubicBezTo>
                  <a:pt x="684544" y="50185"/>
                  <a:pt x="683383" y="52216"/>
                  <a:pt x="681062" y="54054"/>
                </a:cubicBezTo>
                <a:cubicBezTo>
                  <a:pt x="679901" y="54973"/>
                  <a:pt x="677313" y="55433"/>
                  <a:pt x="673298" y="55433"/>
                </a:cubicBezTo>
                <a:lnTo>
                  <a:pt x="689478" y="88246"/>
                </a:lnTo>
                <a:close/>
                <a:moveTo>
                  <a:pt x="784307" y="12189"/>
                </a:moveTo>
                <a:lnTo>
                  <a:pt x="784307" y="28007"/>
                </a:lnTo>
                <a:lnTo>
                  <a:pt x="766603" y="28007"/>
                </a:lnTo>
                <a:lnTo>
                  <a:pt x="766603" y="12189"/>
                </a:lnTo>
                <a:lnTo>
                  <a:pt x="784307" y="12189"/>
                </a:lnTo>
                <a:moveTo>
                  <a:pt x="786339" y="40486"/>
                </a:moveTo>
                <a:lnTo>
                  <a:pt x="786339" y="91421"/>
                </a:lnTo>
                <a:lnTo>
                  <a:pt x="804187" y="91421"/>
                </a:lnTo>
                <a:cubicBezTo>
                  <a:pt x="807767" y="91421"/>
                  <a:pt x="810318" y="92110"/>
                  <a:pt x="811842" y="93488"/>
                </a:cubicBezTo>
                <a:cubicBezTo>
                  <a:pt x="813366" y="94867"/>
                  <a:pt x="814128" y="96669"/>
                  <a:pt x="814128" y="98894"/>
                </a:cubicBezTo>
                <a:cubicBezTo>
                  <a:pt x="814128" y="101119"/>
                  <a:pt x="813366" y="102921"/>
                  <a:pt x="811842" y="104299"/>
                </a:cubicBezTo>
                <a:cubicBezTo>
                  <a:pt x="810318" y="105678"/>
                  <a:pt x="807767" y="106367"/>
                  <a:pt x="804187" y="106367"/>
                </a:cubicBezTo>
                <a:lnTo>
                  <a:pt x="753616" y="106367"/>
                </a:lnTo>
                <a:cubicBezTo>
                  <a:pt x="750036" y="106367"/>
                  <a:pt x="747485" y="105666"/>
                  <a:pt x="745961" y="104263"/>
                </a:cubicBezTo>
                <a:cubicBezTo>
                  <a:pt x="744438" y="102860"/>
                  <a:pt x="743676" y="101046"/>
                  <a:pt x="743676" y="98821"/>
                </a:cubicBezTo>
                <a:cubicBezTo>
                  <a:pt x="743676" y="96596"/>
                  <a:pt x="744438" y="94807"/>
                  <a:pt x="745961" y="93452"/>
                </a:cubicBezTo>
                <a:cubicBezTo>
                  <a:pt x="747485" y="92098"/>
                  <a:pt x="750036" y="91421"/>
                  <a:pt x="753616" y="91421"/>
                </a:cubicBezTo>
                <a:lnTo>
                  <a:pt x="771465" y="91421"/>
                </a:lnTo>
                <a:lnTo>
                  <a:pt x="771465" y="55433"/>
                </a:lnTo>
                <a:lnTo>
                  <a:pt x="759493" y="55433"/>
                </a:lnTo>
                <a:cubicBezTo>
                  <a:pt x="755962" y="55433"/>
                  <a:pt x="753422" y="54731"/>
                  <a:pt x="751875" y="53329"/>
                </a:cubicBezTo>
                <a:cubicBezTo>
                  <a:pt x="750327" y="51926"/>
                  <a:pt x="749553" y="50112"/>
                  <a:pt x="749553" y="47887"/>
                </a:cubicBezTo>
                <a:cubicBezTo>
                  <a:pt x="749553" y="45662"/>
                  <a:pt x="750315" y="43872"/>
                  <a:pt x="751838" y="42518"/>
                </a:cubicBezTo>
                <a:cubicBezTo>
                  <a:pt x="753362" y="41163"/>
                  <a:pt x="755913" y="40486"/>
                  <a:pt x="759493" y="40486"/>
                </a:cubicBezTo>
                <a:lnTo>
                  <a:pt x="786339" y="40486"/>
                </a:lnTo>
                <a:close/>
                <a:moveTo>
                  <a:pt x="891761" y="43098"/>
                </a:moveTo>
                <a:cubicBezTo>
                  <a:pt x="893551" y="41454"/>
                  <a:pt x="895389" y="40631"/>
                  <a:pt x="897275" y="40631"/>
                </a:cubicBezTo>
                <a:cubicBezTo>
                  <a:pt x="899403" y="40631"/>
                  <a:pt x="901157" y="41393"/>
                  <a:pt x="902535" y="42917"/>
                </a:cubicBezTo>
                <a:cubicBezTo>
                  <a:pt x="903914" y="44441"/>
                  <a:pt x="904603" y="46968"/>
                  <a:pt x="904603" y="50499"/>
                </a:cubicBezTo>
                <a:lnTo>
                  <a:pt x="904603" y="60076"/>
                </a:lnTo>
                <a:cubicBezTo>
                  <a:pt x="904603" y="63656"/>
                  <a:pt x="903914" y="66195"/>
                  <a:pt x="902535" y="67695"/>
                </a:cubicBezTo>
                <a:cubicBezTo>
                  <a:pt x="901157" y="69194"/>
                  <a:pt x="899355" y="69944"/>
                  <a:pt x="897130" y="69944"/>
                </a:cubicBezTo>
                <a:cubicBezTo>
                  <a:pt x="895098" y="69944"/>
                  <a:pt x="893381" y="69364"/>
                  <a:pt x="891978" y="68203"/>
                </a:cubicBezTo>
                <a:cubicBezTo>
                  <a:pt x="890963" y="67332"/>
                  <a:pt x="890165" y="65554"/>
                  <a:pt x="889584" y="62870"/>
                </a:cubicBezTo>
                <a:cubicBezTo>
                  <a:pt x="889004" y="60185"/>
                  <a:pt x="887601" y="58190"/>
                  <a:pt x="885376" y="56884"/>
                </a:cubicBezTo>
                <a:cubicBezTo>
                  <a:pt x="881458" y="54562"/>
                  <a:pt x="876451" y="53401"/>
                  <a:pt x="870357" y="53401"/>
                </a:cubicBezTo>
                <a:cubicBezTo>
                  <a:pt x="863343" y="53401"/>
                  <a:pt x="857720" y="55446"/>
                  <a:pt x="853487" y="59537"/>
                </a:cubicBezTo>
                <a:cubicBezTo>
                  <a:pt x="849255" y="63626"/>
                  <a:pt x="847139" y="68797"/>
                  <a:pt x="847139" y="75050"/>
                </a:cubicBezTo>
                <a:cubicBezTo>
                  <a:pt x="847139" y="80824"/>
                  <a:pt x="849170" y="85383"/>
                  <a:pt x="853234" y="88727"/>
                </a:cubicBezTo>
                <a:cubicBezTo>
                  <a:pt x="857297" y="92071"/>
                  <a:pt x="864044" y="93742"/>
                  <a:pt x="873477" y="93742"/>
                </a:cubicBezTo>
                <a:cubicBezTo>
                  <a:pt x="879668" y="93742"/>
                  <a:pt x="884723" y="93119"/>
                  <a:pt x="888641" y="91872"/>
                </a:cubicBezTo>
                <a:cubicBezTo>
                  <a:pt x="890963" y="91104"/>
                  <a:pt x="893164" y="89797"/>
                  <a:pt x="895243" y="87952"/>
                </a:cubicBezTo>
                <a:cubicBezTo>
                  <a:pt x="897323" y="86104"/>
                  <a:pt x="899210" y="85181"/>
                  <a:pt x="900903" y="85181"/>
                </a:cubicBezTo>
                <a:cubicBezTo>
                  <a:pt x="902934" y="85181"/>
                  <a:pt x="904688" y="85931"/>
                  <a:pt x="906163" y="87430"/>
                </a:cubicBezTo>
                <a:cubicBezTo>
                  <a:pt x="907638" y="88930"/>
                  <a:pt x="908376" y="90695"/>
                  <a:pt x="908376" y="92727"/>
                </a:cubicBezTo>
                <a:cubicBezTo>
                  <a:pt x="908376" y="96016"/>
                  <a:pt x="906127" y="99136"/>
                  <a:pt x="901628" y="102086"/>
                </a:cubicBezTo>
                <a:cubicBezTo>
                  <a:pt x="894953" y="106488"/>
                  <a:pt x="885182" y="108689"/>
                  <a:pt x="872316" y="108689"/>
                </a:cubicBezTo>
                <a:cubicBezTo>
                  <a:pt x="860755" y="108689"/>
                  <a:pt x="851758" y="106297"/>
                  <a:pt x="845325" y="101513"/>
                </a:cubicBezTo>
                <a:cubicBezTo>
                  <a:pt x="836618" y="95087"/>
                  <a:pt x="832265" y="86293"/>
                  <a:pt x="832265" y="75130"/>
                </a:cubicBezTo>
                <a:cubicBezTo>
                  <a:pt x="832265" y="64548"/>
                  <a:pt x="835796" y="55791"/>
                  <a:pt x="842858" y="48857"/>
                </a:cubicBezTo>
                <a:cubicBezTo>
                  <a:pt x="849920" y="41922"/>
                  <a:pt x="859135" y="38455"/>
                  <a:pt x="870502" y="38455"/>
                </a:cubicBezTo>
                <a:cubicBezTo>
                  <a:pt x="874613" y="38455"/>
                  <a:pt x="878435" y="38842"/>
                  <a:pt x="881966" y="39616"/>
                </a:cubicBezTo>
                <a:cubicBezTo>
                  <a:pt x="885497" y="40390"/>
                  <a:pt x="888762" y="41550"/>
                  <a:pt x="891761" y="43098"/>
                </a:cubicBezTo>
                <a:close/>
                <a:moveTo>
                  <a:pt x="954520" y="55433"/>
                </a:moveTo>
                <a:lnTo>
                  <a:pt x="954520" y="85086"/>
                </a:lnTo>
                <a:cubicBezTo>
                  <a:pt x="954520" y="88260"/>
                  <a:pt x="955173" y="90352"/>
                  <a:pt x="956479" y="91362"/>
                </a:cubicBezTo>
                <a:cubicBezTo>
                  <a:pt x="958511" y="92949"/>
                  <a:pt x="962138" y="93742"/>
                  <a:pt x="967362" y="93742"/>
                </a:cubicBezTo>
                <a:cubicBezTo>
                  <a:pt x="974957" y="93742"/>
                  <a:pt x="981970" y="92105"/>
                  <a:pt x="988404" y="88829"/>
                </a:cubicBezTo>
                <a:cubicBezTo>
                  <a:pt x="990871" y="87558"/>
                  <a:pt x="992805" y="86922"/>
                  <a:pt x="994208" y="86922"/>
                </a:cubicBezTo>
                <a:cubicBezTo>
                  <a:pt x="996143" y="86922"/>
                  <a:pt x="997824" y="87653"/>
                  <a:pt x="999251" y="89115"/>
                </a:cubicBezTo>
                <a:cubicBezTo>
                  <a:pt x="1000678" y="90575"/>
                  <a:pt x="1001391" y="92352"/>
                  <a:pt x="1001391" y="94445"/>
                </a:cubicBezTo>
                <a:cubicBezTo>
                  <a:pt x="1001391" y="96394"/>
                  <a:pt x="1000617" y="98074"/>
                  <a:pt x="999069" y="99486"/>
                </a:cubicBezTo>
                <a:cubicBezTo>
                  <a:pt x="996699" y="101774"/>
                  <a:pt x="992019" y="103881"/>
                  <a:pt x="985030" y="105805"/>
                </a:cubicBezTo>
                <a:cubicBezTo>
                  <a:pt x="978040" y="107728"/>
                  <a:pt x="972151" y="108689"/>
                  <a:pt x="967362" y="108689"/>
                </a:cubicBezTo>
                <a:cubicBezTo>
                  <a:pt x="958124" y="108689"/>
                  <a:pt x="951194" y="106699"/>
                  <a:pt x="946575" y="102719"/>
                </a:cubicBezTo>
                <a:cubicBezTo>
                  <a:pt x="941956" y="98739"/>
                  <a:pt x="939646" y="93855"/>
                  <a:pt x="939646" y="88067"/>
                </a:cubicBezTo>
                <a:lnTo>
                  <a:pt x="939646" y="55433"/>
                </a:lnTo>
                <a:lnTo>
                  <a:pt x="934277" y="55433"/>
                </a:lnTo>
                <a:cubicBezTo>
                  <a:pt x="930697" y="55433"/>
                  <a:pt x="928146" y="54741"/>
                  <a:pt x="926622" y="53356"/>
                </a:cubicBezTo>
                <a:cubicBezTo>
                  <a:pt x="925098" y="51970"/>
                  <a:pt x="924337" y="50159"/>
                  <a:pt x="924337" y="47923"/>
                </a:cubicBezTo>
                <a:cubicBezTo>
                  <a:pt x="924337" y="45736"/>
                  <a:pt x="925098" y="43950"/>
                  <a:pt x="926622" y="42565"/>
                </a:cubicBezTo>
                <a:cubicBezTo>
                  <a:pt x="928146" y="41179"/>
                  <a:pt x="930697" y="40486"/>
                  <a:pt x="934277" y="40486"/>
                </a:cubicBezTo>
                <a:lnTo>
                  <a:pt x="939646" y="40486"/>
                </a:lnTo>
                <a:lnTo>
                  <a:pt x="939646" y="27063"/>
                </a:lnTo>
                <a:cubicBezTo>
                  <a:pt x="939646" y="23484"/>
                  <a:pt x="940335" y="20932"/>
                  <a:pt x="941714" y="19409"/>
                </a:cubicBezTo>
                <a:cubicBezTo>
                  <a:pt x="943092" y="17885"/>
                  <a:pt x="944894" y="17123"/>
                  <a:pt x="947119" y="17123"/>
                </a:cubicBezTo>
                <a:cubicBezTo>
                  <a:pt x="949296" y="17123"/>
                  <a:pt x="951074" y="17885"/>
                  <a:pt x="952452" y="19409"/>
                </a:cubicBezTo>
                <a:cubicBezTo>
                  <a:pt x="953831" y="20932"/>
                  <a:pt x="954520" y="23484"/>
                  <a:pt x="954520" y="27063"/>
                </a:cubicBezTo>
                <a:lnTo>
                  <a:pt x="954520" y="40486"/>
                </a:lnTo>
                <a:lnTo>
                  <a:pt x="982019" y="40486"/>
                </a:lnTo>
                <a:cubicBezTo>
                  <a:pt x="985598" y="40486"/>
                  <a:pt x="988150" y="41179"/>
                  <a:pt x="989673" y="42565"/>
                </a:cubicBezTo>
                <a:cubicBezTo>
                  <a:pt x="991197" y="43950"/>
                  <a:pt x="991959" y="45760"/>
                  <a:pt x="991959" y="47996"/>
                </a:cubicBezTo>
                <a:cubicBezTo>
                  <a:pt x="991959" y="50183"/>
                  <a:pt x="991197" y="51970"/>
                  <a:pt x="989673" y="53356"/>
                </a:cubicBezTo>
                <a:cubicBezTo>
                  <a:pt x="988150" y="54741"/>
                  <a:pt x="985598" y="55433"/>
                  <a:pt x="982019" y="55433"/>
                </a:cubicBezTo>
                <a:lnTo>
                  <a:pt x="954520" y="55433"/>
                </a:lnTo>
                <a:close/>
                <a:moveTo>
                  <a:pt x="1053122" y="12189"/>
                </a:moveTo>
                <a:lnTo>
                  <a:pt x="1053122" y="28007"/>
                </a:lnTo>
                <a:lnTo>
                  <a:pt x="1035418" y="28007"/>
                </a:lnTo>
                <a:lnTo>
                  <a:pt x="1035418" y="12189"/>
                </a:lnTo>
                <a:lnTo>
                  <a:pt x="1053122" y="12189"/>
                </a:lnTo>
                <a:moveTo>
                  <a:pt x="1055153" y="40486"/>
                </a:moveTo>
                <a:lnTo>
                  <a:pt x="1055153" y="91421"/>
                </a:lnTo>
                <a:lnTo>
                  <a:pt x="1073002" y="91421"/>
                </a:lnTo>
                <a:cubicBezTo>
                  <a:pt x="1076582" y="91421"/>
                  <a:pt x="1079133" y="92110"/>
                  <a:pt x="1080657" y="93488"/>
                </a:cubicBezTo>
                <a:cubicBezTo>
                  <a:pt x="1082181" y="94867"/>
                  <a:pt x="1082942" y="96669"/>
                  <a:pt x="1082942" y="98894"/>
                </a:cubicBezTo>
                <a:cubicBezTo>
                  <a:pt x="1082942" y="101119"/>
                  <a:pt x="1082181" y="102921"/>
                  <a:pt x="1080657" y="104299"/>
                </a:cubicBezTo>
                <a:cubicBezTo>
                  <a:pt x="1079133" y="105678"/>
                  <a:pt x="1076582" y="106367"/>
                  <a:pt x="1073002" y="106367"/>
                </a:cubicBezTo>
                <a:lnTo>
                  <a:pt x="1022431" y="106367"/>
                </a:lnTo>
                <a:cubicBezTo>
                  <a:pt x="1018851" y="106367"/>
                  <a:pt x="1016300" y="105666"/>
                  <a:pt x="1014776" y="104263"/>
                </a:cubicBezTo>
                <a:cubicBezTo>
                  <a:pt x="1013252" y="102860"/>
                  <a:pt x="1012490" y="101046"/>
                  <a:pt x="1012490" y="98821"/>
                </a:cubicBezTo>
                <a:cubicBezTo>
                  <a:pt x="1012490" y="96596"/>
                  <a:pt x="1013252" y="94807"/>
                  <a:pt x="1014776" y="93452"/>
                </a:cubicBezTo>
                <a:cubicBezTo>
                  <a:pt x="1016300" y="92098"/>
                  <a:pt x="1018851" y="91421"/>
                  <a:pt x="1022431" y="91421"/>
                </a:cubicBezTo>
                <a:lnTo>
                  <a:pt x="1040279" y="91421"/>
                </a:lnTo>
                <a:lnTo>
                  <a:pt x="1040279" y="55433"/>
                </a:lnTo>
                <a:lnTo>
                  <a:pt x="1028308" y="55433"/>
                </a:lnTo>
                <a:cubicBezTo>
                  <a:pt x="1024777" y="55433"/>
                  <a:pt x="1022237" y="54731"/>
                  <a:pt x="1020689" y="53329"/>
                </a:cubicBezTo>
                <a:cubicBezTo>
                  <a:pt x="1019141" y="51926"/>
                  <a:pt x="1018367" y="50112"/>
                  <a:pt x="1018367" y="47887"/>
                </a:cubicBezTo>
                <a:cubicBezTo>
                  <a:pt x="1018367" y="45662"/>
                  <a:pt x="1019129" y="43872"/>
                  <a:pt x="1020653" y="42518"/>
                </a:cubicBezTo>
                <a:cubicBezTo>
                  <a:pt x="1022177" y="41163"/>
                  <a:pt x="1024728" y="40486"/>
                  <a:pt x="1028308" y="40486"/>
                </a:cubicBezTo>
                <a:lnTo>
                  <a:pt x="1055153" y="40486"/>
                </a:lnTo>
                <a:close/>
                <a:moveTo>
                  <a:pt x="1114430" y="40486"/>
                </a:moveTo>
                <a:lnTo>
                  <a:pt x="1114430" y="44695"/>
                </a:lnTo>
                <a:cubicBezTo>
                  <a:pt x="1116848" y="42270"/>
                  <a:pt x="1119037" y="40600"/>
                  <a:pt x="1120996" y="39684"/>
                </a:cubicBezTo>
                <a:cubicBezTo>
                  <a:pt x="1122955" y="38768"/>
                  <a:pt x="1125217" y="38310"/>
                  <a:pt x="1127780" y="38310"/>
                </a:cubicBezTo>
                <a:cubicBezTo>
                  <a:pt x="1129957" y="38310"/>
                  <a:pt x="1132109" y="38854"/>
                  <a:pt x="1134238" y="39942"/>
                </a:cubicBezTo>
                <a:cubicBezTo>
                  <a:pt x="1136366" y="41030"/>
                  <a:pt x="1138446" y="42663"/>
                  <a:pt x="1140478" y="44840"/>
                </a:cubicBezTo>
                <a:cubicBezTo>
                  <a:pt x="1143041" y="42687"/>
                  <a:pt x="1145641" y="41085"/>
                  <a:pt x="1148277" y="40033"/>
                </a:cubicBezTo>
                <a:cubicBezTo>
                  <a:pt x="1150914" y="38981"/>
                  <a:pt x="1153610" y="38455"/>
                  <a:pt x="1156367" y="38455"/>
                </a:cubicBezTo>
                <a:cubicBezTo>
                  <a:pt x="1161882" y="38455"/>
                  <a:pt x="1166356" y="39930"/>
                  <a:pt x="1169790" y="42881"/>
                </a:cubicBezTo>
                <a:cubicBezTo>
                  <a:pt x="1174337" y="46750"/>
                  <a:pt x="1176610" y="51829"/>
                  <a:pt x="1176610" y="58117"/>
                </a:cubicBezTo>
                <a:lnTo>
                  <a:pt x="1176610" y="91421"/>
                </a:lnTo>
                <a:cubicBezTo>
                  <a:pt x="1179706" y="91421"/>
                  <a:pt x="1182004" y="92110"/>
                  <a:pt x="1183503" y="93488"/>
                </a:cubicBezTo>
                <a:cubicBezTo>
                  <a:pt x="1185003" y="94867"/>
                  <a:pt x="1185753" y="96669"/>
                  <a:pt x="1185753" y="98894"/>
                </a:cubicBezTo>
                <a:cubicBezTo>
                  <a:pt x="1185753" y="101119"/>
                  <a:pt x="1185003" y="102921"/>
                  <a:pt x="1183503" y="104299"/>
                </a:cubicBezTo>
                <a:cubicBezTo>
                  <a:pt x="1182004" y="105678"/>
                  <a:pt x="1179464" y="106367"/>
                  <a:pt x="1175885" y="106367"/>
                </a:cubicBezTo>
                <a:lnTo>
                  <a:pt x="1161736" y="106367"/>
                </a:lnTo>
                <a:lnTo>
                  <a:pt x="1161736" y="59423"/>
                </a:lnTo>
                <a:cubicBezTo>
                  <a:pt x="1161736" y="57150"/>
                  <a:pt x="1161325" y="55578"/>
                  <a:pt x="1160503" y="54707"/>
                </a:cubicBezTo>
                <a:cubicBezTo>
                  <a:pt x="1159681" y="53837"/>
                  <a:pt x="1158423" y="53401"/>
                  <a:pt x="1156730" y="53401"/>
                </a:cubicBezTo>
                <a:cubicBezTo>
                  <a:pt x="1155085" y="53401"/>
                  <a:pt x="1153562" y="53830"/>
                  <a:pt x="1152159" y="54687"/>
                </a:cubicBezTo>
                <a:cubicBezTo>
                  <a:pt x="1150369" y="55878"/>
                  <a:pt x="1148193" y="58117"/>
                  <a:pt x="1145629" y="61405"/>
                </a:cubicBezTo>
                <a:lnTo>
                  <a:pt x="1145629" y="91421"/>
                </a:lnTo>
                <a:cubicBezTo>
                  <a:pt x="1148725" y="91421"/>
                  <a:pt x="1151022" y="92110"/>
                  <a:pt x="1152522" y="93488"/>
                </a:cubicBezTo>
                <a:cubicBezTo>
                  <a:pt x="1154021" y="94867"/>
                  <a:pt x="1154771" y="96669"/>
                  <a:pt x="1154771" y="98894"/>
                </a:cubicBezTo>
                <a:cubicBezTo>
                  <a:pt x="1154771" y="101119"/>
                  <a:pt x="1154021" y="102921"/>
                  <a:pt x="1152522" y="104299"/>
                </a:cubicBezTo>
                <a:cubicBezTo>
                  <a:pt x="1151022" y="105678"/>
                  <a:pt x="1148483" y="106367"/>
                  <a:pt x="1144903" y="106367"/>
                </a:cubicBezTo>
                <a:lnTo>
                  <a:pt x="1130755" y="106367"/>
                </a:lnTo>
                <a:lnTo>
                  <a:pt x="1130755" y="59294"/>
                </a:lnTo>
                <a:cubicBezTo>
                  <a:pt x="1130755" y="57063"/>
                  <a:pt x="1130332" y="55499"/>
                  <a:pt x="1129485" y="54603"/>
                </a:cubicBezTo>
                <a:cubicBezTo>
                  <a:pt x="1128639" y="53705"/>
                  <a:pt x="1127369" y="53256"/>
                  <a:pt x="1125676" y="53256"/>
                </a:cubicBezTo>
                <a:cubicBezTo>
                  <a:pt x="1123935" y="53256"/>
                  <a:pt x="1122218" y="53802"/>
                  <a:pt x="1120525" y="54893"/>
                </a:cubicBezTo>
                <a:cubicBezTo>
                  <a:pt x="1118832" y="55985"/>
                  <a:pt x="1116800" y="58155"/>
                  <a:pt x="1114430" y="61405"/>
                </a:cubicBezTo>
                <a:lnTo>
                  <a:pt x="1114430" y="91421"/>
                </a:lnTo>
                <a:cubicBezTo>
                  <a:pt x="1117526" y="91421"/>
                  <a:pt x="1119835" y="92110"/>
                  <a:pt x="1121359" y="93488"/>
                </a:cubicBezTo>
                <a:cubicBezTo>
                  <a:pt x="1122883" y="94867"/>
                  <a:pt x="1123645" y="96669"/>
                  <a:pt x="1123645" y="98894"/>
                </a:cubicBezTo>
                <a:cubicBezTo>
                  <a:pt x="1123645" y="101119"/>
                  <a:pt x="1122883" y="102921"/>
                  <a:pt x="1121359" y="104299"/>
                </a:cubicBezTo>
                <a:cubicBezTo>
                  <a:pt x="1119835" y="105678"/>
                  <a:pt x="1117284" y="106367"/>
                  <a:pt x="1113704" y="106367"/>
                </a:cubicBezTo>
                <a:lnTo>
                  <a:pt x="1100281" y="106367"/>
                </a:lnTo>
                <a:cubicBezTo>
                  <a:pt x="1096702" y="106367"/>
                  <a:pt x="1094150" y="105666"/>
                  <a:pt x="1092627" y="104263"/>
                </a:cubicBezTo>
                <a:cubicBezTo>
                  <a:pt x="1091103" y="102860"/>
                  <a:pt x="1090341" y="101046"/>
                  <a:pt x="1090341" y="98821"/>
                </a:cubicBezTo>
                <a:cubicBezTo>
                  <a:pt x="1090341" y="96596"/>
                  <a:pt x="1091091" y="94807"/>
                  <a:pt x="1092591" y="93452"/>
                </a:cubicBezTo>
                <a:cubicBezTo>
                  <a:pt x="1094090" y="92098"/>
                  <a:pt x="1096412" y="91421"/>
                  <a:pt x="1099556" y="91421"/>
                </a:cubicBezTo>
                <a:lnTo>
                  <a:pt x="1099556" y="55433"/>
                </a:lnTo>
                <a:cubicBezTo>
                  <a:pt x="1096412" y="55433"/>
                  <a:pt x="1094090" y="54731"/>
                  <a:pt x="1092591" y="53329"/>
                </a:cubicBezTo>
                <a:cubicBezTo>
                  <a:pt x="1091091" y="51926"/>
                  <a:pt x="1090341" y="50112"/>
                  <a:pt x="1090341" y="47887"/>
                </a:cubicBezTo>
                <a:cubicBezTo>
                  <a:pt x="1090341" y="45662"/>
                  <a:pt x="1091103" y="43872"/>
                  <a:pt x="1092627" y="42518"/>
                </a:cubicBezTo>
                <a:cubicBezTo>
                  <a:pt x="1094150" y="41163"/>
                  <a:pt x="1096702" y="40486"/>
                  <a:pt x="1100281" y="40486"/>
                </a:cubicBezTo>
                <a:lnTo>
                  <a:pt x="1114430" y="40486"/>
                </a:lnTo>
                <a:close/>
                <a:moveTo>
                  <a:pt x="1238354" y="98821"/>
                </a:moveTo>
                <a:cubicBezTo>
                  <a:pt x="1238354" y="101627"/>
                  <a:pt x="1237362" y="103973"/>
                  <a:pt x="1235379" y="105859"/>
                </a:cubicBezTo>
                <a:cubicBezTo>
                  <a:pt x="1233396" y="107746"/>
                  <a:pt x="1230663" y="108689"/>
                  <a:pt x="1227180" y="108689"/>
                </a:cubicBezTo>
                <a:cubicBezTo>
                  <a:pt x="1223697" y="108689"/>
                  <a:pt x="1220964" y="107746"/>
                  <a:pt x="1218981" y="105859"/>
                </a:cubicBezTo>
                <a:cubicBezTo>
                  <a:pt x="1216998" y="103973"/>
                  <a:pt x="1216006" y="101627"/>
                  <a:pt x="1216006" y="98821"/>
                </a:cubicBezTo>
                <a:cubicBezTo>
                  <a:pt x="1216006" y="96016"/>
                  <a:pt x="1216998" y="93670"/>
                  <a:pt x="1218981" y="91783"/>
                </a:cubicBezTo>
                <a:cubicBezTo>
                  <a:pt x="1220964" y="89897"/>
                  <a:pt x="1223697" y="88954"/>
                  <a:pt x="1227180" y="88954"/>
                </a:cubicBezTo>
                <a:cubicBezTo>
                  <a:pt x="1230663" y="88954"/>
                  <a:pt x="1233396" y="89897"/>
                  <a:pt x="1235379" y="91783"/>
                </a:cubicBezTo>
                <a:cubicBezTo>
                  <a:pt x="1237362" y="93670"/>
                  <a:pt x="1238354" y="96016"/>
                  <a:pt x="1238354" y="98821"/>
                </a:cubicBezTo>
                <a:close/>
                <a:moveTo>
                  <a:pt x="1339785" y="43098"/>
                </a:moveTo>
                <a:cubicBezTo>
                  <a:pt x="1341575" y="41454"/>
                  <a:pt x="1343413" y="40631"/>
                  <a:pt x="1345299" y="40631"/>
                </a:cubicBezTo>
                <a:cubicBezTo>
                  <a:pt x="1347428" y="40631"/>
                  <a:pt x="1349181" y="41393"/>
                  <a:pt x="1350560" y="42917"/>
                </a:cubicBezTo>
                <a:cubicBezTo>
                  <a:pt x="1351938" y="44441"/>
                  <a:pt x="1352628" y="46968"/>
                  <a:pt x="1352628" y="50499"/>
                </a:cubicBezTo>
                <a:lnTo>
                  <a:pt x="1352628" y="60076"/>
                </a:lnTo>
                <a:cubicBezTo>
                  <a:pt x="1352628" y="63656"/>
                  <a:pt x="1351938" y="66195"/>
                  <a:pt x="1350560" y="67695"/>
                </a:cubicBezTo>
                <a:cubicBezTo>
                  <a:pt x="1349181" y="69194"/>
                  <a:pt x="1347379" y="69944"/>
                  <a:pt x="1345154" y="69944"/>
                </a:cubicBezTo>
                <a:cubicBezTo>
                  <a:pt x="1343123" y="69944"/>
                  <a:pt x="1341406" y="69364"/>
                  <a:pt x="1340003" y="68203"/>
                </a:cubicBezTo>
                <a:cubicBezTo>
                  <a:pt x="1338987" y="67332"/>
                  <a:pt x="1338189" y="65554"/>
                  <a:pt x="1337608" y="62870"/>
                </a:cubicBezTo>
                <a:cubicBezTo>
                  <a:pt x="1337028" y="60185"/>
                  <a:pt x="1335625" y="58190"/>
                  <a:pt x="1333400" y="56884"/>
                </a:cubicBezTo>
                <a:cubicBezTo>
                  <a:pt x="1329482" y="54562"/>
                  <a:pt x="1324476" y="53401"/>
                  <a:pt x="1318381" y="53401"/>
                </a:cubicBezTo>
                <a:cubicBezTo>
                  <a:pt x="1311367" y="53401"/>
                  <a:pt x="1305744" y="55446"/>
                  <a:pt x="1301512" y="59537"/>
                </a:cubicBezTo>
                <a:cubicBezTo>
                  <a:pt x="1297279" y="63626"/>
                  <a:pt x="1295163" y="68797"/>
                  <a:pt x="1295163" y="75050"/>
                </a:cubicBezTo>
                <a:cubicBezTo>
                  <a:pt x="1295163" y="80824"/>
                  <a:pt x="1297195" y="85383"/>
                  <a:pt x="1301258" y="88727"/>
                </a:cubicBezTo>
                <a:cubicBezTo>
                  <a:pt x="1305321" y="92071"/>
                  <a:pt x="1312069" y="93742"/>
                  <a:pt x="1321501" y="93742"/>
                </a:cubicBezTo>
                <a:cubicBezTo>
                  <a:pt x="1327692" y="93742"/>
                  <a:pt x="1332747" y="93119"/>
                  <a:pt x="1336665" y="91872"/>
                </a:cubicBezTo>
                <a:cubicBezTo>
                  <a:pt x="1338987" y="91104"/>
                  <a:pt x="1341188" y="89797"/>
                  <a:pt x="1343268" y="87952"/>
                </a:cubicBezTo>
                <a:cubicBezTo>
                  <a:pt x="1345348" y="86104"/>
                  <a:pt x="1347234" y="85181"/>
                  <a:pt x="1348927" y="85181"/>
                </a:cubicBezTo>
                <a:cubicBezTo>
                  <a:pt x="1350959" y="85181"/>
                  <a:pt x="1352712" y="85931"/>
                  <a:pt x="1354188" y="87430"/>
                </a:cubicBezTo>
                <a:cubicBezTo>
                  <a:pt x="1355663" y="88930"/>
                  <a:pt x="1356400" y="90695"/>
                  <a:pt x="1356400" y="92727"/>
                </a:cubicBezTo>
                <a:cubicBezTo>
                  <a:pt x="1356400" y="96016"/>
                  <a:pt x="1354151" y="99136"/>
                  <a:pt x="1349653" y="102086"/>
                </a:cubicBezTo>
                <a:cubicBezTo>
                  <a:pt x="1342978" y="106488"/>
                  <a:pt x="1333207" y="108689"/>
                  <a:pt x="1320340" y="108689"/>
                </a:cubicBezTo>
                <a:cubicBezTo>
                  <a:pt x="1308780" y="108689"/>
                  <a:pt x="1299783" y="106297"/>
                  <a:pt x="1293349" y="101513"/>
                </a:cubicBezTo>
                <a:cubicBezTo>
                  <a:pt x="1284643" y="95087"/>
                  <a:pt x="1280289" y="86293"/>
                  <a:pt x="1280289" y="75130"/>
                </a:cubicBezTo>
                <a:cubicBezTo>
                  <a:pt x="1280289" y="64548"/>
                  <a:pt x="1283820" y="55791"/>
                  <a:pt x="1290882" y="48857"/>
                </a:cubicBezTo>
                <a:cubicBezTo>
                  <a:pt x="1297944" y="41922"/>
                  <a:pt x="1307159" y="38455"/>
                  <a:pt x="1318526" y="38455"/>
                </a:cubicBezTo>
                <a:cubicBezTo>
                  <a:pt x="1322638" y="38455"/>
                  <a:pt x="1326459" y="38842"/>
                  <a:pt x="1329990" y="39616"/>
                </a:cubicBezTo>
                <a:cubicBezTo>
                  <a:pt x="1333521" y="40390"/>
                  <a:pt x="1336786" y="41550"/>
                  <a:pt x="1339785" y="43098"/>
                </a:cubicBezTo>
                <a:close/>
                <a:moveTo>
                  <a:pt x="1444845" y="74588"/>
                </a:moveTo>
                <a:cubicBezTo>
                  <a:pt x="1444845" y="80295"/>
                  <a:pt x="1443260" y="85822"/>
                  <a:pt x="1440092" y="91167"/>
                </a:cubicBezTo>
                <a:cubicBezTo>
                  <a:pt x="1436924" y="96512"/>
                  <a:pt x="1432208" y="100768"/>
                  <a:pt x="1425944" y="103937"/>
                </a:cubicBezTo>
                <a:cubicBezTo>
                  <a:pt x="1419680" y="107105"/>
                  <a:pt x="1413138" y="108689"/>
                  <a:pt x="1406317" y="108689"/>
                </a:cubicBezTo>
                <a:cubicBezTo>
                  <a:pt x="1399545" y="108689"/>
                  <a:pt x="1393064" y="107129"/>
                  <a:pt x="1386872" y="104009"/>
                </a:cubicBezTo>
                <a:cubicBezTo>
                  <a:pt x="1380681" y="100889"/>
                  <a:pt x="1375965" y="96645"/>
                  <a:pt x="1372724" y="91276"/>
                </a:cubicBezTo>
                <a:cubicBezTo>
                  <a:pt x="1369483" y="85906"/>
                  <a:pt x="1367863" y="80295"/>
                  <a:pt x="1367863" y="74443"/>
                </a:cubicBezTo>
                <a:cubicBezTo>
                  <a:pt x="1367863" y="68493"/>
                  <a:pt x="1369507" y="62652"/>
                  <a:pt x="1372796" y="56920"/>
                </a:cubicBezTo>
                <a:cubicBezTo>
                  <a:pt x="1376086" y="51188"/>
                  <a:pt x="1380814" y="46678"/>
                  <a:pt x="1386981" y="43389"/>
                </a:cubicBezTo>
                <a:cubicBezTo>
                  <a:pt x="1393148" y="40099"/>
                  <a:pt x="1399594" y="38455"/>
                  <a:pt x="1406317" y="38455"/>
                </a:cubicBezTo>
                <a:cubicBezTo>
                  <a:pt x="1413089" y="38455"/>
                  <a:pt x="1419607" y="40136"/>
                  <a:pt x="1425871" y="43497"/>
                </a:cubicBezTo>
                <a:cubicBezTo>
                  <a:pt x="1432135" y="46859"/>
                  <a:pt x="1436863" y="51382"/>
                  <a:pt x="1440056" y="57065"/>
                </a:cubicBezTo>
                <a:cubicBezTo>
                  <a:pt x="1443248" y="62749"/>
                  <a:pt x="1444845" y="68590"/>
                  <a:pt x="1444845" y="74588"/>
                </a:cubicBezTo>
                <a:moveTo>
                  <a:pt x="1429971" y="74656"/>
                </a:moveTo>
                <a:cubicBezTo>
                  <a:pt x="1429971" y="69885"/>
                  <a:pt x="1428253" y="65499"/>
                  <a:pt x="1424819" y="61498"/>
                </a:cubicBezTo>
                <a:cubicBezTo>
                  <a:pt x="1420127" y="56100"/>
                  <a:pt x="1413960" y="53401"/>
                  <a:pt x="1406317" y="53401"/>
                </a:cubicBezTo>
                <a:cubicBezTo>
                  <a:pt x="1399594" y="53401"/>
                  <a:pt x="1393983" y="55546"/>
                  <a:pt x="1389484" y="59836"/>
                </a:cubicBezTo>
                <a:cubicBezTo>
                  <a:pt x="1384986" y="64126"/>
                  <a:pt x="1382737" y="69090"/>
                  <a:pt x="1382737" y="74728"/>
                </a:cubicBezTo>
                <a:cubicBezTo>
                  <a:pt x="1382737" y="79355"/>
                  <a:pt x="1385010" y="83681"/>
                  <a:pt x="1389557" y="87707"/>
                </a:cubicBezTo>
                <a:cubicBezTo>
                  <a:pt x="1394104" y="91731"/>
                  <a:pt x="1399690" y="93742"/>
                  <a:pt x="1406317" y="93742"/>
                </a:cubicBezTo>
                <a:cubicBezTo>
                  <a:pt x="1412992" y="93742"/>
                  <a:pt x="1418603" y="91731"/>
                  <a:pt x="1423150" y="87707"/>
                </a:cubicBezTo>
                <a:cubicBezTo>
                  <a:pt x="1427697" y="83681"/>
                  <a:pt x="1429971" y="79331"/>
                  <a:pt x="1429971" y="74656"/>
                </a:cubicBezTo>
                <a:close/>
                <a:moveTo>
                  <a:pt x="1472849" y="40486"/>
                </a:moveTo>
                <a:lnTo>
                  <a:pt x="1472849" y="44695"/>
                </a:lnTo>
                <a:cubicBezTo>
                  <a:pt x="1475268" y="42270"/>
                  <a:pt x="1477457" y="40600"/>
                  <a:pt x="1479416" y="39684"/>
                </a:cubicBezTo>
                <a:cubicBezTo>
                  <a:pt x="1481375" y="38768"/>
                  <a:pt x="1483636" y="38310"/>
                  <a:pt x="1486200" y="38310"/>
                </a:cubicBezTo>
                <a:cubicBezTo>
                  <a:pt x="1488376" y="38310"/>
                  <a:pt x="1490529" y="38854"/>
                  <a:pt x="1492657" y="39942"/>
                </a:cubicBezTo>
                <a:cubicBezTo>
                  <a:pt x="1494785" y="41030"/>
                  <a:pt x="1496865" y="42663"/>
                  <a:pt x="1498897" y="44840"/>
                </a:cubicBezTo>
                <a:cubicBezTo>
                  <a:pt x="1501461" y="42687"/>
                  <a:pt x="1504061" y="41085"/>
                  <a:pt x="1506697" y="40033"/>
                </a:cubicBezTo>
                <a:cubicBezTo>
                  <a:pt x="1509333" y="38981"/>
                  <a:pt x="1512030" y="38455"/>
                  <a:pt x="1514787" y="38455"/>
                </a:cubicBezTo>
                <a:cubicBezTo>
                  <a:pt x="1520301" y="38455"/>
                  <a:pt x="1524775" y="39930"/>
                  <a:pt x="1528210" y="42881"/>
                </a:cubicBezTo>
                <a:cubicBezTo>
                  <a:pt x="1532756" y="46750"/>
                  <a:pt x="1535030" y="51829"/>
                  <a:pt x="1535030" y="58117"/>
                </a:cubicBezTo>
                <a:lnTo>
                  <a:pt x="1535030" y="91421"/>
                </a:lnTo>
                <a:cubicBezTo>
                  <a:pt x="1538126" y="91421"/>
                  <a:pt x="1540423" y="92110"/>
                  <a:pt x="1541923" y="93488"/>
                </a:cubicBezTo>
                <a:cubicBezTo>
                  <a:pt x="1543422" y="94867"/>
                  <a:pt x="1544172" y="96669"/>
                  <a:pt x="1544172" y="98894"/>
                </a:cubicBezTo>
                <a:cubicBezTo>
                  <a:pt x="1544172" y="101119"/>
                  <a:pt x="1543422" y="102921"/>
                  <a:pt x="1541923" y="104299"/>
                </a:cubicBezTo>
                <a:cubicBezTo>
                  <a:pt x="1540423" y="105678"/>
                  <a:pt x="1537884" y="106367"/>
                  <a:pt x="1534304" y="106367"/>
                </a:cubicBezTo>
                <a:lnTo>
                  <a:pt x="1520156" y="106367"/>
                </a:lnTo>
                <a:lnTo>
                  <a:pt x="1520156" y="59423"/>
                </a:lnTo>
                <a:cubicBezTo>
                  <a:pt x="1520156" y="57150"/>
                  <a:pt x="1519745" y="55578"/>
                  <a:pt x="1518922" y="54707"/>
                </a:cubicBezTo>
                <a:cubicBezTo>
                  <a:pt x="1518100" y="53837"/>
                  <a:pt x="1516842" y="53401"/>
                  <a:pt x="1515150" y="53401"/>
                </a:cubicBezTo>
                <a:cubicBezTo>
                  <a:pt x="1513505" y="53401"/>
                  <a:pt x="1511981" y="53830"/>
                  <a:pt x="1510578" y="54687"/>
                </a:cubicBezTo>
                <a:cubicBezTo>
                  <a:pt x="1508789" y="55878"/>
                  <a:pt x="1506612" y="58117"/>
                  <a:pt x="1504048" y="61405"/>
                </a:cubicBezTo>
                <a:lnTo>
                  <a:pt x="1504048" y="91421"/>
                </a:lnTo>
                <a:cubicBezTo>
                  <a:pt x="1507144" y="91421"/>
                  <a:pt x="1509442" y="92110"/>
                  <a:pt x="1510941" y="93488"/>
                </a:cubicBezTo>
                <a:cubicBezTo>
                  <a:pt x="1512441" y="94867"/>
                  <a:pt x="1513191" y="96669"/>
                  <a:pt x="1513191" y="98894"/>
                </a:cubicBezTo>
                <a:cubicBezTo>
                  <a:pt x="1513191" y="101119"/>
                  <a:pt x="1512441" y="102921"/>
                  <a:pt x="1510941" y="104299"/>
                </a:cubicBezTo>
                <a:cubicBezTo>
                  <a:pt x="1509442" y="105678"/>
                  <a:pt x="1506902" y="106367"/>
                  <a:pt x="1503323" y="106367"/>
                </a:cubicBezTo>
                <a:lnTo>
                  <a:pt x="1489174" y="106367"/>
                </a:lnTo>
                <a:lnTo>
                  <a:pt x="1489174" y="59294"/>
                </a:lnTo>
                <a:cubicBezTo>
                  <a:pt x="1489174" y="57063"/>
                  <a:pt x="1488751" y="55499"/>
                  <a:pt x="1487905" y="54603"/>
                </a:cubicBezTo>
                <a:cubicBezTo>
                  <a:pt x="1487058" y="53705"/>
                  <a:pt x="1485789" y="53256"/>
                  <a:pt x="1484096" y="53256"/>
                </a:cubicBezTo>
                <a:cubicBezTo>
                  <a:pt x="1482354" y="53256"/>
                  <a:pt x="1480637" y="53802"/>
                  <a:pt x="1478944" y="54893"/>
                </a:cubicBezTo>
                <a:cubicBezTo>
                  <a:pt x="1477251" y="55985"/>
                  <a:pt x="1475220" y="58155"/>
                  <a:pt x="1472849" y="61405"/>
                </a:cubicBezTo>
                <a:lnTo>
                  <a:pt x="1472849" y="91421"/>
                </a:lnTo>
                <a:cubicBezTo>
                  <a:pt x="1475945" y="91421"/>
                  <a:pt x="1478255" y="92110"/>
                  <a:pt x="1479778" y="93488"/>
                </a:cubicBezTo>
                <a:cubicBezTo>
                  <a:pt x="1481302" y="94867"/>
                  <a:pt x="1482064" y="96669"/>
                  <a:pt x="1482064" y="98894"/>
                </a:cubicBezTo>
                <a:cubicBezTo>
                  <a:pt x="1482064" y="101119"/>
                  <a:pt x="1481302" y="102921"/>
                  <a:pt x="1479778" y="104299"/>
                </a:cubicBezTo>
                <a:cubicBezTo>
                  <a:pt x="1478255" y="105678"/>
                  <a:pt x="1475703" y="106367"/>
                  <a:pt x="1472124" y="106367"/>
                </a:cubicBezTo>
                <a:lnTo>
                  <a:pt x="1458701" y="106367"/>
                </a:lnTo>
                <a:cubicBezTo>
                  <a:pt x="1455121" y="106367"/>
                  <a:pt x="1452570" y="105666"/>
                  <a:pt x="1451046" y="104263"/>
                </a:cubicBezTo>
                <a:cubicBezTo>
                  <a:pt x="1449523" y="102860"/>
                  <a:pt x="1448761" y="101046"/>
                  <a:pt x="1448761" y="98821"/>
                </a:cubicBezTo>
                <a:cubicBezTo>
                  <a:pt x="1448761" y="96596"/>
                  <a:pt x="1449510" y="94807"/>
                  <a:pt x="1451010" y="93452"/>
                </a:cubicBezTo>
                <a:cubicBezTo>
                  <a:pt x="1452509" y="92098"/>
                  <a:pt x="1454831" y="91421"/>
                  <a:pt x="1457975" y="91421"/>
                </a:cubicBezTo>
                <a:lnTo>
                  <a:pt x="1457975" y="55433"/>
                </a:lnTo>
                <a:cubicBezTo>
                  <a:pt x="1454831" y="55433"/>
                  <a:pt x="1452509" y="54731"/>
                  <a:pt x="1451010" y="53329"/>
                </a:cubicBezTo>
                <a:cubicBezTo>
                  <a:pt x="1449510" y="51926"/>
                  <a:pt x="1448761" y="50112"/>
                  <a:pt x="1448761" y="47887"/>
                </a:cubicBezTo>
                <a:cubicBezTo>
                  <a:pt x="1448761" y="45662"/>
                  <a:pt x="1449523" y="43872"/>
                  <a:pt x="1451046" y="42518"/>
                </a:cubicBezTo>
                <a:cubicBezTo>
                  <a:pt x="1452570" y="41163"/>
                  <a:pt x="1455121" y="40486"/>
                  <a:pt x="1458701" y="40486"/>
                </a:cubicBezTo>
                <a:lnTo>
                  <a:pt x="1472849" y="4048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(T">
            <a:extLst xmlns:a="http://schemas.openxmlformats.org/drawingml/2006/main">
              <a:ext uri="{FF2B5EF4-FFF2-40B4-BE49-F238E27FC236}">
                <a16:creationId xmlns:a16="http://schemas.microsoft.com/office/drawing/2014/main" id="{E0CF00D2-743B-4A61-BADF-5E3B7805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63" y="2248015"/>
            <a:ext cx="142248" cy="139598"/>
          </a:xfrm>
          <a:custGeom xmlns:a="http://schemas.openxmlformats.org/drawingml/2006/main">
            <a:pathLst>
              <a:path w="142248" h="139598">
                <a:moveTo>
                  <a:pt x="11391" y="139598"/>
                </a:moveTo>
                <a:cubicBezTo>
                  <a:pt x="3797" y="122942"/>
                  <a:pt x="0" y="105825"/>
                  <a:pt x="0" y="88246"/>
                </a:cubicBezTo>
                <a:cubicBezTo>
                  <a:pt x="0" y="76528"/>
                  <a:pt x="1536" y="65622"/>
                  <a:pt x="4607" y="55528"/>
                </a:cubicBezTo>
                <a:cubicBezTo>
                  <a:pt x="7679" y="45432"/>
                  <a:pt x="12359" y="35445"/>
                  <a:pt x="18647" y="25567"/>
                </a:cubicBezTo>
                <a:cubicBezTo>
                  <a:pt x="22807" y="18981"/>
                  <a:pt x="29458" y="10459"/>
                  <a:pt x="38600" y="0"/>
                </a:cubicBezTo>
                <a:lnTo>
                  <a:pt x="48830" y="0"/>
                </a:lnTo>
                <a:cubicBezTo>
                  <a:pt x="43171" y="6052"/>
                  <a:pt x="37185" y="14575"/>
                  <a:pt x="30873" y="25567"/>
                </a:cubicBezTo>
                <a:cubicBezTo>
                  <a:pt x="24560" y="36558"/>
                  <a:pt x="19977" y="47356"/>
                  <a:pt x="17123" y="57961"/>
                </a:cubicBezTo>
                <a:cubicBezTo>
                  <a:pt x="14269" y="68565"/>
                  <a:pt x="12842" y="79217"/>
                  <a:pt x="12842" y="89917"/>
                </a:cubicBezTo>
                <a:cubicBezTo>
                  <a:pt x="12842" y="105896"/>
                  <a:pt x="15624" y="122456"/>
                  <a:pt x="21186" y="139598"/>
                </a:cubicBezTo>
                <a:lnTo>
                  <a:pt x="11391" y="139598"/>
                </a:lnTo>
                <a:close/>
                <a:moveTo>
                  <a:pt x="71216" y="108254"/>
                </a:moveTo>
                <a:lnTo>
                  <a:pt x="90879" y="13931"/>
                </a:lnTo>
                <a:lnTo>
                  <a:pt x="55979" y="13931"/>
                </a:lnTo>
                <a:lnTo>
                  <a:pt x="58519" y="1886"/>
                </a:lnTo>
                <a:lnTo>
                  <a:pt x="142248" y="1886"/>
                </a:lnTo>
                <a:lnTo>
                  <a:pt x="139709" y="13931"/>
                </a:lnTo>
                <a:lnTo>
                  <a:pt x="105100" y="13931"/>
                </a:lnTo>
                <a:lnTo>
                  <a:pt x="85437" y="108254"/>
                </a:lnTo>
                <a:lnTo>
                  <a:pt x="71216" y="10825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ableIIshowspayloads">
            <a:extLst xmlns:a="http://schemas.openxmlformats.org/drawingml/2006/main">
              <a:ext uri="{FF2B5EF4-FFF2-40B4-BE49-F238E27FC236}">
                <a16:creationId xmlns:a16="http://schemas.microsoft.com/office/drawing/2014/main" id="{11DFEDFF-2AED-43D8-99C2-2888A959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69" y="2249901"/>
            <a:ext cx="1503157" cy="137711"/>
          </a:xfrm>
          <a:custGeom xmlns:a="http://schemas.openxmlformats.org/drawingml/2006/main">
            <a:pathLst>
              <a:path w="1503157" h="137711">
                <a:moveTo>
                  <a:pt x="50354" y="96790"/>
                </a:moveTo>
                <a:cubicBezTo>
                  <a:pt x="45807" y="100708"/>
                  <a:pt x="41430" y="103574"/>
                  <a:pt x="37221" y="105388"/>
                </a:cubicBezTo>
                <a:cubicBezTo>
                  <a:pt x="33013" y="107202"/>
                  <a:pt x="28515" y="108109"/>
                  <a:pt x="23726" y="108109"/>
                </a:cubicBezTo>
                <a:cubicBezTo>
                  <a:pt x="16615" y="108109"/>
                  <a:pt x="10883" y="106016"/>
                  <a:pt x="6530" y="101832"/>
                </a:cubicBezTo>
                <a:cubicBezTo>
                  <a:pt x="2177" y="97648"/>
                  <a:pt x="0" y="92291"/>
                  <a:pt x="0" y="85761"/>
                </a:cubicBezTo>
                <a:cubicBezTo>
                  <a:pt x="0" y="81456"/>
                  <a:pt x="980" y="77647"/>
                  <a:pt x="2939" y="74334"/>
                </a:cubicBezTo>
                <a:cubicBezTo>
                  <a:pt x="4898" y="71020"/>
                  <a:pt x="7497" y="68360"/>
                  <a:pt x="10738" y="66353"/>
                </a:cubicBezTo>
                <a:cubicBezTo>
                  <a:pt x="13979" y="64345"/>
                  <a:pt x="17946" y="62906"/>
                  <a:pt x="22637" y="62035"/>
                </a:cubicBezTo>
                <a:cubicBezTo>
                  <a:pt x="25588" y="61455"/>
                  <a:pt x="31187" y="60995"/>
                  <a:pt x="39434" y="60657"/>
                </a:cubicBezTo>
                <a:cubicBezTo>
                  <a:pt x="47681" y="60318"/>
                  <a:pt x="53595" y="59448"/>
                  <a:pt x="57174" y="58045"/>
                </a:cubicBezTo>
                <a:cubicBezTo>
                  <a:pt x="58190" y="54465"/>
                  <a:pt x="58698" y="51491"/>
                  <a:pt x="58698" y="49120"/>
                </a:cubicBezTo>
                <a:cubicBezTo>
                  <a:pt x="58698" y="46073"/>
                  <a:pt x="57585" y="43679"/>
                  <a:pt x="55360" y="41937"/>
                </a:cubicBezTo>
                <a:cubicBezTo>
                  <a:pt x="52313" y="39519"/>
                  <a:pt x="47863" y="38310"/>
                  <a:pt x="42010" y="38310"/>
                </a:cubicBezTo>
                <a:cubicBezTo>
                  <a:pt x="36496" y="38310"/>
                  <a:pt x="31985" y="39531"/>
                  <a:pt x="28478" y="41974"/>
                </a:cubicBezTo>
                <a:cubicBezTo>
                  <a:pt x="24971" y="44416"/>
                  <a:pt x="22420" y="47887"/>
                  <a:pt x="20824" y="52385"/>
                </a:cubicBezTo>
                <a:lnTo>
                  <a:pt x="7546" y="51225"/>
                </a:lnTo>
                <a:cubicBezTo>
                  <a:pt x="10255" y="43582"/>
                  <a:pt x="14547" y="37729"/>
                  <a:pt x="20425" y="33666"/>
                </a:cubicBezTo>
                <a:cubicBezTo>
                  <a:pt x="26302" y="29603"/>
                  <a:pt x="33714" y="27571"/>
                  <a:pt x="42663" y="27571"/>
                </a:cubicBezTo>
                <a:cubicBezTo>
                  <a:pt x="52192" y="27571"/>
                  <a:pt x="59738" y="29845"/>
                  <a:pt x="65300" y="34392"/>
                </a:cubicBezTo>
                <a:cubicBezTo>
                  <a:pt x="69557" y="37778"/>
                  <a:pt x="71685" y="42179"/>
                  <a:pt x="71685" y="47597"/>
                </a:cubicBezTo>
                <a:cubicBezTo>
                  <a:pt x="71685" y="51708"/>
                  <a:pt x="71081" y="56473"/>
                  <a:pt x="69871" y="61890"/>
                </a:cubicBezTo>
                <a:lnTo>
                  <a:pt x="65591" y="81045"/>
                </a:lnTo>
                <a:cubicBezTo>
                  <a:pt x="64236" y="87140"/>
                  <a:pt x="63559" y="92098"/>
                  <a:pt x="63559" y="95919"/>
                </a:cubicBezTo>
                <a:cubicBezTo>
                  <a:pt x="63559" y="98338"/>
                  <a:pt x="64091" y="101820"/>
                  <a:pt x="65155" y="106367"/>
                </a:cubicBezTo>
                <a:lnTo>
                  <a:pt x="51878" y="106367"/>
                </a:lnTo>
                <a:cubicBezTo>
                  <a:pt x="51152" y="103852"/>
                  <a:pt x="50644" y="100659"/>
                  <a:pt x="50354" y="96790"/>
                </a:cubicBezTo>
                <a:moveTo>
                  <a:pt x="55215" y="67332"/>
                </a:moveTo>
                <a:cubicBezTo>
                  <a:pt x="53377" y="68058"/>
                  <a:pt x="51406" y="68614"/>
                  <a:pt x="49302" y="69001"/>
                </a:cubicBezTo>
                <a:cubicBezTo>
                  <a:pt x="47198" y="69388"/>
                  <a:pt x="43679" y="69799"/>
                  <a:pt x="38745" y="70234"/>
                </a:cubicBezTo>
                <a:cubicBezTo>
                  <a:pt x="31102" y="70911"/>
                  <a:pt x="25709" y="71770"/>
                  <a:pt x="22565" y="72810"/>
                </a:cubicBezTo>
                <a:cubicBezTo>
                  <a:pt x="19421" y="73850"/>
                  <a:pt x="17051" y="75507"/>
                  <a:pt x="15454" y="77780"/>
                </a:cubicBezTo>
                <a:cubicBezTo>
                  <a:pt x="13858" y="80054"/>
                  <a:pt x="13060" y="82569"/>
                  <a:pt x="13060" y="85326"/>
                </a:cubicBezTo>
                <a:cubicBezTo>
                  <a:pt x="13060" y="89002"/>
                  <a:pt x="14330" y="92025"/>
                  <a:pt x="16869" y="94395"/>
                </a:cubicBezTo>
                <a:cubicBezTo>
                  <a:pt x="19409" y="96766"/>
                  <a:pt x="23024" y="97951"/>
                  <a:pt x="27716" y="97951"/>
                </a:cubicBezTo>
                <a:cubicBezTo>
                  <a:pt x="32070" y="97951"/>
                  <a:pt x="36254" y="96802"/>
                  <a:pt x="40269" y="94504"/>
                </a:cubicBezTo>
                <a:cubicBezTo>
                  <a:pt x="44283" y="92207"/>
                  <a:pt x="47452" y="89002"/>
                  <a:pt x="49773" y="84891"/>
                </a:cubicBezTo>
                <a:cubicBezTo>
                  <a:pt x="52095" y="80779"/>
                  <a:pt x="53909" y="74926"/>
                  <a:pt x="55215" y="67332"/>
                </a:cubicBezTo>
                <a:close/>
                <a:moveTo>
                  <a:pt x="81288" y="106367"/>
                </a:moveTo>
                <a:lnTo>
                  <a:pt x="103490" y="0"/>
                </a:lnTo>
                <a:lnTo>
                  <a:pt x="116623" y="0"/>
                </a:lnTo>
                <a:lnTo>
                  <a:pt x="108715" y="38019"/>
                </a:lnTo>
                <a:cubicBezTo>
                  <a:pt x="112874" y="34198"/>
                  <a:pt x="116647" y="31501"/>
                  <a:pt x="120033" y="29929"/>
                </a:cubicBezTo>
                <a:cubicBezTo>
                  <a:pt x="123419" y="28357"/>
                  <a:pt x="126950" y="27571"/>
                  <a:pt x="130626" y="27571"/>
                </a:cubicBezTo>
                <a:cubicBezTo>
                  <a:pt x="137834" y="27571"/>
                  <a:pt x="143844" y="30256"/>
                  <a:pt x="148657" y="35625"/>
                </a:cubicBezTo>
                <a:cubicBezTo>
                  <a:pt x="153470" y="40994"/>
                  <a:pt x="155876" y="48806"/>
                  <a:pt x="155876" y="59061"/>
                </a:cubicBezTo>
                <a:cubicBezTo>
                  <a:pt x="155876" y="65881"/>
                  <a:pt x="154909" y="72121"/>
                  <a:pt x="152974" y="77780"/>
                </a:cubicBezTo>
                <a:cubicBezTo>
                  <a:pt x="151039" y="83439"/>
                  <a:pt x="148645" y="88192"/>
                  <a:pt x="145791" y="92037"/>
                </a:cubicBezTo>
                <a:cubicBezTo>
                  <a:pt x="142937" y="95883"/>
                  <a:pt x="139986" y="98954"/>
                  <a:pt x="136939" y="101252"/>
                </a:cubicBezTo>
                <a:cubicBezTo>
                  <a:pt x="133891" y="103550"/>
                  <a:pt x="130772" y="105267"/>
                  <a:pt x="127579" y="106403"/>
                </a:cubicBezTo>
                <a:cubicBezTo>
                  <a:pt x="124387" y="107540"/>
                  <a:pt x="121315" y="108109"/>
                  <a:pt x="118364" y="108109"/>
                </a:cubicBezTo>
                <a:cubicBezTo>
                  <a:pt x="113286" y="108109"/>
                  <a:pt x="108811" y="106768"/>
                  <a:pt x="104942" y="104086"/>
                </a:cubicBezTo>
                <a:cubicBezTo>
                  <a:pt x="101072" y="101403"/>
                  <a:pt x="98049" y="97307"/>
                  <a:pt x="95872" y="91797"/>
                </a:cubicBezTo>
                <a:lnTo>
                  <a:pt x="92825" y="106367"/>
                </a:lnTo>
                <a:lnTo>
                  <a:pt x="81288" y="106367"/>
                </a:lnTo>
                <a:moveTo>
                  <a:pt x="100733" y="74715"/>
                </a:moveTo>
                <a:lnTo>
                  <a:pt x="100661" y="77206"/>
                </a:lnTo>
                <a:cubicBezTo>
                  <a:pt x="100661" y="83783"/>
                  <a:pt x="102233" y="88788"/>
                  <a:pt x="105377" y="92221"/>
                </a:cubicBezTo>
                <a:cubicBezTo>
                  <a:pt x="108521" y="95654"/>
                  <a:pt x="112439" y="97370"/>
                  <a:pt x="117131" y="97370"/>
                </a:cubicBezTo>
                <a:cubicBezTo>
                  <a:pt x="121726" y="97370"/>
                  <a:pt x="125947" y="95762"/>
                  <a:pt x="129792" y="92545"/>
                </a:cubicBezTo>
                <a:cubicBezTo>
                  <a:pt x="133638" y="89329"/>
                  <a:pt x="136794" y="84310"/>
                  <a:pt x="139261" y="77490"/>
                </a:cubicBezTo>
                <a:cubicBezTo>
                  <a:pt x="141728" y="70670"/>
                  <a:pt x="142961" y="64381"/>
                  <a:pt x="142961" y="58625"/>
                </a:cubicBezTo>
                <a:cubicBezTo>
                  <a:pt x="142961" y="52144"/>
                  <a:pt x="141401" y="47113"/>
                  <a:pt x="138281" y="43534"/>
                </a:cubicBezTo>
                <a:cubicBezTo>
                  <a:pt x="135161" y="39954"/>
                  <a:pt x="131304" y="38164"/>
                  <a:pt x="126708" y="38164"/>
                </a:cubicBezTo>
                <a:cubicBezTo>
                  <a:pt x="121968" y="38164"/>
                  <a:pt x="117615" y="39990"/>
                  <a:pt x="113648" y="43642"/>
                </a:cubicBezTo>
                <a:cubicBezTo>
                  <a:pt x="109682" y="47293"/>
                  <a:pt x="106369" y="52914"/>
                  <a:pt x="103708" y="60505"/>
                </a:cubicBezTo>
                <a:cubicBezTo>
                  <a:pt x="101725" y="66160"/>
                  <a:pt x="100733" y="70896"/>
                  <a:pt x="100733" y="74715"/>
                </a:cubicBezTo>
                <a:close/>
                <a:moveTo>
                  <a:pt x="163157" y="106367"/>
                </a:moveTo>
                <a:lnTo>
                  <a:pt x="185359" y="0"/>
                </a:lnTo>
                <a:lnTo>
                  <a:pt x="198492" y="0"/>
                </a:lnTo>
                <a:lnTo>
                  <a:pt x="176290" y="106367"/>
                </a:lnTo>
                <a:lnTo>
                  <a:pt x="163157" y="106367"/>
                </a:lnTo>
                <a:close/>
                <a:moveTo>
                  <a:pt x="253622" y="80392"/>
                </a:moveTo>
                <a:lnTo>
                  <a:pt x="266392" y="81553"/>
                </a:lnTo>
                <a:cubicBezTo>
                  <a:pt x="264554" y="87873"/>
                  <a:pt x="260333" y="93879"/>
                  <a:pt x="253731" y="99572"/>
                </a:cubicBezTo>
                <a:cubicBezTo>
                  <a:pt x="247128" y="105263"/>
                  <a:pt x="239256" y="108109"/>
                  <a:pt x="230114" y="108109"/>
                </a:cubicBezTo>
                <a:cubicBezTo>
                  <a:pt x="224406" y="108109"/>
                  <a:pt x="219170" y="106790"/>
                  <a:pt x="214405" y="104154"/>
                </a:cubicBezTo>
                <a:cubicBezTo>
                  <a:pt x="209641" y="101518"/>
                  <a:pt x="206013" y="97685"/>
                  <a:pt x="203522" y="92654"/>
                </a:cubicBezTo>
                <a:cubicBezTo>
                  <a:pt x="201031" y="87624"/>
                  <a:pt x="199785" y="81892"/>
                  <a:pt x="199785" y="75458"/>
                </a:cubicBezTo>
                <a:cubicBezTo>
                  <a:pt x="199785" y="67042"/>
                  <a:pt x="201732" y="58879"/>
                  <a:pt x="205626" y="50971"/>
                </a:cubicBezTo>
                <a:cubicBezTo>
                  <a:pt x="209520" y="43062"/>
                  <a:pt x="214562" y="37185"/>
                  <a:pt x="220754" y="33340"/>
                </a:cubicBezTo>
                <a:cubicBezTo>
                  <a:pt x="226945" y="29494"/>
                  <a:pt x="233645" y="27571"/>
                  <a:pt x="240852" y="27571"/>
                </a:cubicBezTo>
                <a:cubicBezTo>
                  <a:pt x="250042" y="27571"/>
                  <a:pt x="257383" y="30425"/>
                  <a:pt x="262873" y="36133"/>
                </a:cubicBezTo>
                <a:cubicBezTo>
                  <a:pt x="268363" y="41841"/>
                  <a:pt x="271108" y="49628"/>
                  <a:pt x="271108" y="59496"/>
                </a:cubicBezTo>
                <a:cubicBezTo>
                  <a:pt x="271108" y="63269"/>
                  <a:pt x="270769" y="67139"/>
                  <a:pt x="270092" y="71105"/>
                </a:cubicBezTo>
                <a:lnTo>
                  <a:pt x="213353" y="71105"/>
                </a:lnTo>
                <a:cubicBezTo>
                  <a:pt x="213160" y="72604"/>
                  <a:pt x="213063" y="73959"/>
                  <a:pt x="213063" y="75168"/>
                </a:cubicBezTo>
                <a:cubicBezTo>
                  <a:pt x="213063" y="82375"/>
                  <a:pt x="214720" y="87877"/>
                  <a:pt x="218033" y="91675"/>
                </a:cubicBezTo>
                <a:cubicBezTo>
                  <a:pt x="221346" y="95472"/>
                  <a:pt x="225397" y="97370"/>
                  <a:pt x="230186" y="97370"/>
                </a:cubicBezTo>
                <a:cubicBezTo>
                  <a:pt x="234685" y="97370"/>
                  <a:pt x="239111" y="95914"/>
                  <a:pt x="243464" y="93001"/>
                </a:cubicBezTo>
                <a:cubicBezTo>
                  <a:pt x="247817" y="90087"/>
                  <a:pt x="251203" y="85884"/>
                  <a:pt x="253622" y="80392"/>
                </a:cubicBezTo>
                <a:moveTo>
                  <a:pt x="215457" y="60947"/>
                </a:moveTo>
                <a:lnTo>
                  <a:pt x="258701" y="60947"/>
                </a:lnTo>
                <a:cubicBezTo>
                  <a:pt x="258749" y="59597"/>
                  <a:pt x="258773" y="58633"/>
                  <a:pt x="258773" y="58054"/>
                </a:cubicBezTo>
                <a:cubicBezTo>
                  <a:pt x="258773" y="51497"/>
                  <a:pt x="257129" y="46470"/>
                  <a:pt x="253839" y="42974"/>
                </a:cubicBezTo>
                <a:cubicBezTo>
                  <a:pt x="250550" y="39477"/>
                  <a:pt x="246318" y="37729"/>
                  <a:pt x="241142" y="37729"/>
                </a:cubicBezTo>
                <a:cubicBezTo>
                  <a:pt x="235531" y="37729"/>
                  <a:pt x="230416" y="39658"/>
                  <a:pt x="225796" y="43515"/>
                </a:cubicBezTo>
                <a:cubicBezTo>
                  <a:pt x="221177" y="47373"/>
                  <a:pt x="217731" y="53184"/>
                  <a:pt x="215457" y="60947"/>
                </a:cubicBezTo>
                <a:close/>
                <a:moveTo>
                  <a:pt x="325284" y="106367"/>
                </a:moveTo>
                <a:lnTo>
                  <a:pt x="347558" y="0"/>
                </a:lnTo>
                <a:lnTo>
                  <a:pt x="361707" y="0"/>
                </a:lnTo>
                <a:lnTo>
                  <a:pt x="339505" y="106367"/>
                </a:lnTo>
                <a:lnTo>
                  <a:pt x="325284" y="106367"/>
                </a:lnTo>
                <a:close/>
                <a:moveTo>
                  <a:pt x="367099" y="106367"/>
                </a:moveTo>
                <a:lnTo>
                  <a:pt x="389374" y="0"/>
                </a:lnTo>
                <a:lnTo>
                  <a:pt x="403522" y="0"/>
                </a:lnTo>
                <a:lnTo>
                  <a:pt x="381320" y="106367"/>
                </a:lnTo>
                <a:lnTo>
                  <a:pt x="367099" y="106367"/>
                </a:lnTo>
                <a:close/>
                <a:moveTo>
                  <a:pt x="448409" y="80102"/>
                </a:moveTo>
                <a:lnTo>
                  <a:pt x="461541" y="79231"/>
                </a:lnTo>
                <a:cubicBezTo>
                  <a:pt x="461541" y="83004"/>
                  <a:pt x="462122" y="86221"/>
                  <a:pt x="463283" y="88881"/>
                </a:cubicBezTo>
                <a:cubicBezTo>
                  <a:pt x="464444" y="91542"/>
                  <a:pt x="466584" y="93718"/>
                  <a:pt x="469704" y="95411"/>
                </a:cubicBezTo>
                <a:cubicBezTo>
                  <a:pt x="472824" y="97104"/>
                  <a:pt x="476464" y="97951"/>
                  <a:pt x="480624" y="97951"/>
                </a:cubicBezTo>
                <a:cubicBezTo>
                  <a:pt x="486428" y="97951"/>
                  <a:pt x="490781" y="96790"/>
                  <a:pt x="493684" y="94468"/>
                </a:cubicBezTo>
                <a:cubicBezTo>
                  <a:pt x="496586" y="92146"/>
                  <a:pt x="498037" y="89413"/>
                  <a:pt x="498037" y="86269"/>
                </a:cubicBezTo>
                <a:cubicBezTo>
                  <a:pt x="498037" y="83996"/>
                  <a:pt x="497166" y="81843"/>
                  <a:pt x="495425" y="79812"/>
                </a:cubicBezTo>
                <a:cubicBezTo>
                  <a:pt x="493635" y="77780"/>
                  <a:pt x="489270" y="75277"/>
                  <a:pt x="482329" y="72302"/>
                </a:cubicBezTo>
                <a:cubicBezTo>
                  <a:pt x="475387" y="69327"/>
                  <a:pt x="470949" y="67235"/>
                  <a:pt x="469015" y="66026"/>
                </a:cubicBezTo>
                <a:cubicBezTo>
                  <a:pt x="465774" y="64043"/>
                  <a:pt x="463331" y="61709"/>
                  <a:pt x="461686" y="59024"/>
                </a:cubicBezTo>
                <a:cubicBezTo>
                  <a:pt x="460042" y="56340"/>
                  <a:pt x="459220" y="53256"/>
                  <a:pt x="459220" y="49773"/>
                </a:cubicBezTo>
                <a:cubicBezTo>
                  <a:pt x="459220" y="43679"/>
                  <a:pt x="461638" y="38455"/>
                  <a:pt x="466475" y="34101"/>
                </a:cubicBezTo>
                <a:cubicBezTo>
                  <a:pt x="471312" y="29748"/>
                  <a:pt x="478084" y="27571"/>
                  <a:pt x="486791" y="27571"/>
                </a:cubicBezTo>
                <a:cubicBezTo>
                  <a:pt x="496465" y="27571"/>
                  <a:pt x="503829" y="29808"/>
                  <a:pt x="508884" y="34283"/>
                </a:cubicBezTo>
                <a:cubicBezTo>
                  <a:pt x="513939" y="38757"/>
                  <a:pt x="516563" y="44646"/>
                  <a:pt x="516757" y="51950"/>
                </a:cubicBezTo>
                <a:lnTo>
                  <a:pt x="503914" y="52821"/>
                </a:lnTo>
                <a:cubicBezTo>
                  <a:pt x="503721" y="48177"/>
                  <a:pt x="502076" y="44501"/>
                  <a:pt x="498980" y="41792"/>
                </a:cubicBezTo>
                <a:cubicBezTo>
                  <a:pt x="495885" y="39084"/>
                  <a:pt x="491507" y="37729"/>
                  <a:pt x="485848" y="37729"/>
                </a:cubicBezTo>
                <a:cubicBezTo>
                  <a:pt x="481301" y="37729"/>
                  <a:pt x="477770" y="38769"/>
                  <a:pt x="475254" y="40849"/>
                </a:cubicBezTo>
                <a:cubicBezTo>
                  <a:pt x="472739" y="42929"/>
                  <a:pt x="471482" y="45178"/>
                  <a:pt x="471482" y="47597"/>
                </a:cubicBezTo>
                <a:cubicBezTo>
                  <a:pt x="471482" y="50015"/>
                  <a:pt x="472570" y="52144"/>
                  <a:pt x="474747" y="53982"/>
                </a:cubicBezTo>
                <a:cubicBezTo>
                  <a:pt x="476198" y="55239"/>
                  <a:pt x="479946" y="57174"/>
                  <a:pt x="485993" y="59786"/>
                </a:cubicBezTo>
                <a:cubicBezTo>
                  <a:pt x="496054" y="64140"/>
                  <a:pt x="502390" y="67574"/>
                  <a:pt x="505002" y="70089"/>
                </a:cubicBezTo>
                <a:cubicBezTo>
                  <a:pt x="509162" y="74104"/>
                  <a:pt x="511242" y="78989"/>
                  <a:pt x="511242" y="84745"/>
                </a:cubicBezTo>
                <a:cubicBezTo>
                  <a:pt x="511242" y="88567"/>
                  <a:pt x="510069" y="92315"/>
                  <a:pt x="507723" y="95992"/>
                </a:cubicBezTo>
                <a:cubicBezTo>
                  <a:pt x="505377" y="99668"/>
                  <a:pt x="501798" y="102606"/>
                  <a:pt x="496985" y="104807"/>
                </a:cubicBezTo>
                <a:cubicBezTo>
                  <a:pt x="492172" y="107008"/>
                  <a:pt x="486501" y="108109"/>
                  <a:pt x="479971" y="108109"/>
                </a:cubicBezTo>
                <a:cubicBezTo>
                  <a:pt x="471070" y="108109"/>
                  <a:pt x="463500" y="105914"/>
                  <a:pt x="457261" y="101524"/>
                </a:cubicBezTo>
                <a:cubicBezTo>
                  <a:pt x="451021" y="97133"/>
                  <a:pt x="448070" y="89992"/>
                  <a:pt x="448409" y="80102"/>
                </a:cubicBezTo>
                <a:close/>
                <a:moveTo>
                  <a:pt x="521846" y="106367"/>
                </a:moveTo>
                <a:lnTo>
                  <a:pt x="544048" y="0"/>
                </a:lnTo>
                <a:lnTo>
                  <a:pt x="557181" y="0"/>
                </a:lnTo>
                <a:lnTo>
                  <a:pt x="548692" y="40842"/>
                </a:lnTo>
                <a:cubicBezTo>
                  <a:pt x="553577" y="36105"/>
                  <a:pt x="558124" y="32709"/>
                  <a:pt x="562332" y="30655"/>
                </a:cubicBezTo>
                <a:cubicBezTo>
                  <a:pt x="566541" y="28599"/>
                  <a:pt x="570870" y="27571"/>
                  <a:pt x="575320" y="27571"/>
                </a:cubicBezTo>
                <a:cubicBezTo>
                  <a:pt x="581705" y="27571"/>
                  <a:pt x="586663" y="29252"/>
                  <a:pt x="590194" y="32614"/>
                </a:cubicBezTo>
                <a:cubicBezTo>
                  <a:pt x="593725" y="35974"/>
                  <a:pt x="595490" y="40411"/>
                  <a:pt x="595490" y="45923"/>
                </a:cubicBezTo>
                <a:cubicBezTo>
                  <a:pt x="595490" y="48632"/>
                  <a:pt x="594717" y="53614"/>
                  <a:pt x="593169" y="60870"/>
                </a:cubicBezTo>
                <a:lnTo>
                  <a:pt x="583664" y="106367"/>
                </a:lnTo>
                <a:lnTo>
                  <a:pt x="570531" y="106367"/>
                </a:lnTo>
                <a:lnTo>
                  <a:pt x="580326" y="59764"/>
                </a:lnTo>
                <a:cubicBezTo>
                  <a:pt x="581729" y="52999"/>
                  <a:pt x="582430" y="48747"/>
                  <a:pt x="582430" y="47007"/>
                </a:cubicBezTo>
                <a:cubicBezTo>
                  <a:pt x="582430" y="44495"/>
                  <a:pt x="581560" y="42442"/>
                  <a:pt x="579818" y="40847"/>
                </a:cubicBezTo>
                <a:cubicBezTo>
                  <a:pt x="578077" y="39252"/>
                  <a:pt x="575562" y="38455"/>
                  <a:pt x="572273" y="38455"/>
                </a:cubicBezTo>
                <a:cubicBezTo>
                  <a:pt x="567532" y="38455"/>
                  <a:pt x="563010" y="39698"/>
                  <a:pt x="558705" y="42185"/>
                </a:cubicBezTo>
                <a:cubicBezTo>
                  <a:pt x="554400" y="44670"/>
                  <a:pt x="551026" y="48073"/>
                  <a:pt x="548583" y="52395"/>
                </a:cubicBezTo>
                <a:cubicBezTo>
                  <a:pt x="546140" y="56715"/>
                  <a:pt x="543903" y="63678"/>
                  <a:pt x="541872" y="73284"/>
                </a:cubicBezTo>
                <a:lnTo>
                  <a:pt x="534979" y="106367"/>
                </a:lnTo>
                <a:lnTo>
                  <a:pt x="521846" y="106367"/>
                </a:lnTo>
                <a:close/>
                <a:moveTo>
                  <a:pt x="607052" y="77127"/>
                </a:moveTo>
                <a:cubicBezTo>
                  <a:pt x="607052" y="62084"/>
                  <a:pt x="611478" y="49628"/>
                  <a:pt x="620330" y="39761"/>
                </a:cubicBezTo>
                <a:cubicBezTo>
                  <a:pt x="627634" y="31634"/>
                  <a:pt x="637212" y="27571"/>
                  <a:pt x="649062" y="27571"/>
                </a:cubicBezTo>
                <a:cubicBezTo>
                  <a:pt x="658350" y="27571"/>
                  <a:pt x="665835" y="30474"/>
                  <a:pt x="671519" y="36278"/>
                </a:cubicBezTo>
                <a:cubicBezTo>
                  <a:pt x="677202" y="42083"/>
                  <a:pt x="680044" y="49919"/>
                  <a:pt x="680044" y="59786"/>
                </a:cubicBezTo>
                <a:cubicBezTo>
                  <a:pt x="680044" y="68638"/>
                  <a:pt x="678254" y="76873"/>
                  <a:pt x="674675" y="84492"/>
                </a:cubicBezTo>
                <a:cubicBezTo>
                  <a:pt x="671095" y="92110"/>
                  <a:pt x="666004" y="97951"/>
                  <a:pt x="659402" y="102014"/>
                </a:cubicBezTo>
                <a:cubicBezTo>
                  <a:pt x="652799" y="106077"/>
                  <a:pt x="645846" y="108109"/>
                  <a:pt x="638542" y="108109"/>
                </a:cubicBezTo>
                <a:cubicBezTo>
                  <a:pt x="632544" y="108109"/>
                  <a:pt x="627090" y="106827"/>
                  <a:pt x="622180" y="104263"/>
                </a:cubicBezTo>
                <a:cubicBezTo>
                  <a:pt x="617271" y="101699"/>
                  <a:pt x="613522" y="98072"/>
                  <a:pt x="610934" y="93380"/>
                </a:cubicBezTo>
                <a:cubicBezTo>
                  <a:pt x="608346" y="88688"/>
                  <a:pt x="607052" y="83270"/>
                  <a:pt x="607052" y="77127"/>
                </a:cubicBezTo>
                <a:moveTo>
                  <a:pt x="620185" y="75821"/>
                </a:moveTo>
                <a:cubicBezTo>
                  <a:pt x="620185" y="83077"/>
                  <a:pt x="621926" y="88579"/>
                  <a:pt x="625409" y="92328"/>
                </a:cubicBezTo>
                <a:cubicBezTo>
                  <a:pt x="628892" y="96076"/>
                  <a:pt x="633318" y="97951"/>
                  <a:pt x="638687" y="97951"/>
                </a:cubicBezTo>
                <a:cubicBezTo>
                  <a:pt x="641492" y="97951"/>
                  <a:pt x="644274" y="97382"/>
                  <a:pt x="647031" y="96246"/>
                </a:cubicBezTo>
                <a:cubicBezTo>
                  <a:pt x="649788" y="95109"/>
                  <a:pt x="652352" y="93380"/>
                  <a:pt x="654722" y="91058"/>
                </a:cubicBezTo>
                <a:cubicBezTo>
                  <a:pt x="657092" y="88736"/>
                  <a:pt x="659111" y="86088"/>
                  <a:pt x="660780" y="83113"/>
                </a:cubicBezTo>
                <a:cubicBezTo>
                  <a:pt x="662449" y="80138"/>
                  <a:pt x="663791" y="76934"/>
                  <a:pt x="664807" y="73499"/>
                </a:cubicBezTo>
                <a:cubicBezTo>
                  <a:pt x="666307" y="68711"/>
                  <a:pt x="667056" y="64115"/>
                  <a:pt x="667056" y="59714"/>
                </a:cubicBezTo>
                <a:cubicBezTo>
                  <a:pt x="667056" y="52748"/>
                  <a:pt x="665303" y="47343"/>
                  <a:pt x="661796" y="43497"/>
                </a:cubicBezTo>
                <a:cubicBezTo>
                  <a:pt x="658289" y="39652"/>
                  <a:pt x="653875" y="37729"/>
                  <a:pt x="648555" y="37729"/>
                </a:cubicBezTo>
                <a:cubicBezTo>
                  <a:pt x="644443" y="37729"/>
                  <a:pt x="640694" y="38709"/>
                  <a:pt x="637308" y="40668"/>
                </a:cubicBezTo>
                <a:cubicBezTo>
                  <a:pt x="633922" y="42627"/>
                  <a:pt x="630863" y="45493"/>
                  <a:pt x="628130" y="49266"/>
                </a:cubicBezTo>
                <a:cubicBezTo>
                  <a:pt x="625397" y="53038"/>
                  <a:pt x="623390" y="57428"/>
                  <a:pt x="622108" y="62434"/>
                </a:cubicBezTo>
                <a:cubicBezTo>
                  <a:pt x="620826" y="67441"/>
                  <a:pt x="620185" y="71903"/>
                  <a:pt x="620185" y="75821"/>
                </a:cubicBezTo>
                <a:close/>
                <a:moveTo>
                  <a:pt x="702272" y="106367"/>
                </a:moveTo>
                <a:lnTo>
                  <a:pt x="694218" y="29313"/>
                </a:lnTo>
                <a:lnTo>
                  <a:pt x="706843" y="29313"/>
                </a:lnTo>
                <a:lnTo>
                  <a:pt x="710325" y="63920"/>
                </a:lnTo>
                <a:lnTo>
                  <a:pt x="711704" y="83369"/>
                </a:lnTo>
                <a:cubicBezTo>
                  <a:pt x="711801" y="84817"/>
                  <a:pt x="711946" y="87743"/>
                  <a:pt x="712139" y="92146"/>
                </a:cubicBezTo>
                <a:cubicBezTo>
                  <a:pt x="713590" y="87223"/>
                  <a:pt x="714824" y="83445"/>
                  <a:pt x="715839" y="80812"/>
                </a:cubicBezTo>
                <a:cubicBezTo>
                  <a:pt x="716855" y="78178"/>
                  <a:pt x="718476" y="74415"/>
                  <a:pt x="720701" y="69520"/>
                </a:cubicBezTo>
                <a:lnTo>
                  <a:pt x="739057" y="29313"/>
                </a:lnTo>
                <a:lnTo>
                  <a:pt x="753351" y="29313"/>
                </a:lnTo>
                <a:lnTo>
                  <a:pt x="755890" y="67844"/>
                </a:lnTo>
                <a:cubicBezTo>
                  <a:pt x="756277" y="73696"/>
                  <a:pt x="756519" y="81506"/>
                  <a:pt x="756616" y="91276"/>
                </a:cubicBezTo>
                <a:cubicBezTo>
                  <a:pt x="759035" y="84800"/>
                  <a:pt x="762977" y="75810"/>
                  <a:pt x="768443" y="64305"/>
                </a:cubicBezTo>
                <a:lnTo>
                  <a:pt x="784985" y="29313"/>
                </a:lnTo>
                <a:lnTo>
                  <a:pt x="798118" y="29313"/>
                </a:lnTo>
                <a:lnTo>
                  <a:pt x="760461" y="106367"/>
                </a:lnTo>
                <a:lnTo>
                  <a:pt x="746821" y="106367"/>
                </a:lnTo>
                <a:lnTo>
                  <a:pt x="743919" y="61165"/>
                </a:lnTo>
                <a:cubicBezTo>
                  <a:pt x="743725" y="58356"/>
                  <a:pt x="743580" y="52915"/>
                  <a:pt x="743483" y="44840"/>
                </a:cubicBezTo>
                <a:cubicBezTo>
                  <a:pt x="741500" y="49973"/>
                  <a:pt x="739154" y="55525"/>
                  <a:pt x="736445" y="61496"/>
                </a:cubicBezTo>
                <a:lnTo>
                  <a:pt x="716057" y="106367"/>
                </a:lnTo>
                <a:lnTo>
                  <a:pt x="702272" y="106367"/>
                </a:lnTo>
                <a:close/>
                <a:moveTo>
                  <a:pt x="796375" y="80102"/>
                </a:moveTo>
                <a:lnTo>
                  <a:pt x="809507" y="79231"/>
                </a:lnTo>
                <a:cubicBezTo>
                  <a:pt x="809507" y="83004"/>
                  <a:pt x="810088" y="86221"/>
                  <a:pt x="811249" y="88881"/>
                </a:cubicBezTo>
                <a:cubicBezTo>
                  <a:pt x="812410" y="91542"/>
                  <a:pt x="814550" y="93718"/>
                  <a:pt x="817670" y="95411"/>
                </a:cubicBezTo>
                <a:cubicBezTo>
                  <a:pt x="820790" y="97104"/>
                  <a:pt x="824430" y="97951"/>
                  <a:pt x="828590" y="97951"/>
                </a:cubicBezTo>
                <a:cubicBezTo>
                  <a:pt x="834394" y="97951"/>
                  <a:pt x="838747" y="96790"/>
                  <a:pt x="841650" y="94468"/>
                </a:cubicBezTo>
                <a:cubicBezTo>
                  <a:pt x="844552" y="92146"/>
                  <a:pt x="846003" y="89413"/>
                  <a:pt x="846003" y="86269"/>
                </a:cubicBezTo>
                <a:cubicBezTo>
                  <a:pt x="846003" y="83996"/>
                  <a:pt x="845132" y="81843"/>
                  <a:pt x="843391" y="79812"/>
                </a:cubicBezTo>
                <a:cubicBezTo>
                  <a:pt x="841601" y="77780"/>
                  <a:pt x="837236" y="75277"/>
                  <a:pt x="830295" y="72302"/>
                </a:cubicBezTo>
                <a:cubicBezTo>
                  <a:pt x="823353" y="69327"/>
                  <a:pt x="818915" y="67235"/>
                  <a:pt x="816981" y="66026"/>
                </a:cubicBezTo>
                <a:cubicBezTo>
                  <a:pt x="813740" y="64043"/>
                  <a:pt x="811297" y="61709"/>
                  <a:pt x="809652" y="59024"/>
                </a:cubicBezTo>
                <a:cubicBezTo>
                  <a:pt x="808008" y="56340"/>
                  <a:pt x="807186" y="53256"/>
                  <a:pt x="807186" y="49773"/>
                </a:cubicBezTo>
                <a:cubicBezTo>
                  <a:pt x="807186" y="43679"/>
                  <a:pt x="809604" y="38455"/>
                  <a:pt x="814441" y="34101"/>
                </a:cubicBezTo>
                <a:cubicBezTo>
                  <a:pt x="819278" y="29748"/>
                  <a:pt x="826050" y="27571"/>
                  <a:pt x="834757" y="27571"/>
                </a:cubicBezTo>
                <a:cubicBezTo>
                  <a:pt x="844431" y="27571"/>
                  <a:pt x="851795" y="29808"/>
                  <a:pt x="856850" y="34283"/>
                </a:cubicBezTo>
                <a:cubicBezTo>
                  <a:pt x="861905" y="38757"/>
                  <a:pt x="864529" y="44646"/>
                  <a:pt x="864722" y="51950"/>
                </a:cubicBezTo>
                <a:lnTo>
                  <a:pt x="851880" y="52821"/>
                </a:lnTo>
                <a:cubicBezTo>
                  <a:pt x="851687" y="48177"/>
                  <a:pt x="850042" y="44501"/>
                  <a:pt x="846946" y="41792"/>
                </a:cubicBezTo>
                <a:cubicBezTo>
                  <a:pt x="843851" y="39084"/>
                  <a:pt x="839473" y="37729"/>
                  <a:pt x="833814" y="37729"/>
                </a:cubicBezTo>
                <a:cubicBezTo>
                  <a:pt x="829267" y="37729"/>
                  <a:pt x="825736" y="38769"/>
                  <a:pt x="823220" y="40849"/>
                </a:cubicBezTo>
                <a:cubicBezTo>
                  <a:pt x="820705" y="42929"/>
                  <a:pt x="819447" y="45178"/>
                  <a:pt x="819447" y="47597"/>
                </a:cubicBezTo>
                <a:cubicBezTo>
                  <a:pt x="819447" y="50015"/>
                  <a:pt x="820536" y="52144"/>
                  <a:pt x="822713" y="53982"/>
                </a:cubicBezTo>
                <a:cubicBezTo>
                  <a:pt x="824164" y="55239"/>
                  <a:pt x="827912" y="57174"/>
                  <a:pt x="833959" y="59786"/>
                </a:cubicBezTo>
                <a:cubicBezTo>
                  <a:pt x="844020" y="64140"/>
                  <a:pt x="850356" y="67574"/>
                  <a:pt x="852968" y="70089"/>
                </a:cubicBezTo>
                <a:cubicBezTo>
                  <a:pt x="857128" y="74104"/>
                  <a:pt x="859208" y="78989"/>
                  <a:pt x="859208" y="84745"/>
                </a:cubicBezTo>
                <a:cubicBezTo>
                  <a:pt x="859208" y="88567"/>
                  <a:pt x="858035" y="92315"/>
                  <a:pt x="855689" y="95992"/>
                </a:cubicBezTo>
                <a:cubicBezTo>
                  <a:pt x="853343" y="99668"/>
                  <a:pt x="849764" y="102606"/>
                  <a:pt x="844951" y="104807"/>
                </a:cubicBezTo>
                <a:cubicBezTo>
                  <a:pt x="840138" y="107008"/>
                  <a:pt x="834467" y="108109"/>
                  <a:pt x="827937" y="108109"/>
                </a:cubicBezTo>
                <a:cubicBezTo>
                  <a:pt x="819036" y="108109"/>
                  <a:pt x="811466" y="105914"/>
                  <a:pt x="805226" y="101524"/>
                </a:cubicBezTo>
                <a:cubicBezTo>
                  <a:pt x="798987" y="97133"/>
                  <a:pt x="796036" y="89992"/>
                  <a:pt x="796375" y="80102"/>
                </a:cubicBezTo>
                <a:close/>
                <a:moveTo>
                  <a:pt x="905170" y="135970"/>
                </a:moveTo>
                <a:lnTo>
                  <a:pt x="927445" y="29313"/>
                </a:lnTo>
                <a:lnTo>
                  <a:pt x="939562" y="29313"/>
                </a:lnTo>
                <a:lnTo>
                  <a:pt x="937312" y="40051"/>
                </a:lnTo>
                <a:cubicBezTo>
                  <a:pt x="941811" y="35359"/>
                  <a:pt x="945838" y="32106"/>
                  <a:pt x="949393" y="30292"/>
                </a:cubicBezTo>
                <a:cubicBezTo>
                  <a:pt x="952948" y="28478"/>
                  <a:pt x="956709" y="27571"/>
                  <a:pt x="960676" y="27571"/>
                </a:cubicBezTo>
                <a:cubicBezTo>
                  <a:pt x="968028" y="27571"/>
                  <a:pt x="974123" y="30244"/>
                  <a:pt x="978960" y="35589"/>
                </a:cubicBezTo>
                <a:cubicBezTo>
                  <a:pt x="983797" y="40934"/>
                  <a:pt x="986215" y="48588"/>
                  <a:pt x="986215" y="58553"/>
                </a:cubicBezTo>
                <a:cubicBezTo>
                  <a:pt x="986215" y="66582"/>
                  <a:pt x="984885" y="73898"/>
                  <a:pt x="982225" y="80501"/>
                </a:cubicBezTo>
                <a:cubicBezTo>
                  <a:pt x="979564" y="87104"/>
                  <a:pt x="976299" y="92412"/>
                  <a:pt x="972430" y="96427"/>
                </a:cubicBezTo>
                <a:cubicBezTo>
                  <a:pt x="968560" y="100442"/>
                  <a:pt x="964642" y="103392"/>
                  <a:pt x="960676" y="105279"/>
                </a:cubicBezTo>
                <a:cubicBezTo>
                  <a:pt x="956709" y="107165"/>
                  <a:pt x="952646" y="108109"/>
                  <a:pt x="948486" y="108109"/>
                </a:cubicBezTo>
                <a:cubicBezTo>
                  <a:pt x="939247" y="108109"/>
                  <a:pt x="932088" y="103417"/>
                  <a:pt x="927010" y="94033"/>
                </a:cubicBezTo>
                <a:lnTo>
                  <a:pt x="918303" y="135970"/>
                </a:lnTo>
                <a:lnTo>
                  <a:pt x="905170" y="135970"/>
                </a:lnTo>
                <a:moveTo>
                  <a:pt x="931145" y="74864"/>
                </a:moveTo>
                <a:cubicBezTo>
                  <a:pt x="931145" y="80623"/>
                  <a:pt x="931556" y="84616"/>
                  <a:pt x="932379" y="86843"/>
                </a:cubicBezTo>
                <a:cubicBezTo>
                  <a:pt x="933588" y="89988"/>
                  <a:pt x="935571" y="92529"/>
                  <a:pt x="938328" y="94466"/>
                </a:cubicBezTo>
                <a:cubicBezTo>
                  <a:pt x="941085" y="96402"/>
                  <a:pt x="944278" y="97370"/>
                  <a:pt x="947906" y="97370"/>
                </a:cubicBezTo>
                <a:cubicBezTo>
                  <a:pt x="955451" y="97370"/>
                  <a:pt x="961546" y="93126"/>
                  <a:pt x="966190" y="84637"/>
                </a:cubicBezTo>
                <a:cubicBezTo>
                  <a:pt x="970833" y="76148"/>
                  <a:pt x="973155" y="67477"/>
                  <a:pt x="973155" y="58625"/>
                </a:cubicBezTo>
                <a:cubicBezTo>
                  <a:pt x="973155" y="52095"/>
                  <a:pt x="971595" y="47053"/>
                  <a:pt x="968475" y="43497"/>
                </a:cubicBezTo>
                <a:cubicBezTo>
                  <a:pt x="965355" y="39942"/>
                  <a:pt x="961474" y="38164"/>
                  <a:pt x="956830" y="38164"/>
                </a:cubicBezTo>
                <a:cubicBezTo>
                  <a:pt x="953492" y="38164"/>
                  <a:pt x="950397" y="39047"/>
                  <a:pt x="947543" y="40813"/>
                </a:cubicBezTo>
                <a:cubicBezTo>
                  <a:pt x="944689" y="42577"/>
                  <a:pt x="942041" y="45211"/>
                  <a:pt x="939598" y="48717"/>
                </a:cubicBezTo>
                <a:cubicBezTo>
                  <a:pt x="937155" y="52222"/>
                  <a:pt x="935136" y="56514"/>
                  <a:pt x="933540" y="61591"/>
                </a:cubicBezTo>
                <a:cubicBezTo>
                  <a:pt x="931943" y="66668"/>
                  <a:pt x="931145" y="71093"/>
                  <a:pt x="931145" y="74864"/>
                </a:cubicBezTo>
                <a:close/>
                <a:moveTo>
                  <a:pt x="1046462" y="96790"/>
                </a:moveTo>
                <a:cubicBezTo>
                  <a:pt x="1041916" y="100708"/>
                  <a:pt x="1037538" y="103574"/>
                  <a:pt x="1033330" y="105388"/>
                </a:cubicBezTo>
                <a:cubicBezTo>
                  <a:pt x="1029122" y="107202"/>
                  <a:pt x="1024623" y="108109"/>
                  <a:pt x="1019834" y="108109"/>
                </a:cubicBezTo>
                <a:cubicBezTo>
                  <a:pt x="1012724" y="108109"/>
                  <a:pt x="1006992" y="106016"/>
                  <a:pt x="1002639" y="101832"/>
                </a:cubicBezTo>
                <a:cubicBezTo>
                  <a:pt x="998285" y="97648"/>
                  <a:pt x="996108" y="92291"/>
                  <a:pt x="996108" y="85761"/>
                </a:cubicBezTo>
                <a:cubicBezTo>
                  <a:pt x="996108" y="81456"/>
                  <a:pt x="997088" y="77647"/>
                  <a:pt x="999047" y="74334"/>
                </a:cubicBezTo>
                <a:cubicBezTo>
                  <a:pt x="1001006" y="71020"/>
                  <a:pt x="1003606" y="68360"/>
                  <a:pt x="1006847" y="66353"/>
                </a:cubicBezTo>
                <a:cubicBezTo>
                  <a:pt x="1010088" y="64345"/>
                  <a:pt x="1014054" y="62906"/>
                  <a:pt x="1018746" y="62035"/>
                </a:cubicBezTo>
                <a:cubicBezTo>
                  <a:pt x="1021697" y="61455"/>
                  <a:pt x="1027296" y="60995"/>
                  <a:pt x="1035543" y="60657"/>
                </a:cubicBezTo>
                <a:cubicBezTo>
                  <a:pt x="1043790" y="60318"/>
                  <a:pt x="1049703" y="59448"/>
                  <a:pt x="1053283" y="58045"/>
                </a:cubicBezTo>
                <a:cubicBezTo>
                  <a:pt x="1054298" y="54465"/>
                  <a:pt x="1054806" y="51491"/>
                  <a:pt x="1054806" y="49120"/>
                </a:cubicBezTo>
                <a:cubicBezTo>
                  <a:pt x="1054806" y="46073"/>
                  <a:pt x="1053694" y="43679"/>
                  <a:pt x="1051469" y="41937"/>
                </a:cubicBezTo>
                <a:cubicBezTo>
                  <a:pt x="1048421" y="39519"/>
                  <a:pt x="1043971" y="38310"/>
                  <a:pt x="1038118" y="38310"/>
                </a:cubicBezTo>
                <a:cubicBezTo>
                  <a:pt x="1032604" y="38310"/>
                  <a:pt x="1028094" y="39531"/>
                  <a:pt x="1024587" y="41974"/>
                </a:cubicBezTo>
                <a:cubicBezTo>
                  <a:pt x="1021080" y="44416"/>
                  <a:pt x="1018528" y="47887"/>
                  <a:pt x="1016932" y="52385"/>
                </a:cubicBezTo>
                <a:lnTo>
                  <a:pt x="1003654" y="51225"/>
                </a:lnTo>
                <a:cubicBezTo>
                  <a:pt x="1006363" y="43582"/>
                  <a:pt x="1010656" y="37729"/>
                  <a:pt x="1016533" y="33666"/>
                </a:cubicBezTo>
                <a:cubicBezTo>
                  <a:pt x="1022410" y="29603"/>
                  <a:pt x="1029823" y="27571"/>
                  <a:pt x="1038771" y="27571"/>
                </a:cubicBezTo>
                <a:cubicBezTo>
                  <a:pt x="1048300" y="27571"/>
                  <a:pt x="1055846" y="29845"/>
                  <a:pt x="1061409" y="34392"/>
                </a:cubicBezTo>
                <a:cubicBezTo>
                  <a:pt x="1065666" y="37778"/>
                  <a:pt x="1067794" y="42179"/>
                  <a:pt x="1067794" y="47597"/>
                </a:cubicBezTo>
                <a:cubicBezTo>
                  <a:pt x="1067794" y="51708"/>
                  <a:pt x="1067189" y="56473"/>
                  <a:pt x="1065980" y="61890"/>
                </a:cubicBezTo>
                <a:lnTo>
                  <a:pt x="1061699" y="81045"/>
                </a:lnTo>
                <a:cubicBezTo>
                  <a:pt x="1060345" y="87140"/>
                  <a:pt x="1059668" y="92098"/>
                  <a:pt x="1059668" y="95919"/>
                </a:cubicBezTo>
                <a:cubicBezTo>
                  <a:pt x="1059668" y="98338"/>
                  <a:pt x="1060200" y="101820"/>
                  <a:pt x="1061264" y="106367"/>
                </a:cubicBezTo>
                <a:lnTo>
                  <a:pt x="1047986" y="106367"/>
                </a:lnTo>
                <a:cubicBezTo>
                  <a:pt x="1047261" y="103852"/>
                  <a:pt x="1046753" y="100659"/>
                  <a:pt x="1046462" y="96790"/>
                </a:cubicBezTo>
                <a:moveTo>
                  <a:pt x="1051324" y="67332"/>
                </a:moveTo>
                <a:cubicBezTo>
                  <a:pt x="1049486" y="68058"/>
                  <a:pt x="1047514" y="68614"/>
                  <a:pt x="1045410" y="69001"/>
                </a:cubicBezTo>
                <a:cubicBezTo>
                  <a:pt x="1043306" y="69388"/>
                  <a:pt x="1039787" y="69799"/>
                  <a:pt x="1034853" y="70234"/>
                </a:cubicBezTo>
                <a:cubicBezTo>
                  <a:pt x="1027211" y="70911"/>
                  <a:pt x="1021818" y="71770"/>
                  <a:pt x="1018673" y="72810"/>
                </a:cubicBezTo>
                <a:cubicBezTo>
                  <a:pt x="1015529" y="73850"/>
                  <a:pt x="1013159" y="75507"/>
                  <a:pt x="1011563" y="77780"/>
                </a:cubicBezTo>
                <a:cubicBezTo>
                  <a:pt x="1009967" y="80054"/>
                  <a:pt x="1009169" y="82569"/>
                  <a:pt x="1009169" y="85326"/>
                </a:cubicBezTo>
                <a:cubicBezTo>
                  <a:pt x="1009169" y="89002"/>
                  <a:pt x="1010438" y="92025"/>
                  <a:pt x="1012978" y="94395"/>
                </a:cubicBezTo>
                <a:cubicBezTo>
                  <a:pt x="1015517" y="96766"/>
                  <a:pt x="1019133" y="97951"/>
                  <a:pt x="1023825" y="97951"/>
                </a:cubicBezTo>
                <a:cubicBezTo>
                  <a:pt x="1028178" y="97951"/>
                  <a:pt x="1032362" y="96802"/>
                  <a:pt x="1036377" y="94504"/>
                </a:cubicBezTo>
                <a:cubicBezTo>
                  <a:pt x="1040392" y="92207"/>
                  <a:pt x="1043560" y="89002"/>
                  <a:pt x="1045882" y="84891"/>
                </a:cubicBezTo>
                <a:cubicBezTo>
                  <a:pt x="1048204" y="80779"/>
                  <a:pt x="1050018" y="74926"/>
                  <a:pt x="1051324" y="67332"/>
                </a:cubicBezTo>
                <a:close/>
                <a:moveTo>
                  <a:pt x="1072463" y="136161"/>
                </a:moveTo>
                <a:lnTo>
                  <a:pt x="1073261" y="123649"/>
                </a:lnTo>
                <a:cubicBezTo>
                  <a:pt x="1075970" y="124414"/>
                  <a:pt x="1078606" y="124796"/>
                  <a:pt x="1081170" y="124796"/>
                </a:cubicBezTo>
                <a:cubicBezTo>
                  <a:pt x="1083830" y="124796"/>
                  <a:pt x="1085982" y="124199"/>
                  <a:pt x="1087627" y="123005"/>
                </a:cubicBezTo>
                <a:cubicBezTo>
                  <a:pt x="1089755" y="121427"/>
                  <a:pt x="1092077" y="118464"/>
                  <a:pt x="1094592" y="114115"/>
                </a:cubicBezTo>
                <a:lnTo>
                  <a:pt x="1098801" y="106621"/>
                </a:lnTo>
                <a:lnTo>
                  <a:pt x="1085958" y="29313"/>
                </a:lnTo>
                <a:lnTo>
                  <a:pt x="1098873" y="29313"/>
                </a:lnTo>
                <a:lnTo>
                  <a:pt x="1104678" y="68312"/>
                </a:lnTo>
                <a:cubicBezTo>
                  <a:pt x="1105839" y="76010"/>
                  <a:pt x="1106830" y="83709"/>
                  <a:pt x="1107652" y="91407"/>
                </a:cubicBezTo>
                <a:lnTo>
                  <a:pt x="1142117" y="29313"/>
                </a:lnTo>
                <a:lnTo>
                  <a:pt x="1155830" y="29313"/>
                </a:lnTo>
                <a:lnTo>
                  <a:pt x="1106709" y="116539"/>
                </a:lnTo>
                <a:cubicBezTo>
                  <a:pt x="1101969" y="125105"/>
                  <a:pt x="1097761" y="130775"/>
                  <a:pt x="1094085" y="133548"/>
                </a:cubicBezTo>
                <a:cubicBezTo>
                  <a:pt x="1090408" y="136324"/>
                  <a:pt x="1086176" y="137711"/>
                  <a:pt x="1081387" y="137711"/>
                </a:cubicBezTo>
                <a:cubicBezTo>
                  <a:pt x="1078340" y="137711"/>
                  <a:pt x="1075365" y="137194"/>
                  <a:pt x="1072463" y="136161"/>
                </a:cubicBezTo>
                <a:close/>
                <a:moveTo>
                  <a:pt x="1151051" y="106367"/>
                </a:moveTo>
                <a:lnTo>
                  <a:pt x="1173253" y="0"/>
                </a:lnTo>
                <a:lnTo>
                  <a:pt x="1186386" y="0"/>
                </a:lnTo>
                <a:lnTo>
                  <a:pt x="1164184" y="106367"/>
                </a:lnTo>
                <a:lnTo>
                  <a:pt x="1151051" y="106367"/>
                </a:lnTo>
                <a:close/>
                <a:moveTo>
                  <a:pt x="1187244" y="77127"/>
                </a:moveTo>
                <a:cubicBezTo>
                  <a:pt x="1187244" y="62084"/>
                  <a:pt x="1191670" y="49628"/>
                  <a:pt x="1200522" y="39761"/>
                </a:cubicBezTo>
                <a:cubicBezTo>
                  <a:pt x="1207826" y="31634"/>
                  <a:pt x="1217404" y="27571"/>
                  <a:pt x="1229254" y="27571"/>
                </a:cubicBezTo>
                <a:cubicBezTo>
                  <a:pt x="1238542" y="27571"/>
                  <a:pt x="1246027" y="30474"/>
                  <a:pt x="1251710" y="36278"/>
                </a:cubicBezTo>
                <a:cubicBezTo>
                  <a:pt x="1257394" y="42083"/>
                  <a:pt x="1260236" y="49919"/>
                  <a:pt x="1260236" y="59786"/>
                </a:cubicBezTo>
                <a:cubicBezTo>
                  <a:pt x="1260236" y="68638"/>
                  <a:pt x="1258446" y="76873"/>
                  <a:pt x="1254867" y="84492"/>
                </a:cubicBezTo>
                <a:cubicBezTo>
                  <a:pt x="1251287" y="92110"/>
                  <a:pt x="1246196" y="97951"/>
                  <a:pt x="1239594" y="102014"/>
                </a:cubicBezTo>
                <a:cubicBezTo>
                  <a:pt x="1232991" y="106077"/>
                  <a:pt x="1226038" y="108109"/>
                  <a:pt x="1218734" y="108109"/>
                </a:cubicBezTo>
                <a:cubicBezTo>
                  <a:pt x="1212736" y="108109"/>
                  <a:pt x="1207282" y="106827"/>
                  <a:pt x="1202372" y="104263"/>
                </a:cubicBezTo>
                <a:cubicBezTo>
                  <a:pt x="1197463" y="101699"/>
                  <a:pt x="1193714" y="98072"/>
                  <a:pt x="1191126" y="93380"/>
                </a:cubicBezTo>
                <a:cubicBezTo>
                  <a:pt x="1188538" y="88688"/>
                  <a:pt x="1187244" y="83270"/>
                  <a:pt x="1187244" y="77127"/>
                </a:cubicBezTo>
                <a:moveTo>
                  <a:pt x="1200377" y="75821"/>
                </a:moveTo>
                <a:cubicBezTo>
                  <a:pt x="1200377" y="83077"/>
                  <a:pt x="1202118" y="88579"/>
                  <a:pt x="1205601" y="92328"/>
                </a:cubicBezTo>
                <a:cubicBezTo>
                  <a:pt x="1209084" y="96076"/>
                  <a:pt x="1213510" y="97951"/>
                  <a:pt x="1218879" y="97951"/>
                </a:cubicBezTo>
                <a:cubicBezTo>
                  <a:pt x="1221684" y="97951"/>
                  <a:pt x="1224466" y="97382"/>
                  <a:pt x="1227223" y="96246"/>
                </a:cubicBezTo>
                <a:cubicBezTo>
                  <a:pt x="1229980" y="95109"/>
                  <a:pt x="1232544" y="93380"/>
                  <a:pt x="1234914" y="91058"/>
                </a:cubicBezTo>
                <a:cubicBezTo>
                  <a:pt x="1237284" y="88736"/>
                  <a:pt x="1239303" y="86088"/>
                  <a:pt x="1240972" y="83113"/>
                </a:cubicBezTo>
                <a:cubicBezTo>
                  <a:pt x="1242641" y="80138"/>
                  <a:pt x="1243983" y="76934"/>
                  <a:pt x="1244999" y="73499"/>
                </a:cubicBezTo>
                <a:cubicBezTo>
                  <a:pt x="1246499" y="68711"/>
                  <a:pt x="1247248" y="64115"/>
                  <a:pt x="1247248" y="59714"/>
                </a:cubicBezTo>
                <a:cubicBezTo>
                  <a:pt x="1247248" y="52748"/>
                  <a:pt x="1245495" y="47343"/>
                  <a:pt x="1241988" y="43497"/>
                </a:cubicBezTo>
                <a:cubicBezTo>
                  <a:pt x="1238481" y="39652"/>
                  <a:pt x="1234067" y="37729"/>
                  <a:pt x="1228746" y="37729"/>
                </a:cubicBezTo>
                <a:cubicBezTo>
                  <a:pt x="1224635" y="37729"/>
                  <a:pt x="1220886" y="38709"/>
                  <a:pt x="1217500" y="40668"/>
                </a:cubicBezTo>
                <a:cubicBezTo>
                  <a:pt x="1214114" y="42627"/>
                  <a:pt x="1211055" y="45493"/>
                  <a:pt x="1208322" y="49266"/>
                </a:cubicBezTo>
                <a:cubicBezTo>
                  <a:pt x="1205589" y="53038"/>
                  <a:pt x="1203582" y="57428"/>
                  <a:pt x="1202300" y="62434"/>
                </a:cubicBezTo>
                <a:cubicBezTo>
                  <a:pt x="1201018" y="67441"/>
                  <a:pt x="1200377" y="71903"/>
                  <a:pt x="1200377" y="75821"/>
                </a:cubicBezTo>
                <a:close/>
                <a:moveTo>
                  <a:pt x="1319757" y="96790"/>
                </a:moveTo>
                <a:cubicBezTo>
                  <a:pt x="1315210" y="100708"/>
                  <a:pt x="1310833" y="103574"/>
                  <a:pt x="1306624" y="105388"/>
                </a:cubicBezTo>
                <a:cubicBezTo>
                  <a:pt x="1302416" y="107202"/>
                  <a:pt x="1297918" y="108109"/>
                  <a:pt x="1293129" y="108109"/>
                </a:cubicBezTo>
                <a:cubicBezTo>
                  <a:pt x="1286019" y="108109"/>
                  <a:pt x="1280287" y="106016"/>
                  <a:pt x="1275933" y="101832"/>
                </a:cubicBezTo>
                <a:cubicBezTo>
                  <a:pt x="1271580" y="97648"/>
                  <a:pt x="1269403" y="92291"/>
                  <a:pt x="1269403" y="85761"/>
                </a:cubicBezTo>
                <a:cubicBezTo>
                  <a:pt x="1269403" y="81456"/>
                  <a:pt x="1270383" y="77647"/>
                  <a:pt x="1272342" y="74334"/>
                </a:cubicBezTo>
                <a:cubicBezTo>
                  <a:pt x="1274301" y="71020"/>
                  <a:pt x="1276901" y="68360"/>
                  <a:pt x="1280142" y="66353"/>
                </a:cubicBezTo>
                <a:cubicBezTo>
                  <a:pt x="1283382" y="64345"/>
                  <a:pt x="1287349" y="62906"/>
                  <a:pt x="1292041" y="62035"/>
                </a:cubicBezTo>
                <a:cubicBezTo>
                  <a:pt x="1294991" y="61455"/>
                  <a:pt x="1300590" y="60995"/>
                  <a:pt x="1308837" y="60657"/>
                </a:cubicBezTo>
                <a:cubicBezTo>
                  <a:pt x="1317085" y="60318"/>
                  <a:pt x="1322998" y="59448"/>
                  <a:pt x="1326577" y="58045"/>
                </a:cubicBezTo>
                <a:cubicBezTo>
                  <a:pt x="1327593" y="54465"/>
                  <a:pt x="1328101" y="51491"/>
                  <a:pt x="1328101" y="49120"/>
                </a:cubicBezTo>
                <a:cubicBezTo>
                  <a:pt x="1328101" y="46073"/>
                  <a:pt x="1326989" y="43679"/>
                  <a:pt x="1324763" y="41937"/>
                </a:cubicBezTo>
                <a:cubicBezTo>
                  <a:pt x="1321716" y="39519"/>
                  <a:pt x="1317266" y="38310"/>
                  <a:pt x="1311413" y="38310"/>
                </a:cubicBezTo>
                <a:cubicBezTo>
                  <a:pt x="1305899" y="38310"/>
                  <a:pt x="1301388" y="39531"/>
                  <a:pt x="1297881" y="41974"/>
                </a:cubicBezTo>
                <a:cubicBezTo>
                  <a:pt x="1294375" y="44416"/>
                  <a:pt x="1291823" y="47887"/>
                  <a:pt x="1290227" y="52385"/>
                </a:cubicBezTo>
                <a:lnTo>
                  <a:pt x="1276949" y="51225"/>
                </a:lnTo>
                <a:cubicBezTo>
                  <a:pt x="1279658" y="43582"/>
                  <a:pt x="1283951" y="37729"/>
                  <a:pt x="1289828" y="33666"/>
                </a:cubicBezTo>
                <a:cubicBezTo>
                  <a:pt x="1295705" y="29603"/>
                  <a:pt x="1303118" y="27571"/>
                  <a:pt x="1312066" y="27571"/>
                </a:cubicBezTo>
                <a:cubicBezTo>
                  <a:pt x="1321595" y="27571"/>
                  <a:pt x="1329141" y="29845"/>
                  <a:pt x="1334704" y="34392"/>
                </a:cubicBezTo>
                <a:cubicBezTo>
                  <a:pt x="1338960" y="37778"/>
                  <a:pt x="1341089" y="42179"/>
                  <a:pt x="1341089" y="47597"/>
                </a:cubicBezTo>
                <a:cubicBezTo>
                  <a:pt x="1341089" y="51708"/>
                  <a:pt x="1340484" y="56473"/>
                  <a:pt x="1339275" y="61890"/>
                </a:cubicBezTo>
                <a:lnTo>
                  <a:pt x="1334994" y="81045"/>
                </a:lnTo>
                <a:cubicBezTo>
                  <a:pt x="1333640" y="87140"/>
                  <a:pt x="1332962" y="92098"/>
                  <a:pt x="1332962" y="95919"/>
                </a:cubicBezTo>
                <a:cubicBezTo>
                  <a:pt x="1332962" y="98338"/>
                  <a:pt x="1333494" y="101820"/>
                  <a:pt x="1334559" y="106367"/>
                </a:cubicBezTo>
                <a:lnTo>
                  <a:pt x="1321281" y="106367"/>
                </a:lnTo>
                <a:cubicBezTo>
                  <a:pt x="1320555" y="103852"/>
                  <a:pt x="1320047" y="100659"/>
                  <a:pt x="1319757" y="96790"/>
                </a:cubicBezTo>
                <a:moveTo>
                  <a:pt x="1324618" y="67332"/>
                </a:moveTo>
                <a:cubicBezTo>
                  <a:pt x="1322780" y="68058"/>
                  <a:pt x="1320809" y="68614"/>
                  <a:pt x="1318705" y="69001"/>
                </a:cubicBezTo>
                <a:cubicBezTo>
                  <a:pt x="1316601" y="69388"/>
                  <a:pt x="1313082" y="69799"/>
                  <a:pt x="1308148" y="70234"/>
                </a:cubicBezTo>
                <a:cubicBezTo>
                  <a:pt x="1300506" y="70911"/>
                  <a:pt x="1295112" y="71770"/>
                  <a:pt x="1291968" y="72810"/>
                </a:cubicBezTo>
                <a:cubicBezTo>
                  <a:pt x="1288824" y="73850"/>
                  <a:pt x="1286454" y="75507"/>
                  <a:pt x="1284858" y="77780"/>
                </a:cubicBezTo>
                <a:cubicBezTo>
                  <a:pt x="1283261" y="80054"/>
                  <a:pt x="1282463" y="82569"/>
                  <a:pt x="1282463" y="85326"/>
                </a:cubicBezTo>
                <a:cubicBezTo>
                  <a:pt x="1282463" y="89002"/>
                  <a:pt x="1283733" y="92025"/>
                  <a:pt x="1286273" y="94395"/>
                </a:cubicBezTo>
                <a:cubicBezTo>
                  <a:pt x="1288812" y="96766"/>
                  <a:pt x="1292428" y="97951"/>
                  <a:pt x="1297120" y="97951"/>
                </a:cubicBezTo>
                <a:cubicBezTo>
                  <a:pt x="1301473" y="97951"/>
                  <a:pt x="1305657" y="96802"/>
                  <a:pt x="1309672" y="94504"/>
                </a:cubicBezTo>
                <a:cubicBezTo>
                  <a:pt x="1313687" y="92207"/>
                  <a:pt x="1316855" y="89002"/>
                  <a:pt x="1319177" y="84891"/>
                </a:cubicBezTo>
                <a:cubicBezTo>
                  <a:pt x="1321498" y="80779"/>
                  <a:pt x="1323312" y="74926"/>
                  <a:pt x="1324618" y="67332"/>
                </a:cubicBezTo>
                <a:close/>
                <a:moveTo>
                  <a:pt x="1402641" y="95194"/>
                </a:moveTo>
                <a:cubicBezTo>
                  <a:pt x="1395144" y="103804"/>
                  <a:pt x="1387308" y="108109"/>
                  <a:pt x="1379133" y="108109"/>
                </a:cubicBezTo>
                <a:cubicBezTo>
                  <a:pt x="1371829" y="108109"/>
                  <a:pt x="1365747" y="105412"/>
                  <a:pt x="1360885" y="100019"/>
                </a:cubicBezTo>
                <a:cubicBezTo>
                  <a:pt x="1356024" y="94625"/>
                  <a:pt x="1353594" y="86801"/>
                  <a:pt x="1353594" y="76547"/>
                </a:cubicBezTo>
                <a:cubicBezTo>
                  <a:pt x="1353594" y="67163"/>
                  <a:pt x="1355516" y="58589"/>
                  <a:pt x="1359362" y="50826"/>
                </a:cubicBezTo>
                <a:cubicBezTo>
                  <a:pt x="1363207" y="43062"/>
                  <a:pt x="1368020" y="37245"/>
                  <a:pt x="1373800" y="33376"/>
                </a:cubicBezTo>
                <a:cubicBezTo>
                  <a:pt x="1379581" y="29506"/>
                  <a:pt x="1385373" y="27571"/>
                  <a:pt x="1391178" y="27571"/>
                </a:cubicBezTo>
                <a:cubicBezTo>
                  <a:pt x="1400755" y="27571"/>
                  <a:pt x="1407986" y="32167"/>
                  <a:pt x="1412872" y="41357"/>
                </a:cubicBezTo>
                <a:lnTo>
                  <a:pt x="1421579" y="0"/>
                </a:lnTo>
                <a:lnTo>
                  <a:pt x="1434639" y="0"/>
                </a:lnTo>
                <a:lnTo>
                  <a:pt x="1412437" y="106367"/>
                </a:lnTo>
                <a:lnTo>
                  <a:pt x="1400320" y="106367"/>
                </a:lnTo>
                <a:lnTo>
                  <a:pt x="1402641" y="95194"/>
                </a:lnTo>
                <a:moveTo>
                  <a:pt x="1366654" y="74064"/>
                </a:moveTo>
                <a:cubicBezTo>
                  <a:pt x="1366654" y="79421"/>
                  <a:pt x="1367186" y="83644"/>
                  <a:pt x="1368250" y="86732"/>
                </a:cubicBezTo>
                <a:cubicBezTo>
                  <a:pt x="1369314" y="89820"/>
                  <a:pt x="1371128" y="92390"/>
                  <a:pt x="1373692" y="94441"/>
                </a:cubicBezTo>
                <a:cubicBezTo>
                  <a:pt x="1376255" y="96490"/>
                  <a:pt x="1379327" y="97515"/>
                  <a:pt x="1382906" y="97515"/>
                </a:cubicBezTo>
                <a:cubicBezTo>
                  <a:pt x="1388856" y="97515"/>
                  <a:pt x="1394249" y="94426"/>
                  <a:pt x="1399086" y="88246"/>
                </a:cubicBezTo>
                <a:cubicBezTo>
                  <a:pt x="1405568" y="80038"/>
                  <a:pt x="1408809" y="69900"/>
                  <a:pt x="1408809" y="57832"/>
                </a:cubicBezTo>
                <a:cubicBezTo>
                  <a:pt x="1408809" y="51758"/>
                  <a:pt x="1407212" y="47010"/>
                  <a:pt x="1404020" y="43588"/>
                </a:cubicBezTo>
                <a:cubicBezTo>
                  <a:pt x="1400828" y="40166"/>
                  <a:pt x="1396813" y="38455"/>
                  <a:pt x="1391976" y="38455"/>
                </a:cubicBezTo>
                <a:cubicBezTo>
                  <a:pt x="1388832" y="38455"/>
                  <a:pt x="1385966" y="39155"/>
                  <a:pt x="1383378" y="40554"/>
                </a:cubicBezTo>
                <a:cubicBezTo>
                  <a:pt x="1380790" y="41953"/>
                  <a:pt x="1378226" y="44329"/>
                  <a:pt x="1375687" y="47683"/>
                </a:cubicBezTo>
                <a:cubicBezTo>
                  <a:pt x="1373147" y="51037"/>
                  <a:pt x="1371007" y="55296"/>
                  <a:pt x="1369266" y="60460"/>
                </a:cubicBezTo>
                <a:cubicBezTo>
                  <a:pt x="1367524" y="65622"/>
                  <a:pt x="1366654" y="70156"/>
                  <a:pt x="1366654" y="74064"/>
                </a:cubicBezTo>
                <a:close/>
                <a:moveTo>
                  <a:pt x="1434809" y="80102"/>
                </a:moveTo>
                <a:lnTo>
                  <a:pt x="1447942" y="79231"/>
                </a:lnTo>
                <a:cubicBezTo>
                  <a:pt x="1447942" y="83004"/>
                  <a:pt x="1448522" y="86221"/>
                  <a:pt x="1449683" y="88881"/>
                </a:cubicBezTo>
                <a:cubicBezTo>
                  <a:pt x="1450844" y="91542"/>
                  <a:pt x="1452984" y="93718"/>
                  <a:pt x="1456104" y="95411"/>
                </a:cubicBezTo>
                <a:cubicBezTo>
                  <a:pt x="1459224" y="97104"/>
                  <a:pt x="1462864" y="97951"/>
                  <a:pt x="1467024" y="97951"/>
                </a:cubicBezTo>
                <a:cubicBezTo>
                  <a:pt x="1472828" y="97951"/>
                  <a:pt x="1477182" y="96790"/>
                  <a:pt x="1480084" y="94468"/>
                </a:cubicBezTo>
                <a:cubicBezTo>
                  <a:pt x="1482986" y="92146"/>
                  <a:pt x="1484437" y="89413"/>
                  <a:pt x="1484437" y="86269"/>
                </a:cubicBezTo>
                <a:cubicBezTo>
                  <a:pt x="1484437" y="83996"/>
                  <a:pt x="1483567" y="81843"/>
                  <a:pt x="1481825" y="79812"/>
                </a:cubicBezTo>
                <a:cubicBezTo>
                  <a:pt x="1480036" y="77780"/>
                  <a:pt x="1475670" y="75277"/>
                  <a:pt x="1468729" y="72302"/>
                </a:cubicBezTo>
                <a:cubicBezTo>
                  <a:pt x="1461788" y="69327"/>
                  <a:pt x="1457350" y="67235"/>
                  <a:pt x="1455415" y="66026"/>
                </a:cubicBezTo>
                <a:cubicBezTo>
                  <a:pt x="1452174" y="64043"/>
                  <a:pt x="1449731" y="61709"/>
                  <a:pt x="1448087" y="59024"/>
                </a:cubicBezTo>
                <a:cubicBezTo>
                  <a:pt x="1446442" y="56340"/>
                  <a:pt x="1445620" y="53256"/>
                  <a:pt x="1445620" y="49773"/>
                </a:cubicBezTo>
                <a:cubicBezTo>
                  <a:pt x="1445620" y="43679"/>
                  <a:pt x="1448038" y="38455"/>
                  <a:pt x="1452876" y="34101"/>
                </a:cubicBezTo>
                <a:cubicBezTo>
                  <a:pt x="1457713" y="29748"/>
                  <a:pt x="1464485" y="27571"/>
                  <a:pt x="1473191" y="27571"/>
                </a:cubicBezTo>
                <a:cubicBezTo>
                  <a:pt x="1482865" y="27571"/>
                  <a:pt x="1490230" y="29808"/>
                  <a:pt x="1495285" y="34283"/>
                </a:cubicBezTo>
                <a:cubicBezTo>
                  <a:pt x="1500339" y="38757"/>
                  <a:pt x="1502963" y="44646"/>
                  <a:pt x="1503157" y="51950"/>
                </a:cubicBezTo>
                <a:lnTo>
                  <a:pt x="1490314" y="52821"/>
                </a:lnTo>
                <a:cubicBezTo>
                  <a:pt x="1490121" y="48177"/>
                  <a:pt x="1488476" y="44501"/>
                  <a:pt x="1485381" y="41792"/>
                </a:cubicBezTo>
                <a:cubicBezTo>
                  <a:pt x="1482285" y="39084"/>
                  <a:pt x="1477907" y="37729"/>
                  <a:pt x="1472248" y="37729"/>
                </a:cubicBezTo>
                <a:cubicBezTo>
                  <a:pt x="1467701" y="37729"/>
                  <a:pt x="1464170" y="38769"/>
                  <a:pt x="1461655" y="40849"/>
                </a:cubicBezTo>
                <a:cubicBezTo>
                  <a:pt x="1459140" y="42929"/>
                  <a:pt x="1457882" y="45178"/>
                  <a:pt x="1457882" y="47597"/>
                </a:cubicBezTo>
                <a:cubicBezTo>
                  <a:pt x="1457882" y="50015"/>
                  <a:pt x="1458970" y="52144"/>
                  <a:pt x="1461147" y="53982"/>
                </a:cubicBezTo>
                <a:cubicBezTo>
                  <a:pt x="1462598" y="55239"/>
                  <a:pt x="1466347" y="57174"/>
                  <a:pt x="1472393" y="59786"/>
                </a:cubicBezTo>
                <a:cubicBezTo>
                  <a:pt x="1482454" y="64140"/>
                  <a:pt x="1488791" y="67574"/>
                  <a:pt x="1491403" y="70089"/>
                </a:cubicBezTo>
                <a:cubicBezTo>
                  <a:pt x="1495563" y="74104"/>
                  <a:pt x="1497643" y="78989"/>
                  <a:pt x="1497643" y="84745"/>
                </a:cubicBezTo>
                <a:cubicBezTo>
                  <a:pt x="1497643" y="88567"/>
                  <a:pt x="1496470" y="92315"/>
                  <a:pt x="1494124" y="95992"/>
                </a:cubicBezTo>
                <a:cubicBezTo>
                  <a:pt x="1491778" y="99668"/>
                  <a:pt x="1488198" y="102606"/>
                  <a:pt x="1483385" y="104807"/>
                </a:cubicBezTo>
                <a:cubicBezTo>
                  <a:pt x="1478573" y="107008"/>
                  <a:pt x="1472901" y="108109"/>
                  <a:pt x="1466371" y="108109"/>
                </a:cubicBezTo>
                <a:cubicBezTo>
                  <a:pt x="1457471" y="108109"/>
                  <a:pt x="1449901" y="105914"/>
                  <a:pt x="1443661" y="101524"/>
                </a:cubicBezTo>
                <a:cubicBezTo>
                  <a:pt x="1437421" y="97133"/>
                  <a:pt x="1434471" y="89992"/>
                  <a:pt x="1434809" y="8010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)">
            <a:extLst xmlns:a="http://schemas.openxmlformats.org/drawingml/2006/main">
              <a:ext uri="{FF2B5EF4-FFF2-40B4-BE49-F238E27FC236}">
                <a16:creationId xmlns:a16="http://schemas.microsoft.com/office/drawing/2014/main" id="{CBB7AE2F-10A9-453B-B3D0-94AA6712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073" y="2248015"/>
            <a:ext cx="48830" cy="139598"/>
          </a:xfrm>
          <a:custGeom xmlns:a="http://schemas.openxmlformats.org/drawingml/2006/main">
            <a:pathLst>
              <a:path w="48830" h="139598">
                <a:moveTo>
                  <a:pt x="37366" y="0"/>
                </a:moveTo>
                <a:cubicBezTo>
                  <a:pt x="45009" y="16656"/>
                  <a:pt x="48830" y="33749"/>
                  <a:pt x="48830" y="51279"/>
                </a:cubicBezTo>
                <a:cubicBezTo>
                  <a:pt x="48830" y="63045"/>
                  <a:pt x="47294" y="73964"/>
                  <a:pt x="44223" y="84036"/>
                </a:cubicBezTo>
                <a:cubicBezTo>
                  <a:pt x="41151" y="94106"/>
                  <a:pt x="36472" y="104104"/>
                  <a:pt x="30183" y="114031"/>
                </a:cubicBezTo>
                <a:cubicBezTo>
                  <a:pt x="25975" y="120617"/>
                  <a:pt x="19324" y="129139"/>
                  <a:pt x="10230" y="139598"/>
                </a:cubicBezTo>
                <a:lnTo>
                  <a:pt x="0" y="139598"/>
                </a:lnTo>
                <a:cubicBezTo>
                  <a:pt x="5611" y="133497"/>
                  <a:pt x="11585" y="124951"/>
                  <a:pt x="17921" y="113958"/>
                </a:cubicBezTo>
                <a:cubicBezTo>
                  <a:pt x="24258" y="102968"/>
                  <a:pt x="28841" y="92182"/>
                  <a:pt x="31671" y="81603"/>
                </a:cubicBezTo>
                <a:cubicBezTo>
                  <a:pt x="34500" y="71022"/>
                  <a:pt x="35915" y="60357"/>
                  <a:pt x="35915" y="49608"/>
                </a:cubicBezTo>
                <a:cubicBezTo>
                  <a:pt x="35915" y="33629"/>
                  <a:pt x="33134" y="17093"/>
                  <a:pt x="27571" y="0"/>
                </a:cubicBezTo>
                <a:lnTo>
                  <a:pt x="37366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A058D-BB00-47A7-8EA6-BD714EBC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421" y="199986"/>
            <a:ext cx="1870951" cy="3315382"/>
          </a:xfrm>
          <a:custGeom xmlns:a="http://schemas.openxmlformats.org/drawingml/2006/main">
            <a:pathLst>
              <a:path w="1870951" h="3315382">
                <a:moveTo>
                  <a:pt x="0" y="116486"/>
                </a:moveTo>
                <a:cubicBezTo>
                  <a:pt x="179" y="52613"/>
                  <a:pt x="52434" y="373"/>
                  <a:pt x="116486" y="0"/>
                </a:cubicBezTo>
                <a:lnTo>
                  <a:pt x="1754464" y="0"/>
                </a:lnTo>
                <a:cubicBezTo>
                  <a:pt x="1818128" y="373"/>
                  <a:pt x="1870383" y="52613"/>
                  <a:pt x="1870951" y="116486"/>
                </a:cubicBezTo>
                <a:lnTo>
                  <a:pt x="1870951" y="3198895"/>
                </a:lnTo>
                <a:cubicBezTo>
                  <a:pt x="1870383" y="3262754"/>
                  <a:pt x="1818128" y="3314994"/>
                  <a:pt x="1754464" y="3315382"/>
                </a:cubicBezTo>
                <a:lnTo>
                  <a:pt x="116486" y="3315382"/>
                </a:lnTo>
                <a:cubicBezTo>
                  <a:pt x="52434" y="3314994"/>
                  <a:pt x="179" y="3262754"/>
                  <a:pt x="0" y="3198895"/>
                </a:cubicBezTo>
                <a:lnTo>
                  <a:pt x="0" y="116486"/>
                </a:lnTo>
              </a:path>
            </a:pathLst>
          </a:custGeom>
          <a:solidFill xmlns:a="http://schemas.openxmlformats.org/drawingml/2006/main">
            <a:srgbClr val="F3F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91A52-305E-4303-8E38-9D91C5EF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133" y="192892"/>
            <a:ext cx="1885138" cy="3329554"/>
          </a:xfrm>
          <a:custGeom xmlns:a="http://schemas.openxmlformats.org/drawingml/2006/main">
            <a:pathLst>
              <a:path w="1885138" h="3329554">
                <a:moveTo>
                  <a:pt x="3913" y="3236425"/>
                </a:moveTo>
                <a:lnTo>
                  <a:pt x="5585" y="3242309"/>
                </a:lnTo>
                <a:lnTo>
                  <a:pt x="7542" y="3248089"/>
                </a:lnTo>
                <a:lnTo>
                  <a:pt x="9767" y="3253734"/>
                </a:lnTo>
                <a:lnTo>
                  <a:pt x="12246" y="3259229"/>
                </a:lnTo>
                <a:lnTo>
                  <a:pt x="14994" y="3264591"/>
                </a:lnTo>
                <a:lnTo>
                  <a:pt x="17981" y="3269788"/>
                </a:lnTo>
                <a:lnTo>
                  <a:pt x="21206" y="3274821"/>
                </a:lnTo>
                <a:lnTo>
                  <a:pt x="24671" y="3279689"/>
                </a:lnTo>
                <a:lnTo>
                  <a:pt x="28360" y="3284378"/>
                </a:lnTo>
                <a:lnTo>
                  <a:pt x="32258" y="3288889"/>
                </a:lnTo>
                <a:lnTo>
                  <a:pt x="36365" y="3293190"/>
                </a:lnTo>
                <a:lnTo>
                  <a:pt x="40681" y="3297311"/>
                </a:lnTo>
                <a:lnTo>
                  <a:pt x="45191" y="3301209"/>
                </a:lnTo>
                <a:lnTo>
                  <a:pt x="49880" y="3304898"/>
                </a:lnTo>
                <a:lnTo>
                  <a:pt x="54749" y="3308348"/>
                </a:lnTo>
                <a:lnTo>
                  <a:pt x="59781" y="3311589"/>
                </a:lnTo>
                <a:lnTo>
                  <a:pt x="64978" y="3314575"/>
                </a:lnTo>
                <a:lnTo>
                  <a:pt x="70340" y="3317308"/>
                </a:lnTo>
                <a:lnTo>
                  <a:pt x="75836" y="3319802"/>
                </a:lnTo>
                <a:lnTo>
                  <a:pt x="81481" y="3322027"/>
                </a:lnTo>
                <a:lnTo>
                  <a:pt x="87245" y="3323984"/>
                </a:lnTo>
                <a:lnTo>
                  <a:pt x="93144" y="3325656"/>
                </a:lnTo>
                <a:lnTo>
                  <a:pt x="99148" y="3327045"/>
                </a:lnTo>
                <a:lnTo>
                  <a:pt x="105271" y="3328136"/>
                </a:lnTo>
                <a:lnTo>
                  <a:pt x="111483" y="3328927"/>
                </a:lnTo>
                <a:lnTo>
                  <a:pt x="117786" y="3329405"/>
                </a:lnTo>
                <a:lnTo>
                  <a:pt x="124073" y="3329554"/>
                </a:lnTo>
                <a:lnTo>
                  <a:pt x="1761065" y="3329554"/>
                </a:lnTo>
                <a:lnTo>
                  <a:pt x="1767352" y="3329405"/>
                </a:lnTo>
                <a:lnTo>
                  <a:pt x="1773655" y="3328927"/>
                </a:lnTo>
                <a:lnTo>
                  <a:pt x="1779867" y="3328136"/>
                </a:lnTo>
                <a:lnTo>
                  <a:pt x="1785990" y="3327045"/>
                </a:lnTo>
                <a:lnTo>
                  <a:pt x="1791994" y="3325656"/>
                </a:lnTo>
                <a:lnTo>
                  <a:pt x="1797893" y="3323984"/>
                </a:lnTo>
                <a:lnTo>
                  <a:pt x="1803657" y="3322027"/>
                </a:lnTo>
                <a:lnTo>
                  <a:pt x="1809302" y="3319802"/>
                </a:lnTo>
                <a:lnTo>
                  <a:pt x="1814798" y="3317308"/>
                </a:lnTo>
                <a:lnTo>
                  <a:pt x="1820160" y="3314575"/>
                </a:lnTo>
                <a:lnTo>
                  <a:pt x="1825357" y="3311589"/>
                </a:lnTo>
                <a:lnTo>
                  <a:pt x="1830389" y="3308348"/>
                </a:lnTo>
                <a:lnTo>
                  <a:pt x="1835258" y="3304898"/>
                </a:lnTo>
                <a:lnTo>
                  <a:pt x="1839947" y="3301209"/>
                </a:lnTo>
                <a:lnTo>
                  <a:pt x="1844457" y="3297311"/>
                </a:lnTo>
                <a:lnTo>
                  <a:pt x="1848773" y="3293190"/>
                </a:lnTo>
                <a:lnTo>
                  <a:pt x="1852880" y="3288889"/>
                </a:lnTo>
                <a:lnTo>
                  <a:pt x="1856778" y="3284378"/>
                </a:lnTo>
                <a:lnTo>
                  <a:pt x="1860467" y="3279689"/>
                </a:lnTo>
                <a:lnTo>
                  <a:pt x="1863932" y="3274821"/>
                </a:lnTo>
                <a:lnTo>
                  <a:pt x="1867157" y="3269788"/>
                </a:lnTo>
                <a:lnTo>
                  <a:pt x="1870144" y="3264591"/>
                </a:lnTo>
                <a:lnTo>
                  <a:pt x="1872892" y="3259229"/>
                </a:lnTo>
                <a:lnTo>
                  <a:pt x="1875371" y="3253734"/>
                </a:lnTo>
                <a:lnTo>
                  <a:pt x="1877596" y="3248089"/>
                </a:lnTo>
                <a:lnTo>
                  <a:pt x="1879553" y="3242309"/>
                </a:lnTo>
                <a:lnTo>
                  <a:pt x="1881225" y="3236425"/>
                </a:lnTo>
                <a:lnTo>
                  <a:pt x="1882614" y="3230406"/>
                </a:lnTo>
                <a:lnTo>
                  <a:pt x="1883704" y="3224298"/>
                </a:lnTo>
                <a:lnTo>
                  <a:pt x="1884496" y="3218086"/>
                </a:lnTo>
                <a:lnTo>
                  <a:pt x="1884974" y="3211784"/>
                </a:lnTo>
                <a:lnTo>
                  <a:pt x="1885138" y="3205481"/>
                </a:lnTo>
                <a:lnTo>
                  <a:pt x="1885138" y="124073"/>
                </a:lnTo>
                <a:lnTo>
                  <a:pt x="1884974" y="117771"/>
                </a:lnTo>
                <a:lnTo>
                  <a:pt x="1884496" y="111469"/>
                </a:lnTo>
                <a:lnTo>
                  <a:pt x="1883704" y="105256"/>
                </a:lnTo>
                <a:lnTo>
                  <a:pt x="1882614" y="99148"/>
                </a:lnTo>
                <a:lnTo>
                  <a:pt x="1881225" y="93129"/>
                </a:lnTo>
                <a:lnTo>
                  <a:pt x="1879553" y="87245"/>
                </a:lnTo>
                <a:lnTo>
                  <a:pt x="1877596" y="81466"/>
                </a:lnTo>
                <a:lnTo>
                  <a:pt x="1875371" y="75821"/>
                </a:lnTo>
                <a:lnTo>
                  <a:pt x="1872892" y="70325"/>
                </a:lnTo>
                <a:lnTo>
                  <a:pt x="1870144" y="64964"/>
                </a:lnTo>
                <a:lnTo>
                  <a:pt x="1867157" y="59766"/>
                </a:lnTo>
                <a:lnTo>
                  <a:pt x="1863932" y="54734"/>
                </a:lnTo>
                <a:lnTo>
                  <a:pt x="1860467" y="49865"/>
                </a:lnTo>
                <a:lnTo>
                  <a:pt x="1856778" y="45176"/>
                </a:lnTo>
                <a:lnTo>
                  <a:pt x="1852880" y="40666"/>
                </a:lnTo>
                <a:lnTo>
                  <a:pt x="1848773" y="36365"/>
                </a:lnTo>
                <a:lnTo>
                  <a:pt x="1844457" y="32243"/>
                </a:lnTo>
                <a:lnTo>
                  <a:pt x="1839947" y="28345"/>
                </a:lnTo>
                <a:lnTo>
                  <a:pt x="1835258" y="24656"/>
                </a:lnTo>
                <a:lnTo>
                  <a:pt x="1830389" y="21206"/>
                </a:lnTo>
                <a:lnTo>
                  <a:pt x="1825357" y="17966"/>
                </a:lnTo>
                <a:lnTo>
                  <a:pt x="1820160" y="14979"/>
                </a:lnTo>
                <a:lnTo>
                  <a:pt x="1814798" y="12246"/>
                </a:lnTo>
                <a:lnTo>
                  <a:pt x="1809302" y="9752"/>
                </a:lnTo>
                <a:lnTo>
                  <a:pt x="1803657" y="7527"/>
                </a:lnTo>
                <a:lnTo>
                  <a:pt x="1797893" y="5570"/>
                </a:lnTo>
                <a:lnTo>
                  <a:pt x="1791994" y="3898"/>
                </a:lnTo>
                <a:lnTo>
                  <a:pt x="1785990" y="2509"/>
                </a:lnTo>
                <a:lnTo>
                  <a:pt x="1779867" y="1419"/>
                </a:lnTo>
                <a:lnTo>
                  <a:pt x="1773655" y="627"/>
                </a:lnTo>
                <a:lnTo>
                  <a:pt x="1767352" y="149"/>
                </a:lnTo>
                <a:lnTo>
                  <a:pt x="1761065" y="0"/>
                </a:lnTo>
                <a:lnTo>
                  <a:pt x="124073" y="0"/>
                </a:lnTo>
                <a:lnTo>
                  <a:pt x="117786" y="149"/>
                </a:lnTo>
                <a:lnTo>
                  <a:pt x="111483" y="627"/>
                </a:lnTo>
                <a:lnTo>
                  <a:pt x="105271" y="1419"/>
                </a:lnTo>
                <a:lnTo>
                  <a:pt x="99148" y="2509"/>
                </a:lnTo>
                <a:lnTo>
                  <a:pt x="93144" y="3898"/>
                </a:lnTo>
                <a:lnTo>
                  <a:pt x="87245" y="5570"/>
                </a:lnTo>
                <a:lnTo>
                  <a:pt x="81481" y="7527"/>
                </a:lnTo>
                <a:lnTo>
                  <a:pt x="75836" y="9752"/>
                </a:lnTo>
                <a:lnTo>
                  <a:pt x="70340" y="12246"/>
                </a:lnTo>
                <a:lnTo>
                  <a:pt x="64978" y="14979"/>
                </a:lnTo>
                <a:lnTo>
                  <a:pt x="59781" y="17966"/>
                </a:lnTo>
                <a:lnTo>
                  <a:pt x="54749" y="21206"/>
                </a:lnTo>
                <a:lnTo>
                  <a:pt x="49880" y="24656"/>
                </a:lnTo>
                <a:lnTo>
                  <a:pt x="45191" y="28345"/>
                </a:lnTo>
                <a:lnTo>
                  <a:pt x="40681" y="32243"/>
                </a:lnTo>
                <a:lnTo>
                  <a:pt x="36365" y="36365"/>
                </a:lnTo>
                <a:lnTo>
                  <a:pt x="32258" y="40666"/>
                </a:lnTo>
                <a:lnTo>
                  <a:pt x="28360" y="45176"/>
                </a:lnTo>
                <a:lnTo>
                  <a:pt x="24671" y="49865"/>
                </a:lnTo>
                <a:lnTo>
                  <a:pt x="21206" y="54734"/>
                </a:lnTo>
                <a:lnTo>
                  <a:pt x="17981" y="59766"/>
                </a:lnTo>
                <a:lnTo>
                  <a:pt x="14994" y="64964"/>
                </a:lnTo>
                <a:lnTo>
                  <a:pt x="12246" y="70325"/>
                </a:lnTo>
                <a:lnTo>
                  <a:pt x="9767" y="75821"/>
                </a:lnTo>
                <a:lnTo>
                  <a:pt x="7542" y="81466"/>
                </a:lnTo>
                <a:lnTo>
                  <a:pt x="5585" y="87245"/>
                </a:lnTo>
                <a:lnTo>
                  <a:pt x="3913" y="93129"/>
                </a:lnTo>
                <a:lnTo>
                  <a:pt x="2524" y="99148"/>
                </a:lnTo>
                <a:lnTo>
                  <a:pt x="1434" y="105256"/>
                </a:lnTo>
                <a:lnTo>
                  <a:pt x="642" y="111469"/>
                </a:lnTo>
                <a:lnTo>
                  <a:pt x="164" y="117771"/>
                </a:lnTo>
                <a:lnTo>
                  <a:pt x="0" y="124073"/>
                </a:lnTo>
                <a:lnTo>
                  <a:pt x="0" y="3205481"/>
                </a:lnTo>
                <a:lnTo>
                  <a:pt x="164" y="3211784"/>
                </a:lnTo>
                <a:lnTo>
                  <a:pt x="642" y="3218086"/>
                </a:lnTo>
                <a:lnTo>
                  <a:pt x="1434" y="3224298"/>
                </a:lnTo>
                <a:lnTo>
                  <a:pt x="2524" y="3230406"/>
                </a:lnTo>
                <a:lnTo>
                  <a:pt x="3913" y="3236425"/>
                </a:lnTo>
                <a:close/>
                <a:moveTo>
                  <a:pt x="18343" y="96976"/>
                </a:moveTo>
                <a:lnTo>
                  <a:pt x="19907" y="91502"/>
                </a:lnTo>
                <a:lnTo>
                  <a:pt x="19788" y="91845"/>
                </a:lnTo>
                <a:lnTo>
                  <a:pt x="21528" y="86710"/>
                </a:lnTo>
                <a:lnTo>
                  <a:pt x="23488" y="81717"/>
                </a:lnTo>
                <a:lnTo>
                  <a:pt x="25637" y="76950"/>
                </a:lnTo>
                <a:lnTo>
                  <a:pt x="28069" y="72186"/>
                </a:lnTo>
                <a:lnTo>
                  <a:pt x="30839" y="67368"/>
                </a:lnTo>
                <a:lnTo>
                  <a:pt x="30660" y="67682"/>
                </a:lnTo>
                <a:lnTo>
                  <a:pt x="33664" y="62991"/>
                </a:lnTo>
                <a:lnTo>
                  <a:pt x="36607" y="58846"/>
                </a:lnTo>
                <a:lnTo>
                  <a:pt x="39779" y="54812"/>
                </a:lnTo>
                <a:lnTo>
                  <a:pt x="43265" y="50772"/>
                </a:lnTo>
                <a:lnTo>
                  <a:pt x="46939" y="46914"/>
                </a:lnTo>
                <a:lnTo>
                  <a:pt x="50851" y="43175"/>
                </a:lnTo>
                <a:lnTo>
                  <a:pt x="50597" y="43429"/>
                </a:lnTo>
                <a:lnTo>
                  <a:pt x="54671" y="39887"/>
                </a:lnTo>
                <a:lnTo>
                  <a:pt x="58858" y="36594"/>
                </a:lnTo>
                <a:lnTo>
                  <a:pt x="63204" y="33512"/>
                </a:lnTo>
                <a:lnTo>
                  <a:pt x="67567" y="30718"/>
                </a:lnTo>
                <a:lnTo>
                  <a:pt x="71971" y="28187"/>
                </a:lnTo>
                <a:lnTo>
                  <a:pt x="76731" y="25743"/>
                </a:lnTo>
                <a:lnTo>
                  <a:pt x="81590" y="23538"/>
                </a:lnTo>
                <a:lnTo>
                  <a:pt x="86713" y="21518"/>
                </a:lnTo>
                <a:lnTo>
                  <a:pt x="91802" y="19807"/>
                </a:lnTo>
                <a:lnTo>
                  <a:pt x="96908" y="18362"/>
                </a:lnTo>
                <a:lnTo>
                  <a:pt x="102125" y="17161"/>
                </a:lnTo>
                <a:lnTo>
                  <a:pt x="107437" y="16207"/>
                </a:lnTo>
                <a:lnTo>
                  <a:pt x="113156" y="15476"/>
                </a:lnTo>
                <a:lnTo>
                  <a:pt x="118727" y="15054"/>
                </a:lnTo>
                <a:lnTo>
                  <a:pt x="118353" y="15083"/>
                </a:lnTo>
                <a:lnTo>
                  <a:pt x="124357" y="14919"/>
                </a:lnTo>
                <a:lnTo>
                  <a:pt x="124177" y="14934"/>
                </a:lnTo>
                <a:lnTo>
                  <a:pt x="1760961" y="14934"/>
                </a:lnTo>
                <a:lnTo>
                  <a:pt x="1760781" y="14919"/>
                </a:lnTo>
                <a:lnTo>
                  <a:pt x="1766785" y="15083"/>
                </a:lnTo>
                <a:lnTo>
                  <a:pt x="1766412" y="15054"/>
                </a:lnTo>
                <a:lnTo>
                  <a:pt x="1771982" y="15476"/>
                </a:lnTo>
                <a:lnTo>
                  <a:pt x="1777701" y="16207"/>
                </a:lnTo>
                <a:lnTo>
                  <a:pt x="1783013" y="17161"/>
                </a:lnTo>
                <a:lnTo>
                  <a:pt x="1788230" y="18362"/>
                </a:lnTo>
                <a:lnTo>
                  <a:pt x="1793336" y="19807"/>
                </a:lnTo>
                <a:lnTo>
                  <a:pt x="1798425" y="21518"/>
                </a:lnTo>
                <a:lnTo>
                  <a:pt x="1803548" y="23538"/>
                </a:lnTo>
                <a:lnTo>
                  <a:pt x="1808407" y="25743"/>
                </a:lnTo>
                <a:lnTo>
                  <a:pt x="1813167" y="28187"/>
                </a:lnTo>
                <a:lnTo>
                  <a:pt x="1817571" y="30718"/>
                </a:lnTo>
                <a:lnTo>
                  <a:pt x="1821934" y="33512"/>
                </a:lnTo>
                <a:lnTo>
                  <a:pt x="1826280" y="36594"/>
                </a:lnTo>
                <a:lnTo>
                  <a:pt x="1830467" y="39887"/>
                </a:lnTo>
                <a:lnTo>
                  <a:pt x="1834541" y="43429"/>
                </a:lnTo>
                <a:lnTo>
                  <a:pt x="1834287" y="43175"/>
                </a:lnTo>
                <a:lnTo>
                  <a:pt x="1838200" y="46914"/>
                </a:lnTo>
                <a:lnTo>
                  <a:pt x="1841874" y="50772"/>
                </a:lnTo>
                <a:lnTo>
                  <a:pt x="1845359" y="54812"/>
                </a:lnTo>
                <a:lnTo>
                  <a:pt x="1848531" y="58846"/>
                </a:lnTo>
                <a:lnTo>
                  <a:pt x="1851474" y="62991"/>
                </a:lnTo>
                <a:lnTo>
                  <a:pt x="1854478" y="67682"/>
                </a:lnTo>
                <a:lnTo>
                  <a:pt x="1854299" y="67368"/>
                </a:lnTo>
                <a:lnTo>
                  <a:pt x="1857069" y="72186"/>
                </a:lnTo>
                <a:lnTo>
                  <a:pt x="1859501" y="76950"/>
                </a:lnTo>
                <a:lnTo>
                  <a:pt x="1861691" y="81809"/>
                </a:lnTo>
                <a:lnTo>
                  <a:pt x="1861542" y="81481"/>
                </a:lnTo>
                <a:lnTo>
                  <a:pt x="1863611" y="86713"/>
                </a:lnTo>
                <a:lnTo>
                  <a:pt x="1865350" y="91845"/>
                </a:lnTo>
                <a:lnTo>
                  <a:pt x="1865231" y="91502"/>
                </a:lnTo>
                <a:lnTo>
                  <a:pt x="1866795" y="96976"/>
                </a:lnTo>
                <a:lnTo>
                  <a:pt x="1867975" y="102102"/>
                </a:lnTo>
                <a:lnTo>
                  <a:pt x="1868964" y="107705"/>
                </a:lnTo>
                <a:lnTo>
                  <a:pt x="1868920" y="107332"/>
                </a:lnTo>
                <a:lnTo>
                  <a:pt x="1869647" y="113138"/>
                </a:lnTo>
                <a:lnTo>
                  <a:pt x="1870062" y="118622"/>
                </a:lnTo>
                <a:lnTo>
                  <a:pt x="1870204" y="124357"/>
                </a:lnTo>
                <a:lnTo>
                  <a:pt x="1870204" y="3205213"/>
                </a:lnTo>
                <a:lnTo>
                  <a:pt x="1870062" y="3210932"/>
                </a:lnTo>
                <a:lnTo>
                  <a:pt x="1869647" y="3216417"/>
                </a:lnTo>
                <a:lnTo>
                  <a:pt x="1868920" y="3222223"/>
                </a:lnTo>
                <a:lnTo>
                  <a:pt x="1868964" y="3221849"/>
                </a:lnTo>
                <a:lnTo>
                  <a:pt x="1867975" y="3227453"/>
                </a:lnTo>
                <a:lnTo>
                  <a:pt x="1866795" y="3232578"/>
                </a:lnTo>
                <a:lnTo>
                  <a:pt x="1865231" y="3238053"/>
                </a:lnTo>
                <a:lnTo>
                  <a:pt x="1865350" y="3237709"/>
                </a:lnTo>
                <a:lnTo>
                  <a:pt x="1863611" y="3242841"/>
                </a:lnTo>
                <a:lnTo>
                  <a:pt x="1861542" y="3248074"/>
                </a:lnTo>
                <a:lnTo>
                  <a:pt x="1861691" y="3247745"/>
                </a:lnTo>
                <a:lnTo>
                  <a:pt x="1859501" y="3252604"/>
                </a:lnTo>
                <a:lnTo>
                  <a:pt x="1857069" y="3257368"/>
                </a:lnTo>
                <a:lnTo>
                  <a:pt x="1854299" y="3262186"/>
                </a:lnTo>
                <a:lnTo>
                  <a:pt x="1854478" y="3261873"/>
                </a:lnTo>
                <a:lnTo>
                  <a:pt x="1851474" y="3266564"/>
                </a:lnTo>
                <a:lnTo>
                  <a:pt x="1848531" y="3270709"/>
                </a:lnTo>
                <a:lnTo>
                  <a:pt x="1845359" y="3274742"/>
                </a:lnTo>
                <a:lnTo>
                  <a:pt x="1841874" y="3278782"/>
                </a:lnTo>
                <a:lnTo>
                  <a:pt x="1838200" y="3282641"/>
                </a:lnTo>
                <a:lnTo>
                  <a:pt x="1834500" y="3286176"/>
                </a:lnTo>
                <a:lnTo>
                  <a:pt x="1830474" y="3289662"/>
                </a:lnTo>
                <a:lnTo>
                  <a:pt x="1826280" y="3292960"/>
                </a:lnTo>
                <a:lnTo>
                  <a:pt x="1821934" y="3296042"/>
                </a:lnTo>
                <a:lnTo>
                  <a:pt x="1817571" y="3298836"/>
                </a:lnTo>
                <a:lnTo>
                  <a:pt x="1813167" y="3301368"/>
                </a:lnTo>
                <a:lnTo>
                  <a:pt x="1808407" y="3303811"/>
                </a:lnTo>
                <a:lnTo>
                  <a:pt x="1803548" y="3306017"/>
                </a:lnTo>
                <a:lnTo>
                  <a:pt x="1798411" y="3308042"/>
                </a:lnTo>
                <a:lnTo>
                  <a:pt x="1793601" y="3309672"/>
                </a:lnTo>
                <a:lnTo>
                  <a:pt x="1788219" y="3311195"/>
                </a:lnTo>
                <a:lnTo>
                  <a:pt x="1782809" y="3312455"/>
                </a:lnTo>
                <a:lnTo>
                  <a:pt x="1783168" y="3312365"/>
                </a:lnTo>
                <a:lnTo>
                  <a:pt x="1777701" y="3313347"/>
                </a:lnTo>
                <a:lnTo>
                  <a:pt x="1771982" y="3314079"/>
                </a:lnTo>
                <a:lnTo>
                  <a:pt x="1766412" y="3314501"/>
                </a:lnTo>
                <a:lnTo>
                  <a:pt x="1766785" y="3314471"/>
                </a:lnTo>
                <a:lnTo>
                  <a:pt x="1760781" y="3314635"/>
                </a:lnTo>
                <a:lnTo>
                  <a:pt x="1760961" y="3314620"/>
                </a:lnTo>
                <a:lnTo>
                  <a:pt x="124177" y="3314620"/>
                </a:lnTo>
                <a:lnTo>
                  <a:pt x="124357" y="3314635"/>
                </a:lnTo>
                <a:lnTo>
                  <a:pt x="118353" y="3314471"/>
                </a:lnTo>
                <a:lnTo>
                  <a:pt x="118727" y="3314501"/>
                </a:lnTo>
                <a:lnTo>
                  <a:pt x="113156" y="3314079"/>
                </a:lnTo>
                <a:lnTo>
                  <a:pt x="107437" y="3313347"/>
                </a:lnTo>
                <a:lnTo>
                  <a:pt x="101970" y="3312365"/>
                </a:lnTo>
                <a:lnTo>
                  <a:pt x="102329" y="3312455"/>
                </a:lnTo>
                <a:lnTo>
                  <a:pt x="96919" y="3311195"/>
                </a:lnTo>
                <a:lnTo>
                  <a:pt x="91537" y="3309672"/>
                </a:lnTo>
                <a:lnTo>
                  <a:pt x="86727" y="3308042"/>
                </a:lnTo>
                <a:lnTo>
                  <a:pt x="81590" y="3306017"/>
                </a:lnTo>
                <a:lnTo>
                  <a:pt x="76731" y="3303811"/>
                </a:lnTo>
                <a:lnTo>
                  <a:pt x="71971" y="3301368"/>
                </a:lnTo>
                <a:lnTo>
                  <a:pt x="67567" y="3298836"/>
                </a:lnTo>
                <a:lnTo>
                  <a:pt x="63204" y="3296042"/>
                </a:lnTo>
                <a:lnTo>
                  <a:pt x="58858" y="3292960"/>
                </a:lnTo>
                <a:lnTo>
                  <a:pt x="54664" y="3289662"/>
                </a:lnTo>
                <a:lnTo>
                  <a:pt x="50638" y="3286176"/>
                </a:lnTo>
                <a:lnTo>
                  <a:pt x="46939" y="3282641"/>
                </a:lnTo>
                <a:lnTo>
                  <a:pt x="43265" y="3278782"/>
                </a:lnTo>
                <a:lnTo>
                  <a:pt x="39779" y="3274742"/>
                </a:lnTo>
                <a:lnTo>
                  <a:pt x="36607" y="3270709"/>
                </a:lnTo>
                <a:lnTo>
                  <a:pt x="33664" y="3266564"/>
                </a:lnTo>
                <a:lnTo>
                  <a:pt x="30660" y="3261873"/>
                </a:lnTo>
                <a:lnTo>
                  <a:pt x="30839" y="3262186"/>
                </a:lnTo>
                <a:lnTo>
                  <a:pt x="28069" y="3257368"/>
                </a:lnTo>
                <a:lnTo>
                  <a:pt x="25637" y="3252604"/>
                </a:lnTo>
                <a:lnTo>
                  <a:pt x="23488" y="3247838"/>
                </a:lnTo>
                <a:lnTo>
                  <a:pt x="21528" y="3242844"/>
                </a:lnTo>
                <a:lnTo>
                  <a:pt x="19788" y="3237709"/>
                </a:lnTo>
                <a:lnTo>
                  <a:pt x="19907" y="3238053"/>
                </a:lnTo>
                <a:lnTo>
                  <a:pt x="18343" y="3232578"/>
                </a:lnTo>
                <a:lnTo>
                  <a:pt x="17163" y="3227453"/>
                </a:lnTo>
                <a:lnTo>
                  <a:pt x="16174" y="3221849"/>
                </a:lnTo>
                <a:lnTo>
                  <a:pt x="16218" y="3222223"/>
                </a:lnTo>
                <a:lnTo>
                  <a:pt x="15491" y="3216417"/>
                </a:lnTo>
                <a:lnTo>
                  <a:pt x="15076" y="3210932"/>
                </a:lnTo>
                <a:lnTo>
                  <a:pt x="14934" y="3205213"/>
                </a:lnTo>
                <a:lnTo>
                  <a:pt x="14934" y="124357"/>
                </a:lnTo>
                <a:lnTo>
                  <a:pt x="15076" y="118622"/>
                </a:lnTo>
                <a:lnTo>
                  <a:pt x="15491" y="113138"/>
                </a:lnTo>
                <a:lnTo>
                  <a:pt x="16218" y="107332"/>
                </a:lnTo>
                <a:lnTo>
                  <a:pt x="16174" y="107705"/>
                </a:lnTo>
                <a:lnTo>
                  <a:pt x="17163" y="102102"/>
                </a:lnTo>
                <a:lnTo>
                  <a:pt x="18343" y="96976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Victim.com’s">
            <a:extLst xmlns:a="http://schemas.openxmlformats.org/drawingml/2006/main">
              <a:ext uri="{FF2B5EF4-FFF2-40B4-BE49-F238E27FC236}">
                <a16:creationId xmlns:a16="http://schemas.microsoft.com/office/drawing/2014/main" id="{521E56E8-55A8-44A1-A9AA-9E64E1B6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709" y="376480"/>
            <a:ext cx="1090188" cy="130382"/>
          </a:xfrm>
          <a:custGeom xmlns:a="http://schemas.openxmlformats.org/drawingml/2006/main">
            <a:pathLst>
              <a:path w="1090188" h="130382">
                <a:moveTo>
                  <a:pt x="45853" y="128282"/>
                </a:moveTo>
                <a:lnTo>
                  <a:pt x="0" y="0"/>
                </a:lnTo>
                <a:lnTo>
                  <a:pt x="28089" y="0"/>
                </a:lnTo>
                <a:lnTo>
                  <a:pt x="60553" y="94855"/>
                </a:lnTo>
                <a:lnTo>
                  <a:pt x="91968" y="0"/>
                </a:lnTo>
                <a:lnTo>
                  <a:pt x="119444" y="0"/>
                </a:lnTo>
                <a:lnTo>
                  <a:pt x="73504" y="128282"/>
                </a:lnTo>
                <a:lnTo>
                  <a:pt x="45853" y="128282"/>
                </a:lnTo>
                <a:close/>
                <a:moveTo>
                  <a:pt x="132424" y="22751"/>
                </a:moveTo>
                <a:lnTo>
                  <a:pt x="132424" y="0"/>
                </a:lnTo>
                <a:lnTo>
                  <a:pt x="157012" y="0"/>
                </a:lnTo>
                <a:lnTo>
                  <a:pt x="157012" y="22751"/>
                </a:lnTo>
                <a:lnTo>
                  <a:pt x="132424" y="22751"/>
                </a:lnTo>
                <a:moveTo>
                  <a:pt x="132424" y="128282"/>
                </a:moveTo>
                <a:lnTo>
                  <a:pt x="132424" y="35352"/>
                </a:lnTo>
                <a:lnTo>
                  <a:pt x="157012" y="35352"/>
                </a:lnTo>
                <a:lnTo>
                  <a:pt x="157012" y="128282"/>
                </a:lnTo>
                <a:lnTo>
                  <a:pt x="132424" y="128282"/>
                </a:lnTo>
                <a:close/>
                <a:moveTo>
                  <a:pt x="263483" y="62828"/>
                </a:moveTo>
                <a:lnTo>
                  <a:pt x="239244" y="67204"/>
                </a:lnTo>
                <a:cubicBezTo>
                  <a:pt x="238428" y="62391"/>
                  <a:pt x="236575" y="58767"/>
                  <a:pt x="233688" y="56331"/>
                </a:cubicBezTo>
                <a:cubicBezTo>
                  <a:pt x="230800" y="53896"/>
                  <a:pt x="227052" y="52678"/>
                  <a:pt x="222443" y="52678"/>
                </a:cubicBezTo>
                <a:cubicBezTo>
                  <a:pt x="216318" y="52678"/>
                  <a:pt x="211432" y="54786"/>
                  <a:pt x="207786" y="59003"/>
                </a:cubicBezTo>
                <a:cubicBezTo>
                  <a:pt x="204140" y="63219"/>
                  <a:pt x="202317" y="70271"/>
                  <a:pt x="202317" y="80157"/>
                </a:cubicBezTo>
                <a:cubicBezTo>
                  <a:pt x="202317" y="91150"/>
                  <a:pt x="204169" y="98915"/>
                  <a:pt x="207874" y="103453"/>
                </a:cubicBezTo>
                <a:cubicBezTo>
                  <a:pt x="211578" y="107988"/>
                  <a:pt x="216551" y="110256"/>
                  <a:pt x="222793" y="110256"/>
                </a:cubicBezTo>
                <a:cubicBezTo>
                  <a:pt x="227460" y="110256"/>
                  <a:pt x="231281" y="108929"/>
                  <a:pt x="234256" y="106275"/>
                </a:cubicBezTo>
                <a:cubicBezTo>
                  <a:pt x="237232" y="103620"/>
                  <a:pt x="239332" y="99055"/>
                  <a:pt x="240557" y="92580"/>
                </a:cubicBezTo>
                <a:lnTo>
                  <a:pt x="264708" y="96780"/>
                </a:lnTo>
                <a:cubicBezTo>
                  <a:pt x="262200" y="107864"/>
                  <a:pt x="257387" y="116236"/>
                  <a:pt x="250270" y="121894"/>
                </a:cubicBezTo>
                <a:cubicBezTo>
                  <a:pt x="243153" y="127553"/>
                  <a:pt x="233615" y="130382"/>
                  <a:pt x="221656" y="130382"/>
                </a:cubicBezTo>
                <a:cubicBezTo>
                  <a:pt x="208063" y="130382"/>
                  <a:pt x="197227" y="126094"/>
                  <a:pt x="189148" y="117519"/>
                </a:cubicBezTo>
                <a:cubicBezTo>
                  <a:pt x="181068" y="108943"/>
                  <a:pt x="177028" y="97072"/>
                  <a:pt x="177028" y="81904"/>
                </a:cubicBezTo>
                <a:cubicBezTo>
                  <a:pt x="177028" y="66562"/>
                  <a:pt x="181083" y="54618"/>
                  <a:pt x="189191" y="46071"/>
                </a:cubicBezTo>
                <a:cubicBezTo>
                  <a:pt x="197300" y="37525"/>
                  <a:pt x="208268" y="33252"/>
                  <a:pt x="222093" y="33252"/>
                </a:cubicBezTo>
                <a:cubicBezTo>
                  <a:pt x="233411" y="33252"/>
                  <a:pt x="242409" y="35687"/>
                  <a:pt x="249089" y="40558"/>
                </a:cubicBezTo>
                <a:cubicBezTo>
                  <a:pt x="255768" y="45430"/>
                  <a:pt x="260566" y="52853"/>
                  <a:pt x="263483" y="62828"/>
                </a:cubicBezTo>
                <a:close/>
                <a:moveTo>
                  <a:pt x="324381" y="35352"/>
                </a:moveTo>
                <a:lnTo>
                  <a:pt x="324381" y="54953"/>
                </a:lnTo>
                <a:lnTo>
                  <a:pt x="307580" y="54953"/>
                </a:lnTo>
                <a:lnTo>
                  <a:pt x="307580" y="92345"/>
                </a:lnTo>
                <a:cubicBezTo>
                  <a:pt x="307580" y="99918"/>
                  <a:pt x="307740" y="104330"/>
                  <a:pt x="308061" y="105583"/>
                </a:cubicBezTo>
                <a:cubicBezTo>
                  <a:pt x="308382" y="106833"/>
                  <a:pt x="309111" y="107867"/>
                  <a:pt x="310249" y="108684"/>
                </a:cubicBezTo>
                <a:cubicBezTo>
                  <a:pt x="311386" y="109499"/>
                  <a:pt x="312772" y="109906"/>
                  <a:pt x="314405" y="109906"/>
                </a:cubicBezTo>
                <a:cubicBezTo>
                  <a:pt x="316680" y="109906"/>
                  <a:pt x="319976" y="109118"/>
                  <a:pt x="324293" y="107543"/>
                </a:cubicBezTo>
                <a:lnTo>
                  <a:pt x="326393" y="126691"/>
                </a:lnTo>
                <a:cubicBezTo>
                  <a:pt x="320676" y="129152"/>
                  <a:pt x="314201" y="130382"/>
                  <a:pt x="306967" y="130382"/>
                </a:cubicBezTo>
                <a:cubicBezTo>
                  <a:pt x="302534" y="130382"/>
                  <a:pt x="298537" y="129638"/>
                  <a:pt x="294979" y="128151"/>
                </a:cubicBezTo>
                <a:cubicBezTo>
                  <a:pt x="291420" y="126663"/>
                  <a:pt x="288810" y="124738"/>
                  <a:pt x="287147" y="122375"/>
                </a:cubicBezTo>
                <a:cubicBezTo>
                  <a:pt x="285485" y="120013"/>
                  <a:pt x="284333" y="116819"/>
                  <a:pt x="283691" y="112794"/>
                </a:cubicBezTo>
                <a:cubicBezTo>
                  <a:pt x="283166" y="109935"/>
                  <a:pt x="282903" y="104160"/>
                  <a:pt x="282903" y="95468"/>
                </a:cubicBezTo>
                <a:lnTo>
                  <a:pt x="282903" y="54953"/>
                </a:lnTo>
                <a:lnTo>
                  <a:pt x="271615" y="54953"/>
                </a:lnTo>
                <a:lnTo>
                  <a:pt x="271615" y="35352"/>
                </a:lnTo>
                <a:lnTo>
                  <a:pt x="282903" y="35352"/>
                </a:lnTo>
                <a:lnTo>
                  <a:pt x="282903" y="16801"/>
                </a:lnTo>
                <a:lnTo>
                  <a:pt x="307580" y="2275"/>
                </a:lnTo>
                <a:lnTo>
                  <a:pt x="307580" y="35352"/>
                </a:lnTo>
                <a:lnTo>
                  <a:pt x="324381" y="35352"/>
                </a:lnTo>
                <a:close/>
                <a:moveTo>
                  <a:pt x="341502" y="22751"/>
                </a:moveTo>
                <a:lnTo>
                  <a:pt x="341502" y="0"/>
                </a:lnTo>
                <a:lnTo>
                  <a:pt x="366091" y="0"/>
                </a:lnTo>
                <a:lnTo>
                  <a:pt x="366091" y="22751"/>
                </a:lnTo>
                <a:lnTo>
                  <a:pt x="341502" y="22751"/>
                </a:lnTo>
                <a:moveTo>
                  <a:pt x="341502" y="128282"/>
                </a:moveTo>
                <a:lnTo>
                  <a:pt x="341502" y="35352"/>
                </a:lnTo>
                <a:lnTo>
                  <a:pt x="366091" y="35352"/>
                </a:lnTo>
                <a:lnTo>
                  <a:pt x="366091" y="128282"/>
                </a:lnTo>
                <a:lnTo>
                  <a:pt x="341502" y="128282"/>
                </a:lnTo>
                <a:close/>
                <a:moveTo>
                  <a:pt x="389694" y="35352"/>
                </a:moveTo>
                <a:lnTo>
                  <a:pt x="412357" y="35352"/>
                </a:lnTo>
                <a:lnTo>
                  <a:pt x="412357" y="48040"/>
                </a:lnTo>
                <a:cubicBezTo>
                  <a:pt x="420466" y="38181"/>
                  <a:pt x="430121" y="33252"/>
                  <a:pt x="441321" y="33252"/>
                </a:cubicBezTo>
                <a:cubicBezTo>
                  <a:pt x="447272" y="33252"/>
                  <a:pt x="452435" y="34482"/>
                  <a:pt x="456810" y="36943"/>
                </a:cubicBezTo>
                <a:cubicBezTo>
                  <a:pt x="461185" y="39405"/>
                  <a:pt x="464773" y="43126"/>
                  <a:pt x="467573" y="48108"/>
                </a:cubicBezTo>
                <a:cubicBezTo>
                  <a:pt x="471656" y="43126"/>
                  <a:pt x="476061" y="39405"/>
                  <a:pt x="480786" y="36943"/>
                </a:cubicBezTo>
                <a:cubicBezTo>
                  <a:pt x="485511" y="34482"/>
                  <a:pt x="490557" y="33252"/>
                  <a:pt x="495924" y="33252"/>
                </a:cubicBezTo>
                <a:cubicBezTo>
                  <a:pt x="502750" y="33252"/>
                  <a:pt x="508525" y="34637"/>
                  <a:pt x="513250" y="37408"/>
                </a:cubicBezTo>
                <a:cubicBezTo>
                  <a:pt x="517976" y="40179"/>
                  <a:pt x="521505" y="44248"/>
                  <a:pt x="523838" y="49615"/>
                </a:cubicBezTo>
                <a:cubicBezTo>
                  <a:pt x="525530" y="53582"/>
                  <a:pt x="526376" y="59999"/>
                  <a:pt x="526376" y="68866"/>
                </a:cubicBezTo>
                <a:lnTo>
                  <a:pt x="526376" y="128282"/>
                </a:lnTo>
                <a:lnTo>
                  <a:pt x="501787" y="128282"/>
                </a:lnTo>
                <a:lnTo>
                  <a:pt x="501787" y="75227"/>
                </a:lnTo>
                <a:cubicBezTo>
                  <a:pt x="501787" y="66021"/>
                  <a:pt x="500941" y="60078"/>
                  <a:pt x="499250" y="57398"/>
                </a:cubicBezTo>
                <a:cubicBezTo>
                  <a:pt x="496974" y="53901"/>
                  <a:pt x="493474" y="52153"/>
                  <a:pt x="488749" y="52153"/>
                </a:cubicBezTo>
                <a:cubicBezTo>
                  <a:pt x="485307" y="52153"/>
                  <a:pt x="482069" y="53202"/>
                  <a:pt x="479036" y="55300"/>
                </a:cubicBezTo>
                <a:cubicBezTo>
                  <a:pt x="476002" y="57397"/>
                  <a:pt x="473815" y="60470"/>
                  <a:pt x="472473" y="64521"/>
                </a:cubicBezTo>
                <a:cubicBezTo>
                  <a:pt x="471131" y="68570"/>
                  <a:pt x="470461" y="74965"/>
                  <a:pt x="470461" y="83707"/>
                </a:cubicBezTo>
                <a:lnTo>
                  <a:pt x="470461" y="128282"/>
                </a:lnTo>
                <a:lnTo>
                  <a:pt x="445872" y="128282"/>
                </a:lnTo>
                <a:lnTo>
                  <a:pt x="445872" y="77412"/>
                </a:lnTo>
                <a:cubicBezTo>
                  <a:pt x="445872" y="68380"/>
                  <a:pt x="445434" y="62554"/>
                  <a:pt x="444559" y="59933"/>
                </a:cubicBezTo>
                <a:cubicBezTo>
                  <a:pt x="443684" y="57309"/>
                  <a:pt x="442328" y="55357"/>
                  <a:pt x="440490" y="54075"/>
                </a:cubicBezTo>
                <a:cubicBezTo>
                  <a:pt x="438653" y="52794"/>
                  <a:pt x="436159" y="52153"/>
                  <a:pt x="433008" y="52153"/>
                </a:cubicBezTo>
                <a:cubicBezTo>
                  <a:pt x="429217" y="52153"/>
                  <a:pt x="425804" y="53173"/>
                  <a:pt x="422770" y="55213"/>
                </a:cubicBezTo>
                <a:cubicBezTo>
                  <a:pt x="419737" y="57251"/>
                  <a:pt x="417564" y="60193"/>
                  <a:pt x="416251" y="64040"/>
                </a:cubicBezTo>
                <a:cubicBezTo>
                  <a:pt x="414939" y="67886"/>
                  <a:pt x="414282" y="74267"/>
                  <a:pt x="414282" y="83182"/>
                </a:cubicBezTo>
                <a:lnTo>
                  <a:pt x="414282" y="128282"/>
                </a:lnTo>
                <a:lnTo>
                  <a:pt x="389694" y="128282"/>
                </a:lnTo>
                <a:lnTo>
                  <a:pt x="389694" y="35352"/>
                </a:lnTo>
                <a:close/>
                <a:moveTo>
                  <a:pt x="550580" y="128282"/>
                </a:moveTo>
                <a:lnTo>
                  <a:pt x="550580" y="103606"/>
                </a:lnTo>
                <a:lnTo>
                  <a:pt x="575169" y="103606"/>
                </a:lnTo>
                <a:lnTo>
                  <a:pt x="575169" y="128282"/>
                </a:lnTo>
                <a:lnTo>
                  <a:pt x="550580" y="128282"/>
                </a:lnTo>
                <a:close/>
                <a:moveTo>
                  <a:pt x="681638" y="62828"/>
                </a:moveTo>
                <a:lnTo>
                  <a:pt x="657399" y="67204"/>
                </a:lnTo>
                <a:cubicBezTo>
                  <a:pt x="656583" y="62391"/>
                  <a:pt x="654730" y="58767"/>
                  <a:pt x="651843" y="56331"/>
                </a:cubicBezTo>
                <a:cubicBezTo>
                  <a:pt x="648955" y="53896"/>
                  <a:pt x="645207" y="52678"/>
                  <a:pt x="640598" y="52678"/>
                </a:cubicBezTo>
                <a:cubicBezTo>
                  <a:pt x="634473" y="52678"/>
                  <a:pt x="629587" y="54786"/>
                  <a:pt x="625941" y="59003"/>
                </a:cubicBezTo>
                <a:cubicBezTo>
                  <a:pt x="622295" y="63219"/>
                  <a:pt x="620472" y="70271"/>
                  <a:pt x="620472" y="80157"/>
                </a:cubicBezTo>
                <a:cubicBezTo>
                  <a:pt x="620472" y="91150"/>
                  <a:pt x="622325" y="98915"/>
                  <a:pt x="626029" y="103453"/>
                </a:cubicBezTo>
                <a:cubicBezTo>
                  <a:pt x="629733" y="107988"/>
                  <a:pt x="634706" y="110256"/>
                  <a:pt x="640948" y="110256"/>
                </a:cubicBezTo>
                <a:cubicBezTo>
                  <a:pt x="645615" y="110256"/>
                  <a:pt x="649436" y="108929"/>
                  <a:pt x="652412" y="106275"/>
                </a:cubicBezTo>
                <a:cubicBezTo>
                  <a:pt x="655387" y="103620"/>
                  <a:pt x="657487" y="99055"/>
                  <a:pt x="658712" y="92580"/>
                </a:cubicBezTo>
                <a:lnTo>
                  <a:pt x="682863" y="96780"/>
                </a:lnTo>
                <a:cubicBezTo>
                  <a:pt x="680355" y="107864"/>
                  <a:pt x="675542" y="116236"/>
                  <a:pt x="668425" y="121894"/>
                </a:cubicBezTo>
                <a:cubicBezTo>
                  <a:pt x="661308" y="127553"/>
                  <a:pt x="651770" y="130382"/>
                  <a:pt x="639811" y="130382"/>
                </a:cubicBezTo>
                <a:cubicBezTo>
                  <a:pt x="626218" y="130382"/>
                  <a:pt x="615382" y="126094"/>
                  <a:pt x="607303" y="117519"/>
                </a:cubicBezTo>
                <a:cubicBezTo>
                  <a:pt x="599223" y="108943"/>
                  <a:pt x="595183" y="97072"/>
                  <a:pt x="595183" y="81904"/>
                </a:cubicBezTo>
                <a:cubicBezTo>
                  <a:pt x="595183" y="66562"/>
                  <a:pt x="599238" y="54618"/>
                  <a:pt x="607347" y="46071"/>
                </a:cubicBezTo>
                <a:cubicBezTo>
                  <a:pt x="615455" y="37525"/>
                  <a:pt x="626423" y="33252"/>
                  <a:pt x="640248" y="33252"/>
                </a:cubicBezTo>
                <a:cubicBezTo>
                  <a:pt x="651566" y="33252"/>
                  <a:pt x="660564" y="35687"/>
                  <a:pt x="667244" y="40558"/>
                </a:cubicBezTo>
                <a:cubicBezTo>
                  <a:pt x="673923" y="45430"/>
                  <a:pt x="678721" y="52853"/>
                  <a:pt x="681638" y="62828"/>
                </a:cubicBezTo>
                <a:close/>
                <a:moveTo>
                  <a:pt x="694234" y="80504"/>
                </a:moveTo>
                <a:cubicBezTo>
                  <a:pt x="694234" y="72337"/>
                  <a:pt x="696247" y="64433"/>
                  <a:pt x="700272" y="56791"/>
                </a:cubicBezTo>
                <a:cubicBezTo>
                  <a:pt x="704297" y="49149"/>
                  <a:pt x="710000" y="43315"/>
                  <a:pt x="717379" y="39290"/>
                </a:cubicBezTo>
                <a:cubicBezTo>
                  <a:pt x="724759" y="35264"/>
                  <a:pt x="732999" y="33252"/>
                  <a:pt x="742099" y="33252"/>
                </a:cubicBezTo>
                <a:cubicBezTo>
                  <a:pt x="756158" y="33252"/>
                  <a:pt x="767680" y="37817"/>
                  <a:pt x="776664" y="46946"/>
                </a:cubicBezTo>
                <a:cubicBezTo>
                  <a:pt x="785648" y="56076"/>
                  <a:pt x="790139" y="67612"/>
                  <a:pt x="790139" y="81554"/>
                </a:cubicBezTo>
                <a:cubicBezTo>
                  <a:pt x="790139" y="95614"/>
                  <a:pt x="785604" y="107266"/>
                  <a:pt x="776532" y="116513"/>
                </a:cubicBezTo>
                <a:cubicBezTo>
                  <a:pt x="767461" y="125759"/>
                  <a:pt x="756042" y="130382"/>
                  <a:pt x="742274" y="130382"/>
                </a:cubicBezTo>
                <a:cubicBezTo>
                  <a:pt x="733757" y="130382"/>
                  <a:pt x="725634" y="128457"/>
                  <a:pt x="717904" y="124607"/>
                </a:cubicBezTo>
                <a:cubicBezTo>
                  <a:pt x="710175" y="120757"/>
                  <a:pt x="704297" y="115113"/>
                  <a:pt x="700272" y="107675"/>
                </a:cubicBezTo>
                <a:cubicBezTo>
                  <a:pt x="696247" y="100237"/>
                  <a:pt x="694234" y="91180"/>
                  <a:pt x="694234" y="80504"/>
                </a:cubicBezTo>
                <a:moveTo>
                  <a:pt x="719436" y="81817"/>
                </a:moveTo>
                <a:cubicBezTo>
                  <a:pt x="719436" y="91005"/>
                  <a:pt x="721623" y="98042"/>
                  <a:pt x="725998" y="102928"/>
                </a:cubicBezTo>
                <a:cubicBezTo>
                  <a:pt x="730374" y="107813"/>
                  <a:pt x="735770" y="110256"/>
                  <a:pt x="742187" y="110256"/>
                </a:cubicBezTo>
                <a:cubicBezTo>
                  <a:pt x="748604" y="110256"/>
                  <a:pt x="753985" y="107813"/>
                  <a:pt x="758331" y="102928"/>
                </a:cubicBezTo>
                <a:cubicBezTo>
                  <a:pt x="762678" y="98042"/>
                  <a:pt x="764851" y="90947"/>
                  <a:pt x="764851" y="81642"/>
                </a:cubicBezTo>
                <a:cubicBezTo>
                  <a:pt x="764851" y="72571"/>
                  <a:pt x="762678" y="65592"/>
                  <a:pt x="758331" y="60706"/>
                </a:cubicBezTo>
                <a:cubicBezTo>
                  <a:pt x="753985" y="55821"/>
                  <a:pt x="748604" y="53378"/>
                  <a:pt x="742187" y="53378"/>
                </a:cubicBezTo>
                <a:cubicBezTo>
                  <a:pt x="735770" y="53378"/>
                  <a:pt x="730374" y="55821"/>
                  <a:pt x="725998" y="60706"/>
                </a:cubicBezTo>
                <a:cubicBezTo>
                  <a:pt x="721623" y="65592"/>
                  <a:pt x="719436" y="72629"/>
                  <a:pt x="719436" y="81817"/>
                </a:cubicBezTo>
                <a:close/>
                <a:moveTo>
                  <a:pt x="807850" y="35352"/>
                </a:moveTo>
                <a:lnTo>
                  <a:pt x="830514" y="35352"/>
                </a:lnTo>
                <a:lnTo>
                  <a:pt x="830514" y="48040"/>
                </a:lnTo>
                <a:cubicBezTo>
                  <a:pt x="838622" y="38181"/>
                  <a:pt x="848277" y="33252"/>
                  <a:pt x="859478" y="33252"/>
                </a:cubicBezTo>
                <a:cubicBezTo>
                  <a:pt x="865428" y="33252"/>
                  <a:pt x="870591" y="34482"/>
                  <a:pt x="874966" y="36943"/>
                </a:cubicBezTo>
                <a:cubicBezTo>
                  <a:pt x="879341" y="39405"/>
                  <a:pt x="882929" y="43126"/>
                  <a:pt x="885729" y="48108"/>
                </a:cubicBezTo>
                <a:cubicBezTo>
                  <a:pt x="889813" y="43126"/>
                  <a:pt x="894217" y="39405"/>
                  <a:pt x="898942" y="36943"/>
                </a:cubicBezTo>
                <a:cubicBezTo>
                  <a:pt x="903668" y="34482"/>
                  <a:pt x="908714" y="33252"/>
                  <a:pt x="914081" y="33252"/>
                </a:cubicBezTo>
                <a:cubicBezTo>
                  <a:pt x="920906" y="33252"/>
                  <a:pt x="926681" y="34637"/>
                  <a:pt x="931407" y="37408"/>
                </a:cubicBezTo>
                <a:cubicBezTo>
                  <a:pt x="936132" y="40179"/>
                  <a:pt x="939661" y="44248"/>
                  <a:pt x="941995" y="49615"/>
                </a:cubicBezTo>
                <a:cubicBezTo>
                  <a:pt x="943686" y="53582"/>
                  <a:pt x="944532" y="59999"/>
                  <a:pt x="944532" y="68866"/>
                </a:cubicBezTo>
                <a:lnTo>
                  <a:pt x="944532" y="128282"/>
                </a:lnTo>
                <a:lnTo>
                  <a:pt x="919943" y="128282"/>
                </a:lnTo>
                <a:lnTo>
                  <a:pt x="919943" y="75227"/>
                </a:lnTo>
                <a:cubicBezTo>
                  <a:pt x="919943" y="66021"/>
                  <a:pt x="919098" y="60078"/>
                  <a:pt x="917406" y="57398"/>
                </a:cubicBezTo>
                <a:cubicBezTo>
                  <a:pt x="915131" y="53901"/>
                  <a:pt x="911631" y="52153"/>
                  <a:pt x="906905" y="52153"/>
                </a:cubicBezTo>
                <a:cubicBezTo>
                  <a:pt x="903463" y="52153"/>
                  <a:pt x="900226" y="53202"/>
                  <a:pt x="897192" y="55300"/>
                </a:cubicBezTo>
                <a:cubicBezTo>
                  <a:pt x="894159" y="57397"/>
                  <a:pt x="891971" y="60470"/>
                  <a:pt x="890629" y="64521"/>
                </a:cubicBezTo>
                <a:cubicBezTo>
                  <a:pt x="889288" y="68570"/>
                  <a:pt x="888617" y="74965"/>
                  <a:pt x="888617" y="83707"/>
                </a:cubicBezTo>
                <a:lnTo>
                  <a:pt x="888617" y="128282"/>
                </a:lnTo>
                <a:lnTo>
                  <a:pt x="864028" y="128282"/>
                </a:lnTo>
                <a:lnTo>
                  <a:pt x="864028" y="77412"/>
                </a:lnTo>
                <a:cubicBezTo>
                  <a:pt x="864028" y="68380"/>
                  <a:pt x="863590" y="62554"/>
                  <a:pt x="862715" y="59933"/>
                </a:cubicBezTo>
                <a:cubicBezTo>
                  <a:pt x="861840" y="57309"/>
                  <a:pt x="860484" y="55357"/>
                  <a:pt x="858646" y="54075"/>
                </a:cubicBezTo>
                <a:cubicBezTo>
                  <a:pt x="856809" y="52794"/>
                  <a:pt x="854315" y="52153"/>
                  <a:pt x="851165" y="52153"/>
                </a:cubicBezTo>
                <a:cubicBezTo>
                  <a:pt x="847373" y="52153"/>
                  <a:pt x="843960" y="53173"/>
                  <a:pt x="840927" y="55213"/>
                </a:cubicBezTo>
                <a:cubicBezTo>
                  <a:pt x="837893" y="57251"/>
                  <a:pt x="835720" y="60193"/>
                  <a:pt x="834408" y="64040"/>
                </a:cubicBezTo>
                <a:cubicBezTo>
                  <a:pt x="833095" y="67886"/>
                  <a:pt x="832439" y="74267"/>
                  <a:pt x="832439" y="83182"/>
                </a:cubicBezTo>
                <a:lnTo>
                  <a:pt x="832439" y="128282"/>
                </a:lnTo>
                <a:lnTo>
                  <a:pt x="807850" y="128282"/>
                </a:lnTo>
                <a:lnTo>
                  <a:pt x="807850" y="35352"/>
                </a:lnTo>
                <a:close/>
                <a:moveTo>
                  <a:pt x="968124" y="0"/>
                </a:moveTo>
                <a:lnTo>
                  <a:pt x="992712" y="0"/>
                </a:lnTo>
                <a:lnTo>
                  <a:pt x="992712" y="17646"/>
                </a:lnTo>
                <a:cubicBezTo>
                  <a:pt x="992712" y="24787"/>
                  <a:pt x="992100" y="30421"/>
                  <a:pt x="990875" y="34548"/>
                </a:cubicBezTo>
                <a:cubicBezTo>
                  <a:pt x="989650" y="38673"/>
                  <a:pt x="987331" y="42375"/>
                  <a:pt x="983918" y="45653"/>
                </a:cubicBezTo>
                <a:cubicBezTo>
                  <a:pt x="980506" y="48931"/>
                  <a:pt x="976174" y="51506"/>
                  <a:pt x="970924" y="53378"/>
                </a:cubicBezTo>
                <a:lnTo>
                  <a:pt x="966111" y="43227"/>
                </a:lnTo>
                <a:cubicBezTo>
                  <a:pt x="971070" y="41587"/>
                  <a:pt x="974599" y="39331"/>
                  <a:pt x="976699" y="36459"/>
                </a:cubicBezTo>
                <a:cubicBezTo>
                  <a:pt x="978799" y="33586"/>
                  <a:pt x="979908" y="29659"/>
                  <a:pt x="980024" y="24676"/>
                </a:cubicBezTo>
                <a:lnTo>
                  <a:pt x="968124" y="24676"/>
                </a:lnTo>
                <a:lnTo>
                  <a:pt x="968124" y="0"/>
                </a:lnTo>
                <a:close/>
                <a:moveTo>
                  <a:pt x="1003383" y="101856"/>
                </a:moveTo>
                <a:lnTo>
                  <a:pt x="1028059" y="98005"/>
                </a:lnTo>
                <a:cubicBezTo>
                  <a:pt x="1029109" y="102760"/>
                  <a:pt x="1031239" y="106369"/>
                  <a:pt x="1034447" y="108834"/>
                </a:cubicBezTo>
                <a:cubicBezTo>
                  <a:pt x="1037656" y="111299"/>
                  <a:pt x="1042148" y="112531"/>
                  <a:pt x="1047923" y="112531"/>
                </a:cubicBezTo>
                <a:cubicBezTo>
                  <a:pt x="1054282" y="112531"/>
                  <a:pt x="1059065" y="111366"/>
                  <a:pt x="1062274" y="109036"/>
                </a:cubicBezTo>
                <a:cubicBezTo>
                  <a:pt x="1064432" y="107405"/>
                  <a:pt x="1065511" y="105220"/>
                  <a:pt x="1065511" y="102482"/>
                </a:cubicBezTo>
                <a:cubicBezTo>
                  <a:pt x="1065511" y="100617"/>
                  <a:pt x="1064928" y="99073"/>
                  <a:pt x="1063761" y="97850"/>
                </a:cubicBezTo>
                <a:cubicBezTo>
                  <a:pt x="1062536" y="96685"/>
                  <a:pt x="1059794" y="95607"/>
                  <a:pt x="1055536" y="94617"/>
                </a:cubicBezTo>
                <a:cubicBezTo>
                  <a:pt x="1035701" y="90249"/>
                  <a:pt x="1023130" y="86259"/>
                  <a:pt x="1017821" y="82646"/>
                </a:cubicBezTo>
                <a:cubicBezTo>
                  <a:pt x="1010471" y="77632"/>
                  <a:pt x="1006796" y="70667"/>
                  <a:pt x="1006796" y="61751"/>
                </a:cubicBezTo>
                <a:cubicBezTo>
                  <a:pt x="1006796" y="53708"/>
                  <a:pt x="1009975" y="46947"/>
                  <a:pt x="1016334" y="41469"/>
                </a:cubicBezTo>
                <a:cubicBezTo>
                  <a:pt x="1022692" y="35991"/>
                  <a:pt x="1032551" y="33252"/>
                  <a:pt x="1045910" y="33252"/>
                </a:cubicBezTo>
                <a:cubicBezTo>
                  <a:pt x="1058628" y="33252"/>
                  <a:pt x="1068078" y="35315"/>
                  <a:pt x="1074262" y="39443"/>
                </a:cubicBezTo>
                <a:cubicBezTo>
                  <a:pt x="1080445" y="43570"/>
                  <a:pt x="1084704" y="49674"/>
                  <a:pt x="1087037" y="57753"/>
                </a:cubicBezTo>
                <a:lnTo>
                  <a:pt x="1063849" y="62128"/>
                </a:lnTo>
                <a:cubicBezTo>
                  <a:pt x="1062857" y="58512"/>
                  <a:pt x="1060976" y="55741"/>
                  <a:pt x="1058205" y="53815"/>
                </a:cubicBezTo>
                <a:cubicBezTo>
                  <a:pt x="1055434" y="51890"/>
                  <a:pt x="1051481" y="50928"/>
                  <a:pt x="1046348" y="50928"/>
                </a:cubicBezTo>
                <a:cubicBezTo>
                  <a:pt x="1039872" y="50928"/>
                  <a:pt x="1035235" y="51831"/>
                  <a:pt x="1032434" y="53638"/>
                </a:cubicBezTo>
                <a:cubicBezTo>
                  <a:pt x="1030568" y="54917"/>
                  <a:pt x="1029634" y="56577"/>
                  <a:pt x="1029634" y="58617"/>
                </a:cubicBezTo>
                <a:cubicBezTo>
                  <a:pt x="1029634" y="60364"/>
                  <a:pt x="1030451" y="61849"/>
                  <a:pt x="1032084" y="63072"/>
                </a:cubicBezTo>
                <a:cubicBezTo>
                  <a:pt x="1034301" y="64703"/>
                  <a:pt x="1041958" y="67005"/>
                  <a:pt x="1055054" y="69976"/>
                </a:cubicBezTo>
                <a:cubicBezTo>
                  <a:pt x="1068151" y="72948"/>
                  <a:pt x="1077295" y="76593"/>
                  <a:pt x="1082487" y="80912"/>
                </a:cubicBezTo>
                <a:cubicBezTo>
                  <a:pt x="1087621" y="85291"/>
                  <a:pt x="1090188" y="91391"/>
                  <a:pt x="1090188" y="99211"/>
                </a:cubicBezTo>
                <a:cubicBezTo>
                  <a:pt x="1090188" y="107734"/>
                  <a:pt x="1086629" y="115060"/>
                  <a:pt x="1079512" y="121189"/>
                </a:cubicBezTo>
                <a:cubicBezTo>
                  <a:pt x="1072395" y="127318"/>
                  <a:pt x="1061865" y="130382"/>
                  <a:pt x="1047923" y="130382"/>
                </a:cubicBezTo>
                <a:cubicBezTo>
                  <a:pt x="1035264" y="130382"/>
                  <a:pt x="1025245" y="127824"/>
                  <a:pt x="1017865" y="122706"/>
                </a:cubicBezTo>
                <a:cubicBezTo>
                  <a:pt x="1010485" y="117587"/>
                  <a:pt x="1005658" y="110637"/>
                  <a:pt x="1003383" y="10185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authoritativeserver">
            <a:extLst xmlns:a="http://schemas.openxmlformats.org/drawingml/2006/main">
              <a:ext uri="{FF2B5EF4-FFF2-40B4-BE49-F238E27FC236}">
                <a16:creationId xmlns:a16="http://schemas.microsoft.com/office/drawing/2014/main" id="{CDED8274-68BB-458B-BD76-92B4FFF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676" y="612439"/>
            <a:ext cx="1657611" cy="130382"/>
          </a:xfrm>
          <a:custGeom xmlns:a="http://schemas.openxmlformats.org/drawingml/2006/main">
            <a:pathLst>
              <a:path w="1657611" h="130382">
                <a:moveTo>
                  <a:pt x="564266" y="22751"/>
                </a:moveTo>
                <a:lnTo>
                  <a:pt x="588855" y="22751"/>
                </a:lnTo>
                <a:lnTo>
                  <a:pt x="588855" y="0"/>
                </a:lnTo>
                <a:lnTo>
                  <a:pt x="564266" y="0"/>
                </a:lnTo>
                <a:lnTo>
                  <a:pt x="564266" y="22751"/>
                </a:lnTo>
                <a:close/>
                <a:moveTo>
                  <a:pt x="299792" y="81784"/>
                </a:moveTo>
                <a:lnTo>
                  <a:pt x="299796" y="80818"/>
                </a:lnTo>
                <a:lnTo>
                  <a:pt x="299807" y="79871"/>
                </a:lnTo>
                <a:lnTo>
                  <a:pt x="299827" y="78945"/>
                </a:lnTo>
                <a:lnTo>
                  <a:pt x="299854" y="78038"/>
                </a:lnTo>
                <a:lnTo>
                  <a:pt x="299889" y="77152"/>
                </a:lnTo>
                <a:lnTo>
                  <a:pt x="299931" y="76285"/>
                </a:lnTo>
                <a:lnTo>
                  <a:pt x="299982" y="75438"/>
                </a:lnTo>
                <a:lnTo>
                  <a:pt x="300040" y="74611"/>
                </a:lnTo>
                <a:lnTo>
                  <a:pt x="300106" y="73804"/>
                </a:lnTo>
                <a:lnTo>
                  <a:pt x="300179" y="73017"/>
                </a:lnTo>
                <a:lnTo>
                  <a:pt x="300260" y="72249"/>
                </a:lnTo>
                <a:lnTo>
                  <a:pt x="300350" y="71502"/>
                </a:lnTo>
                <a:lnTo>
                  <a:pt x="300446" y="70774"/>
                </a:lnTo>
                <a:lnTo>
                  <a:pt x="300551" y="70066"/>
                </a:lnTo>
                <a:lnTo>
                  <a:pt x="300663" y="69379"/>
                </a:lnTo>
                <a:lnTo>
                  <a:pt x="300783" y="68711"/>
                </a:lnTo>
                <a:lnTo>
                  <a:pt x="300911" y="68063"/>
                </a:lnTo>
                <a:lnTo>
                  <a:pt x="301047" y="67435"/>
                </a:lnTo>
                <a:lnTo>
                  <a:pt x="301190" y="66826"/>
                </a:lnTo>
                <a:lnTo>
                  <a:pt x="301341" y="66238"/>
                </a:lnTo>
                <a:lnTo>
                  <a:pt x="301500" y="65670"/>
                </a:lnTo>
                <a:lnTo>
                  <a:pt x="301667" y="65121"/>
                </a:lnTo>
                <a:lnTo>
                  <a:pt x="301841" y="64592"/>
                </a:lnTo>
                <a:lnTo>
                  <a:pt x="302023" y="64084"/>
                </a:lnTo>
                <a:lnTo>
                  <a:pt x="302214" y="63590"/>
                </a:lnTo>
                <a:lnTo>
                  <a:pt x="302413" y="63107"/>
                </a:lnTo>
                <a:lnTo>
                  <a:pt x="302621" y="62634"/>
                </a:lnTo>
                <a:lnTo>
                  <a:pt x="302839" y="62172"/>
                </a:lnTo>
                <a:lnTo>
                  <a:pt x="303065" y="61720"/>
                </a:lnTo>
                <a:lnTo>
                  <a:pt x="303300" y="61279"/>
                </a:lnTo>
                <a:lnTo>
                  <a:pt x="303544" y="60848"/>
                </a:lnTo>
                <a:lnTo>
                  <a:pt x="303798" y="60428"/>
                </a:lnTo>
                <a:lnTo>
                  <a:pt x="304060" y="60018"/>
                </a:lnTo>
                <a:lnTo>
                  <a:pt x="304331" y="59619"/>
                </a:lnTo>
                <a:lnTo>
                  <a:pt x="304611" y="59230"/>
                </a:lnTo>
                <a:lnTo>
                  <a:pt x="304900" y="58851"/>
                </a:lnTo>
                <a:lnTo>
                  <a:pt x="305198" y="58483"/>
                </a:lnTo>
                <a:lnTo>
                  <a:pt x="305505" y="58125"/>
                </a:lnTo>
                <a:lnTo>
                  <a:pt x="305821" y="57778"/>
                </a:lnTo>
                <a:lnTo>
                  <a:pt x="306146" y="57442"/>
                </a:lnTo>
                <a:lnTo>
                  <a:pt x="306479" y="57116"/>
                </a:lnTo>
                <a:lnTo>
                  <a:pt x="306822" y="56800"/>
                </a:lnTo>
                <a:lnTo>
                  <a:pt x="307174" y="56495"/>
                </a:lnTo>
                <a:lnTo>
                  <a:pt x="307535" y="56200"/>
                </a:lnTo>
                <a:lnTo>
                  <a:pt x="307904" y="55915"/>
                </a:lnTo>
                <a:lnTo>
                  <a:pt x="308283" y="55642"/>
                </a:lnTo>
                <a:lnTo>
                  <a:pt x="308671" y="55378"/>
                </a:lnTo>
                <a:lnTo>
                  <a:pt x="309067" y="55125"/>
                </a:lnTo>
                <a:lnTo>
                  <a:pt x="309471" y="54883"/>
                </a:lnTo>
                <a:lnTo>
                  <a:pt x="309878" y="54651"/>
                </a:lnTo>
                <a:lnTo>
                  <a:pt x="310291" y="54429"/>
                </a:lnTo>
                <a:lnTo>
                  <a:pt x="310708" y="54217"/>
                </a:lnTo>
                <a:lnTo>
                  <a:pt x="311130" y="54016"/>
                </a:lnTo>
                <a:lnTo>
                  <a:pt x="311556" y="53825"/>
                </a:lnTo>
                <a:lnTo>
                  <a:pt x="311986" y="53644"/>
                </a:lnTo>
                <a:lnTo>
                  <a:pt x="312422" y="53474"/>
                </a:lnTo>
                <a:lnTo>
                  <a:pt x="312861" y="53314"/>
                </a:lnTo>
                <a:lnTo>
                  <a:pt x="313306" y="53164"/>
                </a:lnTo>
                <a:lnTo>
                  <a:pt x="313755" y="53025"/>
                </a:lnTo>
                <a:lnTo>
                  <a:pt x="314208" y="52896"/>
                </a:lnTo>
                <a:lnTo>
                  <a:pt x="314666" y="52777"/>
                </a:lnTo>
                <a:lnTo>
                  <a:pt x="315129" y="52669"/>
                </a:lnTo>
                <a:lnTo>
                  <a:pt x="315596" y="52571"/>
                </a:lnTo>
                <a:lnTo>
                  <a:pt x="316068" y="52483"/>
                </a:lnTo>
                <a:lnTo>
                  <a:pt x="316544" y="52406"/>
                </a:lnTo>
                <a:lnTo>
                  <a:pt x="317025" y="52339"/>
                </a:lnTo>
                <a:lnTo>
                  <a:pt x="317510" y="52282"/>
                </a:lnTo>
                <a:lnTo>
                  <a:pt x="318000" y="52235"/>
                </a:lnTo>
                <a:lnTo>
                  <a:pt x="318495" y="52199"/>
                </a:lnTo>
                <a:lnTo>
                  <a:pt x="318994" y="52173"/>
                </a:lnTo>
                <a:lnTo>
                  <a:pt x="319497" y="52158"/>
                </a:lnTo>
                <a:lnTo>
                  <a:pt x="320005" y="52153"/>
                </a:lnTo>
                <a:lnTo>
                  <a:pt x="320447" y="52157"/>
                </a:lnTo>
                <a:lnTo>
                  <a:pt x="320883" y="52169"/>
                </a:lnTo>
                <a:lnTo>
                  <a:pt x="321312" y="52189"/>
                </a:lnTo>
                <a:lnTo>
                  <a:pt x="321735" y="52217"/>
                </a:lnTo>
                <a:lnTo>
                  <a:pt x="322152" y="52253"/>
                </a:lnTo>
                <a:lnTo>
                  <a:pt x="322562" y="52298"/>
                </a:lnTo>
                <a:lnTo>
                  <a:pt x="322966" y="52350"/>
                </a:lnTo>
                <a:lnTo>
                  <a:pt x="323365" y="52410"/>
                </a:lnTo>
                <a:lnTo>
                  <a:pt x="323756" y="52479"/>
                </a:lnTo>
                <a:lnTo>
                  <a:pt x="324142" y="52555"/>
                </a:lnTo>
                <a:lnTo>
                  <a:pt x="324521" y="52639"/>
                </a:lnTo>
                <a:lnTo>
                  <a:pt x="324895" y="52732"/>
                </a:lnTo>
                <a:lnTo>
                  <a:pt x="325262" y="52832"/>
                </a:lnTo>
                <a:lnTo>
                  <a:pt x="325622" y="52941"/>
                </a:lnTo>
                <a:lnTo>
                  <a:pt x="325977" y="53058"/>
                </a:lnTo>
                <a:lnTo>
                  <a:pt x="326325" y="53182"/>
                </a:lnTo>
                <a:lnTo>
                  <a:pt x="326667" y="53315"/>
                </a:lnTo>
                <a:lnTo>
                  <a:pt x="327003" y="53456"/>
                </a:lnTo>
                <a:lnTo>
                  <a:pt x="327333" y="53604"/>
                </a:lnTo>
                <a:lnTo>
                  <a:pt x="327656" y="53761"/>
                </a:lnTo>
                <a:lnTo>
                  <a:pt x="327973" y="53926"/>
                </a:lnTo>
                <a:lnTo>
                  <a:pt x="328284" y="54099"/>
                </a:lnTo>
                <a:lnTo>
                  <a:pt x="328589" y="54280"/>
                </a:lnTo>
                <a:lnTo>
                  <a:pt x="328887" y="54469"/>
                </a:lnTo>
                <a:lnTo>
                  <a:pt x="329179" y="54665"/>
                </a:lnTo>
                <a:lnTo>
                  <a:pt x="329463" y="54866"/>
                </a:lnTo>
                <a:lnTo>
                  <a:pt x="329740" y="55073"/>
                </a:lnTo>
                <a:lnTo>
                  <a:pt x="330009" y="55286"/>
                </a:lnTo>
                <a:lnTo>
                  <a:pt x="330271" y="55504"/>
                </a:lnTo>
                <a:lnTo>
                  <a:pt x="330525" y="55728"/>
                </a:lnTo>
                <a:lnTo>
                  <a:pt x="330772" y="55958"/>
                </a:lnTo>
                <a:lnTo>
                  <a:pt x="331011" y="56193"/>
                </a:lnTo>
                <a:lnTo>
                  <a:pt x="331244" y="56434"/>
                </a:lnTo>
                <a:lnTo>
                  <a:pt x="331468" y="56680"/>
                </a:lnTo>
                <a:lnTo>
                  <a:pt x="331685" y="56932"/>
                </a:lnTo>
                <a:lnTo>
                  <a:pt x="331895" y="57190"/>
                </a:lnTo>
                <a:lnTo>
                  <a:pt x="332097" y="57453"/>
                </a:lnTo>
                <a:lnTo>
                  <a:pt x="332292" y="57722"/>
                </a:lnTo>
                <a:lnTo>
                  <a:pt x="332480" y="57997"/>
                </a:lnTo>
                <a:lnTo>
                  <a:pt x="332659" y="58277"/>
                </a:lnTo>
                <a:lnTo>
                  <a:pt x="332832" y="58562"/>
                </a:lnTo>
                <a:lnTo>
                  <a:pt x="332997" y="58854"/>
                </a:lnTo>
                <a:lnTo>
                  <a:pt x="333155" y="59151"/>
                </a:lnTo>
                <a:lnTo>
                  <a:pt x="333305" y="59453"/>
                </a:lnTo>
                <a:lnTo>
                  <a:pt x="333448" y="59762"/>
                </a:lnTo>
                <a:lnTo>
                  <a:pt x="333583" y="60076"/>
                </a:lnTo>
                <a:lnTo>
                  <a:pt x="333711" y="60395"/>
                </a:lnTo>
                <a:lnTo>
                  <a:pt x="333831" y="60720"/>
                </a:lnTo>
                <a:lnTo>
                  <a:pt x="333945" y="61066"/>
                </a:lnTo>
                <a:lnTo>
                  <a:pt x="334055" y="61450"/>
                </a:lnTo>
                <a:lnTo>
                  <a:pt x="334159" y="61870"/>
                </a:lnTo>
                <a:lnTo>
                  <a:pt x="334259" y="62327"/>
                </a:lnTo>
                <a:lnTo>
                  <a:pt x="334354" y="62821"/>
                </a:lnTo>
                <a:lnTo>
                  <a:pt x="334444" y="63353"/>
                </a:lnTo>
                <a:lnTo>
                  <a:pt x="334529" y="63921"/>
                </a:lnTo>
                <a:lnTo>
                  <a:pt x="334609" y="64527"/>
                </a:lnTo>
                <a:lnTo>
                  <a:pt x="334684" y="65169"/>
                </a:lnTo>
                <a:lnTo>
                  <a:pt x="334755" y="65848"/>
                </a:lnTo>
                <a:lnTo>
                  <a:pt x="334820" y="66565"/>
                </a:lnTo>
                <a:lnTo>
                  <a:pt x="334881" y="67319"/>
                </a:lnTo>
                <a:lnTo>
                  <a:pt x="334937" y="68109"/>
                </a:lnTo>
                <a:lnTo>
                  <a:pt x="334988" y="68937"/>
                </a:lnTo>
                <a:lnTo>
                  <a:pt x="335034" y="69801"/>
                </a:lnTo>
                <a:lnTo>
                  <a:pt x="335076" y="70703"/>
                </a:lnTo>
                <a:lnTo>
                  <a:pt x="335112" y="71642"/>
                </a:lnTo>
                <a:lnTo>
                  <a:pt x="335144" y="72617"/>
                </a:lnTo>
                <a:lnTo>
                  <a:pt x="335170" y="73630"/>
                </a:lnTo>
                <a:lnTo>
                  <a:pt x="335192" y="74680"/>
                </a:lnTo>
                <a:lnTo>
                  <a:pt x="335209" y="75767"/>
                </a:lnTo>
                <a:lnTo>
                  <a:pt x="335221" y="76891"/>
                </a:lnTo>
                <a:lnTo>
                  <a:pt x="335229" y="78051"/>
                </a:lnTo>
                <a:lnTo>
                  <a:pt x="335231" y="79249"/>
                </a:lnTo>
                <a:lnTo>
                  <a:pt x="335231" y="128282"/>
                </a:lnTo>
                <a:lnTo>
                  <a:pt x="359820" y="128282"/>
                </a:lnTo>
                <a:lnTo>
                  <a:pt x="359820" y="73767"/>
                </a:lnTo>
                <a:lnTo>
                  <a:pt x="359818" y="72735"/>
                </a:lnTo>
                <a:lnTo>
                  <a:pt x="359811" y="71727"/>
                </a:lnTo>
                <a:lnTo>
                  <a:pt x="359800" y="70741"/>
                </a:lnTo>
                <a:lnTo>
                  <a:pt x="359785" y="69778"/>
                </a:lnTo>
                <a:lnTo>
                  <a:pt x="359765" y="68838"/>
                </a:lnTo>
                <a:lnTo>
                  <a:pt x="359741" y="67920"/>
                </a:lnTo>
                <a:lnTo>
                  <a:pt x="359712" y="67025"/>
                </a:lnTo>
                <a:lnTo>
                  <a:pt x="359679" y="66154"/>
                </a:lnTo>
                <a:lnTo>
                  <a:pt x="359642" y="65305"/>
                </a:lnTo>
                <a:lnTo>
                  <a:pt x="359600" y="64478"/>
                </a:lnTo>
                <a:lnTo>
                  <a:pt x="359553" y="63675"/>
                </a:lnTo>
                <a:lnTo>
                  <a:pt x="359503" y="62894"/>
                </a:lnTo>
                <a:lnTo>
                  <a:pt x="359448" y="62136"/>
                </a:lnTo>
                <a:lnTo>
                  <a:pt x="359388" y="61401"/>
                </a:lnTo>
                <a:lnTo>
                  <a:pt x="359324" y="60689"/>
                </a:lnTo>
                <a:lnTo>
                  <a:pt x="359256" y="59999"/>
                </a:lnTo>
                <a:lnTo>
                  <a:pt x="359183" y="59332"/>
                </a:lnTo>
                <a:lnTo>
                  <a:pt x="359106" y="58688"/>
                </a:lnTo>
                <a:lnTo>
                  <a:pt x="359025" y="58067"/>
                </a:lnTo>
                <a:lnTo>
                  <a:pt x="358939" y="57469"/>
                </a:lnTo>
                <a:lnTo>
                  <a:pt x="358849" y="56893"/>
                </a:lnTo>
                <a:lnTo>
                  <a:pt x="358754" y="56340"/>
                </a:lnTo>
                <a:lnTo>
                  <a:pt x="358655" y="55810"/>
                </a:lnTo>
                <a:lnTo>
                  <a:pt x="358551" y="55303"/>
                </a:lnTo>
                <a:lnTo>
                  <a:pt x="358442" y="54809"/>
                </a:lnTo>
                <a:lnTo>
                  <a:pt x="358325" y="54319"/>
                </a:lnTo>
                <a:lnTo>
                  <a:pt x="358200" y="53832"/>
                </a:lnTo>
                <a:lnTo>
                  <a:pt x="358067" y="53349"/>
                </a:lnTo>
                <a:lnTo>
                  <a:pt x="357928" y="52869"/>
                </a:lnTo>
                <a:lnTo>
                  <a:pt x="357780" y="52393"/>
                </a:lnTo>
                <a:lnTo>
                  <a:pt x="357625" y="51921"/>
                </a:lnTo>
                <a:lnTo>
                  <a:pt x="357462" y="51453"/>
                </a:lnTo>
                <a:lnTo>
                  <a:pt x="357292" y="50988"/>
                </a:lnTo>
                <a:lnTo>
                  <a:pt x="357114" y="50527"/>
                </a:lnTo>
                <a:lnTo>
                  <a:pt x="356929" y="50069"/>
                </a:lnTo>
                <a:lnTo>
                  <a:pt x="356735" y="49615"/>
                </a:lnTo>
                <a:lnTo>
                  <a:pt x="356535" y="49165"/>
                </a:lnTo>
                <a:lnTo>
                  <a:pt x="356327" y="48718"/>
                </a:lnTo>
                <a:lnTo>
                  <a:pt x="356111" y="48275"/>
                </a:lnTo>
                <a:lnTo>
                  <a:pt x="355887" y="47836"/>
                </a:lnTo>
                <a:lnTo>
                  <a:pt x="355656" y="47400"/>
                </a:lnTo>
                <a:lnTo>
                  <a:pt x="355417" y="46968"/>
                </a:lnTo>
                <a:lnTo>
                  <a:pt x="355171" y="46540"/>
                </a:lnTo>
                <a:lnTo>
                  <a:pt x="354917" y="46115"/>
                </a:lnTo>
                <a:lnTo>
                  <a:pt x="354656" y="45694"/>
                </a:lnTo>
                <a:lnTo>
                  <a:pt x="354387" y="45276"/>
                </a:lnTo>
                <a:lnTo>
                  <a:pt x="354110" y="44863"/>
                </a:lnTo>
                <a:lnTo>
                  <a:pt x="353826" y="44452"/>
                </a:lnTo>
                <a:lnTo>
                  <a:pt x="353532" y="44047"/>
                </a:lnTo>
                <a:lnTo>
                  <a:pt x="353226" y="43648"/>
                </a:lnTo>
                <a:lnTo>
                  <a:pt x="352909" y="43255"/>
                </a:lnTo>
                <a:lnTo>
                  <a:pt x="352580" y="42868"/>
                </a:lnTo>
                <a:lnTo>
                  <a:pt x="352240" y="42487"/>
                </a:lnTo>
                <a:lnTo>
                  <a:pt x="351887" y="42112"/>
                </a:lnTo>
                <a:lnTo>
                  <a:pt x="351523" y="41743"/>
                </a:lnTo>
                <a:lnTo>
                  <a:pt x="351147" y="41380"/>
                </a:lnTo>
                <a:lnTo>
                  <a:pt x="350760" y="41023"/>
                </a:lnTo>
                <a:lnTo>
                  <a:pt x="350361" y="40673"/>
                </a:lnTo>
                <a:lnTo>
                  <a:pt x="349950" y="40328"/>
                </a:lnTo>
                <a:lnTo>
                  <a:pt x="349527" y="39990"/>
                </a:lnTo>
                <a:lnTo>
                  <a:pt x="349093" y="39657"/>
                </a:lnTo>
                <a:lnTo>
                  <a:pt x="348647" y="39331"/>
                </a:lnTo>
                <a:lnTo>
                  <a:pt x="348189" y="39011"/>
                </a:lnTo>
                <a:lnTo>
                  <a:pt x="347720" y="38697"/>
                </a:lnTo>
                <a:lnTo>
                  <a:pt x="347239" y="38388"/>
                </a:lnTo>
                <a:lnTo>
                  <a:pt x="346746" y="38086"/>
                </a:lnTo>
                <a:lnTo>
                  <a:pt x="346242" y="37791"/>
                </a:lnTo>
                <a:lnTo>
                  <a:pt x="345726" y="37501"/>
                </a:lnTo>
                <a:lnTo>
                  <a:pt x="345198" y="37217"/>
                </a:lnTo>
                <a:lnTo>
                  <a:pt x="344658" y="36939"/>
                </a:lnTo>
                <a:lnTo>
                  <a:pt x="344107" y="36668"/>
                </a:lnTo>
                <a:lnTo>
                  <a:pt x="343544" y="36402"/>
                </a:lnTo>
                <a:lnTo>
                  <a:pt x="342972" y="36145"/>
                </a:lnTo>
                <a:lnTo>
                  <a:pt x="342395" y="35899"/>
                </a:lnTo>
                <a:lnTo>
                  <a:pt x="341812" y="35664"/>
                </a:lnTo>
                <a:lnTo>
                  <a:pt x="341223" y="35439"/>
                </a:lnTo>
                <a:lnTo>
                  <a:pt x="340628" y="35226"/>
                </a:lnTo>
                <a:lnTo>
                  <a:pt x="340028" y="35024"/>
                </a:lnTo>
                <a:lnTo>
                  <a:pt x="339421" y="34832"/>
                </a:lnTo>
                <a:lnTo>
                  <a:pt x="338809" y="34652"/>
                </a:lnTo>
                <a:lnTo>
                  <a:pt x="338191" y="34482"/>
                </a:lnTo>
                <a:lnTo>
                  <a:pt x="337568" y="34324"/>
                </a:lnTo>
                <a:lnTo>
                  <a:pt x="336938" y="34176"/>
                </a:lnTo>
                <a:lnTo>
                  <a:pt x="336303" y="34039"/>
                </a:lnTo>
                <a:lnTo>
                  <a:pt x="335662" y="33914"/>
                </a:lnTo>
                <a:lnTo>
                  <a:pt x="335015" y="33799"/>
                </a:lnTo>
                <a:lnTo>
                  <a:pt x="334363" y="33695"/>
                </a:lnTo>
                <a:lnTo>
                  <a:pt x="333705" y="33602"/>
                </a:lnTo>
                <a:lnTo>
                  <a:pt x="333041" y="33520"/>
                </a:lnTo>
                <a:lnTo>
                  <a:pt x="332371" y="33449"/>
                </a:lnTo>
                <a:lnTo>
                  <a:pt x="331695" y="33389"/>
                </a:lnTo>
                <a:lnTo>
                  <a:pt x="331014" y="33339"/>
                </a:lnTo>
                <a:lnTo>
                  <a:pt x="330327" y="33301"/>
                </a:lnTo>
                <a:lnTo>
                  <a:pt x="329634" y="33274"/>
                </a:lnTo>
                <a:lnTo>
                  <a:pt x="328935" y="33257"/>
                </a:lnTo>
                <a:lnTo>
                  <a:pt x="328231" y="33252"/>
                </a:lnTo>
                <a:lnTo>
                  <a:pt x="326861" y="33276"/>
                </a:lnTo>
                <a:lnTo>
                  <a:pt x="325507" y="33349"/>
                </a:lnTo>
                <a:lnTo>
                  <a:pt x="324169" y="33470"/>
                </a:lnTo>
                <a:lnTo>
                  <a:pt x="322847" y="33640"/>
                </a:lnTo>
                <a:lnTo>
                  <a:pt x="321541" y="33859"/>
                </a:lnTo>
                <a:lnTo>
                  <a:pt x="320251" y="34125"/>
                </a:lnTo>
                <a:lnTo>
                  <a:pt x="318978" y="34441"/>
                </a:lnTo>
                <a:lnTo>
                  <a:pt x="317720" y="34805"/>
                </a:lnTo>
                <a:lnTo>
                  <a:pt x="316479" y="35218"/>
                </a:lnTo>
                <a:lnTo>
                  <a:pt x="315254" y="35679"/>
                </a:lnTo>
                <a:lnTo>
                  <a:pt x="314045" y="36188"/>
                </a:lnTo>
                <a:lnTo>
                  <a:pt x="312852" y="36747"/>
                </a:lnTo>
                <a:lnTo>
                  <a:pt x="311675" y="37353"/>
                </a:lnTo>
                <a:lnTo>
                  <a:pt x="310514" y="38009"/>
                </a:lnTo>
                <a:lnTo>
                  <a:pt x="309369" y="38712"/>
                </a:lnTo>
                <a:lnTo>
                  <a:pt x="308241" y="39465"/>
                </a:lnTo>
                <a:lnTo>
                  <a:pt x="307128" y="40266"/>
                </a:lnTo>
                <a:lnTo>
                  <a:pt x="306032" y="41115"/>
                </a:lnTo>
                <a:lnTo>
                  <a:pt x="304952" y="42013"/>
                </a:lnTo>
                <a:lnTo>
                  <a:pt x="303887" y="42959"/>
                </a:lnTo>
                <a:lnTo>
                  <a:pt x="302839" y="43954"/>
                </a:lnTo>
                <a:lnTo>
                  <a:pt x="301807" y="44998"/>
                </a:lnTo>
                <a:lnTo>
                  <a:pt x="300791" y="46090"/>
                </a:lnTo>
                <a:lnTo>
                  <a:pt x="299792" y="47231"/>
                </a:lnTo>
                <a:lnTo>
                  <a:pt x="299792" y="0"/>
                </a:lnTo>
                <a:lnTo>
                  <a:pt x="275203" y="0"/>
                </a:lnTo>
                <a:lnTo>
                  <a:pt x="275203" y="128282"/>
                </a:lnTo>
                <a:lnTo>
                  <a:pt x="299792" y="128282"/>
                </a:lnTo>
                <a:lnTo>
                  <a:pt x="299792" y="81784"/>
                </a:lnTo>
                <a:close/>
                <a:moveTo>
                  <a:pt x="216690" y="35352"/>
                </a:moveTo>
                <a:lnTo>
                  <a:pt x="205402" y="35352"/>
                </a:lnTo>
                <a:lnTo>
                  <a:pt x="205402" y="54953"/>
                </a:lnTo>
                <a:lnTo>
                  <a:pt x="216690" y="54953"/>
                </a:lnTo>
                <a:lnTo>
                  <a:pt x="216690" y="95468"/>
                </a:lnTo>
                <a:lnTo>
                  <a:pt x="216692" y="96539"/>
                </a:lnTo>
                <a:lnTo>
                  <a:pt x="216696" y="97580"/>
                </a:lnTo>
                <a:lnTo>
                  <a:pt x="216703" y="98591"/>
                </a:lnTo>
                <a:lnTo>
                  <a:pt x="216712" y="99571"/>
                </a:lnTo>
                <a:lnTo>
                  <a:pt x="216725" y="100521"/>
                </a:lnTo>
                <a:lnTo>
                  <a:pt x="216740" y="101440"/>
                </a:lnTo>
                <a:lnTo>
                  <a:pt x="216757" y="102329"/>
                </a:lnTo>
                <a:lnTo>
                  <a:pt x="216778" y="103188"/>
                </a:lnTo>
                <a:lnTo>
                  <a:pt x="216801" y="104016"/>
                </a:lnTo>
                <a:lnTo>
                  <a:pt x="216827" y="104814"/>
                </a:lnTo>
                <a:lnTo>
                  <a:pt x="216856" y="105581"/>
                </a:lnTo>
                <a:lnTo>
                  <a:pt x="216887" y="106318"/>
                </a:lnTo>
                <a:lnTo>
                  <a:pt x="216922" y="107025"/>
                </a:lnTo>
                <a:lnTo>
                  <a:pt x="216958" y="107701"/>
                </a:lnTo>
                <a:lnTo>
                  <a:pt x="216998" y="108347"/>
                </a:lnTo>
                <a:lnTo>
                  <a:pt x="217040" y="108963"/>
                </a:lnTo>
                <a:lnTo>
                  <a:pt x="217086" y="109548"/>
                </a:lnTo>
                <a:lnTo>
                  <a:pt x="217133" y="110103"/>
                </a:lnTo>
                <a:lnTo>
                  <a:pt x="217184" y="110627"/>
                </a:lnTo>
                <a:lnTo>
                  <a:pt x="217237" y="111121"/>
                </a:lnTo>
                <a:lnTo>
                  <a:pt x="217293" y="111585"/>
                </a:lnTo>
                <a:lnTo>
                  <a:pt x="217352" y="112018"/>
                </a:lnTo>
                <a:lnTo>
                  <a:pt x="217414" y="112421"/>
                </a:lnTo>
                <a:lnTo>
                  <a:pt x="217478" y="112794"/>
                </a:lnTo>
                <a:lnTo>
                  <a:pt x="217561" y="113293"/>
                </a:lnTo>
                <a:lnTo>
                  <a:pt x="217649" y="113783"/>
                </a:lnTo>
                <a:lnTo>
                  <a:pt x="217743" y="114264"/>
                </a:lnTo>
                <a:lnTo>
                  <a:pt x="217841" y="114737"/>
                </a:lnTo>
                <a:lnTo>
                  <a:pt x="217946" y="115201"/>
                </a:lnTo>
                <a:lnTo>
                  <a:pt x="218055" y="115657"/>
                </a:lnTo>
                <a:lnTo>
                  <a:pt x="218170" y="116104"/>
                </a:lnTo>
                <a:lnTo>
                  <a:pt x="218290" y="116542"/>
                </a:lnTo>
                <a:lnTo>
                  <a:pt x="218415" y="116971"/>
                </a:lnTo>
                <a:lnTo>
                  <a:pt x="218546" y="117392"/>
                </a:lnTo>
                <a:lnTo>
                  <a:pt x="218682" y="117804"/>
                </a:lnTo>
                <a:lnTo>
                  <a:pt x="218823" y="118208"/>
                </a:lnTo>
                <a:lnTo>
                  <a:pt x="218970" y="118603"/>
                </a:lnTo>
                <a:lnTo>
                  <a:pt x="219122" y="118989"/>
                </a:lnTo>
                <a:lnTo>
                  <a:pt x="219279" y="119367"/>
                </a:lnTo>
                <a:lnTo>
                  <a:pt x="219442" y="119736"/>
                </a:lnTo>
                <a:lnTo>
                  <a:pt x="219610" y="120096"/>
                </a:lnTo>
                <a:lnTo>
                  <a:pt x="219783" y="120448"/>
                </a:lnTo>
                <a:lnTo>
                  <a:pt x="219962" y="120791"/>
                </a:lnTo>
                <a:lnTo>
                  <a:pt x="220146" y="121125"/>
                </a:lnTo>
                <a:lnTo>
                  <a:pt x="220335" y="121451"/>
                </a:lnTo>
                <a:lnTo>
                  <a:pt x="220529" y="121767"/>
                </a:lnTo>
                <a:lnTo>
                  <a:pt x="220729" y="122076"/>
                </a:lnTo>
                <a:lnTo>
                  <a:pt x="220934" y="122375"/>
                </a:lnTo>
                <a:lnTo>
                  <a:pt x="221147" y="122669"/>
                </a:lnTo>
                <a:lnTo>
                  <a:pt x="221370" y="122957"/>
                </a:lnTo>
                <a:lnTo>
                  <a:pt x="221602" y="123241"/>
                </a:lnTo>
                <a:lnTo>
                  <a:pt x="221845" y="123520"/>
                </a:lnTo>
                <a:lnTo>
                  <a:pt x="222097" y="123795"/>
                </a:lnTo>
                <a:lnTo>
                  <a:pt x="222359" y="124065"/>
                </a:lnTo>
                <a:lnTo>
                  <a:pt x="222631" y="124331"/>
                </a:lnTo>
                <a:lnTo>
                  <a:pt x="222913" y="124592"/>
                </a:lnTo>
                <a:lnTo>
                  <a:pt x="223205" y="124849"/>
                </a:lnTo>
                <a:lnTo>
                  <a:pt x="223506" y="125101"/>
                </a:lnTo>
                <a:lnTo>
                  <a:pt x="223818" y="125348"/>
                </a:lnTo>
                <a:lnTo>
                  <a:pt x="224139" y="125591"/>
                </a:lnTo>
                <a:lnTo>
                  <a:pt x="224471" y="125830"/>
                </a:lnTo>
                <a:lnTo>
                  <a:pt x="224812" y="126063"/>
                </a:lnTo>
                <a:lnTo>
                  <a:pt x="225163" y="126293"/>
                </a:lnTo>
                <a:lnTo>
                  <a:pt x="225524" y="126517"/>
                </a:lnTo>
                <a:lnTo>
                  <a:pt x="225894" y="126737"/>
                </a:lnTo>
                <a:lnTo>
                  <a:pt x="226275" y="126953"/>
                </a:lnTo>
                <a:lnTo>
                  <a:pt x="226665" y="127164"/>
                </a:lnTo>
                <a:lnTo>
                  <a:pt x="227066" y="127371"/>
                </a:lnTo>
                <a:lnTo>
                  <a:pt x="227476" y="127572"/>
                </a:lnTo>
                <a:lnTo>
                  <a:pt x="227896" y="127770"/>
                </a:lnTo>
                <a:lnTo>
                  <a:pt x="228326" y="127963"/>
                </a:lnTo>
                <a:lnTo>
                  <a:pt x="228766" y="128151"/>
                </a:lnTo>
                <a:lnTo>
                  <a:pt x="229213" y="128333"/>
                </a:lnTo>
                <a:lnTo>
                  <a:pt x="229665" y="128507"/>
                </a:lnTo>
                <a:lnTo>
                  <a:pt x="230121" y="128674"/>
                </a:lnTo>
                <a:lnTo>
                  <a:pt x="230582" y="128833"/>
                </a:lnTo>
                <a:lnTo>
                  <a:pt x="231047" y="128984"/>
                </a:lnTo>
                <a:lnTo>
                  <a:pt x="231517" y="129127"/>
                </a:lnTo>
                <a:lnTo>
                  <a:pt x="231992" y="129263"/>
                </a:lnTo>
                <a:lnTo>
                  <a:pt x="232471" y="129390"/>
                </a:lnTo>
                <a:lnTo>
                  <a:pt x="232954" y="129511"/>
                </a:lnTo>
                <a:lnTo>
                  <a:pt x="233442" y="129623"/>
                </a:lnTo>
                <a:lnTo>
                  <a:pt x="233935" y="129727"/>
                </a:lnTo>
                <a:lnTo>
                  <a:pt x="234432" y="129824"/>
                </a:lnTo>
                <a:lnTo>
                  <a:pt x="234934" y="129913"/>
                </a:lnTo>
                <a:lnTo>
                  <a:pt x="235440" y="129995"/>
                </a:lnTo>
                <a:lnTo>
                  <a:pt x="235951" y="130068"/>
                </a:lnTo>
                <a:lnTo>
                  <a:pt x="236467" y="130134"/>
                </a:lnTo>
                <a:lnTo>
                  <a:pt x="236987" y="130192"/>
                </a:lnTo>
                <a:lnTo>
                  <a:pt x="237511" y="130243"/>
                </a:lnTo>
                <a:lnTo>
                  <a:pt x="238040" y="130285"/>
                </a:lnTo>
                <a:lnTo>
                  <a:pt x="238574" y="130320"/>
                </a:lnTo>
                <a:lnTo>
                  <a:pt x="239112" y="130347"/>
                </a:lnTo>
                <a:lnTo>
                  <a:pt x="239655" y="130367"/>
                </a:lnTo>
                <a:lnTo>
                  <a:pt x="240202" y="130378"/>
                </a:lnTo>
                <a:lnTo>
                  <a:pt x="240754" y="130382"/>
                </a:lnTo>
                <a:lnTo>
                  <a:pt x="241655" y="130376"/>
                </a:lnTo>
                <a:lnTo>
                  <a:pt x="242547" y="130357"/>
                </a:lnTo>
                <a:lnTo>
                  <a:pt x="243431" y="130324"/>
                </a:lnTo>
                <a:lnTo>
                  <a:pt x="244308" y="130280"/>
                </a:lnTo>
                <a:lnTo>
                  <a:pt x="245177" y="130222"/>
                </a:lnTo>
                <a:lnTo>
                  <a:pt x="246037" y="130151"/>
                </a:lnTo>
                <a:lnTo>
                  <a:pt x="246890" y="130068"/>
                </a:lnTo>
                <a:lnTo>
                  <a:pt x="247735" y="129972"/>
                </a:lnTo>
                <a:lnTo>
                  <a:pt x="248572" y="129863"/>
                </a:lnTo>
                <a:lnTo>
                  <a:pt x="249401" y="129741"/>
                </a:lnTo>
                <a:lnTo>
                  <a:pt x="250223" y="129607"/>
                </a:lnTo>
                <a:lnTo>
                  <a:pt x="251036" y="129459"/>
                </a:lnTo>
                <a:lnTo>
                  <a:pt x="251842" y="129299"/>
                </a:lnTo>
                <a:lnTo>
                  <a:pt x="252639" y="129126"/>
                </a:lnTo>
                <a:lnTo>
                  <a:pt x="253429" y="128940"/>
                </a:lnTo>
                <a:lnTo>
                  <a:pt x="254211" y="128741"/>
                </a:lnTo>
                <a:lnTo>
                  <a:pt x="254984" y="128530"/>
                </a:lnTo>
                <a:lnTo>
                  <a:pt x="255750" y="128306"/>
                </a:lnTo>
                <a:lnTo>
                  <a:pt x="256509" y="128068"/>
                </a:lnTo>
                <a:lnTo>
                  <a:pt x="257259" y="127819"/>
                </a:lnTo>
                <a:lnTo>
                  <a:pt x="258001" y="127556"/>
                </a:lnTo>
                <a:lnTo>
                  <a:pt x="258735" y="127280"/>
                </a:lnTo>
                <a:lnTo>
                  <a:pt x="259462" y="126992"/>
                </a:lnTo>
                <a:lnTo>
                  <a:pt x="260180" y="126691"/>
                </a:lnTo>
                <a:lnTo>
                  <a:pt x="258080" y="107543"/>
                </a:lnTo>
                <a:lnTo>
                  <a:pt x="257546" y="107736"/>
                </a:lnTo>
                <a:lnTo>
                  <a:pt x="257022" y="107921"/>
                </a:lnTo>
                <a:lnTo>
                  <a:pt x="256509" y="108097"/>
                </a:lnTo>
                <a:lnTo>
                  <a:pt x="256007" y="108265"/>
                </a:lnTo>
                <a:lnTo>
                  <a:pt x="255515" y="108425"/>
                </a:lnTo>
                <a:lnTo>
                  <a:pt x="255034" y="108577"/>
                </a:lnTo>
                <a:lnTo>
                  <a:pt x="254563" y="108721"/>
                </a:lnTo>
                <a:lnTo>
                  <a:pt x="254104" y="108856"/>
                </a:lnTo>
                <a:lnTo>
                  <a:pt x="253654" y="108983"/>
                </a:lnTo>
                <a:lnTo>
                  <a:pt x="253216" y="109102"/>
                </a:lnTo>
                <a:lnTo>
                  <a:pt x="252788" y="109213"/>
                </a:lnTo>
                <a:lnTo>
                  <a:pt x="252371" y="109315"/>
                </a:lnTo>
                <a:lnTo>
                  <a:pt x="251964" y="109410"/>
                </a:lnTo>
                <a:lnTo>
                  <a:pt x="251568" y="109496"/>
                </a:lnTo>
                <a:lnTo>
                  <a:pt x="251182" y="109574"/>
                </a:lnTo>
                <a:lnTo>
                  <a:pt x="250808" y="109644"/>
                </a:lnTo>
                <a:lnTo>
                  <a:pt x="250443" y="109705"/>
                </a:lnTo>
                <a:lnTo>
                  <a:pt x="250090" y="109758"/>
                </a:lnTo>
                <a:lnTo>
                  <a:pt x="249747" y="109803"/>
                </a:lnTo>
                <a:lnTo>
                  <a:pt x="249415" y="109840"/>
                </a:lnTo>
                <a:lnTo>
                  <a:pt x="249093" y="109869"/>
                </a:lnTo>
                <a:lnTo>
                  <a:pt x="248782" y="109890"/>
                </a:lnTo>
                <a:lnTo>
                  <a:pt x="248482" y="109902"/>
                </a:lnTo>
                <a:lnTo>
                  <a:pt x="248192" y="109906"/>
                </a:lnTo>
                <a:lnTo>
                  <a:pt x="247989" y="109904"/>
                </a:lnTo>
                <a:lnTo>
                  <a:pt x="247789" y="109898"/>
                </a:lnTo>
                <a:lnTo>
                  <a:pt x="247591" y="109887"/>
                </a:lnTo>
                <a:lnTo>
                  <a:pt x="247396" y="109872"/>
                </a:lnTo>
                <a:lnTo>
                  <a:pt x="247204" y="109853"/>
                </a:lnTo>
                <a:lnTo>
                  <a:pt x="247014" y="109830"/>
                </a:lnTo>
                <a:lnTo>
                  <a:pt x="246826" y="109802"/>
                </a:lnTo>
                <a:lnTo>
                  <a:pt x="246641" y="109770"/>
                </a:lnTo>
                <a:lnTo>
                  <a:pt x="246459" y="109734"/>
                </a:lnTo>
                <a:lnTo>
                  <a:pt x="246280" y="109694"/>
                </a:lnTo>
                <a:lnTo>
                  <a:pt x="246102" y="109649"/>
                </a:lnTo>
                <a:lnTo>
                  <a:pt x="245928" y="109600"/>
                </a:lnTo>
                <a:lnTo>
                  <a:pt x="245756" y="109547"/>
                </a:lnTo>
                <a:lnTo>
                  <a:pt x="245587" y="109490"/>
                </a:lnTo>
                <a:lnTo>
                  <a:pt x="245420" y="109429"/>
                </a:lnTo>
                <a:lnTo>
                  <a:pt x="245256" y="109363"/>
                </a:lnTo>
                <a:lnTo>
                  <a:pt x="245094" y="109293"/>
                </a:lnTo>
                <a:lnTo>
                  <a:pt x="244935" y="109218"/>
                </a:lnTo>
                <a:lnTo>
                  <a:pt x="244779" y="109140"/>
                </a:lnTo>
                <a:lnTo>
                  <a:pt x="244625" y="109057"/>
                </a:lnTo>
                <a:lnTo>
                  <a:pt x="244474" y="108970"/>
                </a:lnTo>
                <a:lnTo>
                  <a:pt x="244325" y="108879"/>
                </a:lnTo>
                <a:lnTo>
                  <a:pt x="244179" y="108783"/>
                </a:lnTo>
                <a:lnTo>
                  <a:pt x="244036" y="108684"/>
                </a:lnTo>
                <a:lnTo>
                  <a:pt x="243896" y="108580"/>
                </a:lnTo>
                <a:lnTo>
                  <a:pt x="243760" y="108475"/>
                </a:lnTo>
                <a:lnTo>
                  <a:pt x="243628" y="108367"/>
                </a:lnTo>
                <a:lnTo>
                  <a:pt x="243501" y="108257"/>
                </a:lnTo>
                <a:lnTo>
                  <a:pt x="243378" y="108145"/>
                </a:lnTo>
                <a:lnTo>
                  <a:pt x="243259" y="108030"/>
                </a:lnTo>
                <a:lnTo>
                  <a:pt x="243145" y="107914"/>
                </a:lnTo>
                <a:lnTo>
                  <a:pt x="243034" y="107795"/>
                </a:lnTo>
                <a:lnTo>
                  <a:pt x="242928" y="107673"/>
                </a:lnTo>
                <a:lnTo>
                  <a:pt x="242826" y="107550"/>
                </a:lnTo>
                <a:lnTo>
                  <a:pt x="242729" y="107424"/>
                </a:lnTo>
                <a:lnTo>
                  <a:pt x="242636" y="107296"/>
                </a:lnTo>
                <a:lnTo>
                  <a:pt x="242547" y="107166"/>
                </a:lnTo>
                <a:lnTo>
                  <a:pt x="242462" y="107033"/>
                </a:lnTo>
                <a:lnTo>
                  <a:pt x="242381" y="106898"/>
                </a:lnTo>
                <a:lnTo>
                  <a:pt x="242305" y="106761"/>
                </a:lnTo>
                <a:lnTo>
                  <a:pt x="242233" y="106622"/>
                </a:lnTo>
                <a:lnTo>
                  <a:pt x="242165" y="106480"/>
                </a:lnTo>
                <a:lnTo>
                  <a:pt x="242102" y="106336"/>
                </a:lnTo>
                <a:lnTo>
                  <a:pt x="242043" y="106190"/>
                </a:lnTo>
                <a:lnTo>
                  <a:pt x="241988" y="106042"/>
                </a:lnTo>
                <a:lnTo>
                  <a:pt x="241937" y="105891"/>
                </a:lnTo>
                <a:lnTo>
                  <a:pt x="241890" y="105738"/>
                </a:lnTo>
                <a:lnTo>
                  <a:pt x="241848" y="105583"/>
                </a:lnTo>
                <a:lnTo>
                  <a:pt x="241809" y="105410"/>
                </a:lnTo>
                <a:lnTo>
                  <a:pt x="241771" y="105204"/>
                </a:lnTo>
                <a:lnTo>
                  <a:pt x="241735" y="104965"/>
                </a:lnTo>
                <a:lnTo>
                  <a:pt x="241701" y="104693"/>
                </a:lnTo>
                <a:lnTo>
                  <a:pt x="241668" y="104388"/>
                </a:lnTo>
                <a:lnTo>
                  <a:pt x="241638" y="104051"/>
                </a:lnTo>
                <a:lnTo>
                  <a:pt x="241608" y="103680"/>
                </a:lnTo>
                <a:lnTo>
                  <a:pt x="241581" y="103277"/>
                </a:lnTo>
                <a:lnTo>
                  <a:pt x="241555" y="102841"/>
                </a:lnTo>
                <a:lnTo>
                  <a:pt x="241531" y="102371"/>
                </a:lnTo>
                <a:lnTo>
                  <a:pt x="241508" y="101869"/>
                </a:lnTo>
                <a:lnTo>
                  <a:pt x="241487" y="101334"/>
                </a:lnTo>
                <a:lnTo>
                  <a:pt x="241468" y="100766"/>
                </a:lnTo>
                <a:lnTo>
                  <a:pt x="241450" y="100165"/>
                </a:lnTo>
                <a:lnTo>
                  <a:pt x="241435" y="99531"/>
                </a:lnTo>
                <a:lnTo>
                  <a:pt x="241420" y="98864"/>
                </a:lnTo>
                <a:lnTo>
                  <a:pt x="241408" y="98165"/>
                </a:lnTo>
                <a:lnTo>
                  <a:pt x="241397" y="97432"/>
                </a:lnTo>
                <a:lnTo>
                  <a:pt x="241388" y="96666"/>
                </a:lnTo>
                <a:lnTo>
                  <a:pt x="241380" y="95868"/>
                </a:lnTo>
                <a:lnTo>
                  <a:pt x="241374" y="95037"/>
                </a:lnTo>
                <a:lnTo>
                  <a:pt x="241370" y="94172"/>
                </a:lnTo>
                <a:lnTo>
                  <a:pt x="241368" y="93275"/>
                </a:lnTo>
                <a:lnTo>
                  <a:pt x="241367" y="92345"/>
                </a:lnTo>
                <a:lnTo>
                  <a:pt x="241367" y="54953"/>
                </a:lnTo>
                <a:lnTo>
                  <a:pt x="258168" y="54953"/>
                </a:lnTo>
                <a:lnTo>
                  <a:pt x="258168" y="35352"/>
                </a:lnTo>
                <a:lnTo>
                  <a:pt x="241367" y="35352"/>
                </a:lnTo>
                <a:lnTo>
                  <a:pt x="241367" y="2275"/>
                </a:lnTo>
                <a:lnTo>
                  <a:pt x="216690" y="16801"/>
                </a:lnTo>
                <a:lnTo>
                  <a:pt x="216690" y="35352"/>
                </a:lnTo>
                <a:close/>
                <a:moveTo>
                  <a:pt x="604145" y="35352"/>
                </a:moveTo>
                <a:lnTo>
                  <a:pt x="604145" y="54953"/>
                </a:lnTo>
                <a:lnTo>
                  <a:pt x="615433" y="54953"/>
                </a:lnTo>
                <a:lnTo>
                  <a:pt x="615433" y="95468"/>
                </a:lnTo>
                <a:lnTo>
                  <a:pt x="615435" y="96539"/>
                </a:lnTo>
                <a:lnTo>
                  <a:pt x="615439" y="97580"/>
                </a:lnTo>
                <a:lnTo>
                  <a:pt x="615446" y="98591"/>
                </a:lnTo>
                <a:lnTo>
                  <a:pt x="615455" y="99571"/>
                </a:lnTo>
                <a:lnTo>
                  <a:pt x="615468" y="100521"/>
                </a:lnTo>
                <a:lnTo>
                  <a:pt x="615483" y="101440"/>
                </a:lnTo>
                <a:lnTo>
                  <a:pt x="615500" y="102329"/>
                </a:lnTo>
                <a:lnTo>
                  <a:pt x="615521" y="103188"/>
                </a:lnTo>
                <a:lnTo>
                  <a:pt x="615544" y="104016"/>
                </a:lnTo>
                <a:lnTo>
                  <a:pt x="615570" y="104814"/>
                </a:lnTo>
                <a:lnTo>
                  <a:pt x="615599" y="105581"/>
                </a:lnTo>
                <a:lnTo>
                  <a:pt x="615630" y="106318"/>
                </a:lnTo>
                <a:lnTo>
                  <a:pt x="615665" y="107025"/>
                </a:lnTo>
                <a:lnTo>
                  <a:pt x="615701" y="107701"/>
                </a:lnTo>
                <a:lnTo>
                  <a:pt x="615741" y="108347"/>
                </a:lnTo>
                <a:lnTo>
                  <a:pt x="615783" y="108963"/>
                </a:lnTo>
                <a:lnTo>
                  <a:pt x="615829" y="109548"/>
                </a:lnTo>
                <a:lnTo>
                  <a:pt x="615876" y="110103"/>
                </a:lnTo>
                <a:lnTo>
                  <a:pt x="615927" y="110627"/>
                </a:lnTo>
                <a:lnTo>
                  <a:pt x="615980" y="111121"/>
                </a:lnTo>
                <a:lnTo>
                  <a:pt x="616036" y="111585"/>
                </a:lnTo>
                <a:lnTo>
                  <a:pt x="616095" y="112018"/>
                </a:lnTo>
                <a:lnTo>
                  <a:pt x="616157" y="112421"/>
                </a:lnTo>
                <a:lnTo>
                  <a:pt x="616221" y="112794"/>
                </a:lnTo>
                <a:lnTo>
                  <a:pt x="616304" y="113293"/>
                </a:lnTo>
                <a:lnTo>
                  <a:pt x="616392" y="113783"/>
                </a:lnTo>
                <a:lnTo>
                  <a:pt x="616486" y="114264"/>
                </a:lnTo>
                <a:lnTo>
                  <a:pt x="616584" y="114737"/>
                </a:lnTo>
                <a:lnTo>
                  <a:pt x="616689" y="115201"/>
                </a:lnTo>
                <a:lnTo>
                  <a:pt x="616798" y="115657"/>
                </a:lnTo>
                <a:lnTo>
                  <a:pt x="616913" y="116104"/>
                </a:lnTo>
                <a:lnTo>
                  <a:pt x="617033" y="116542"/>
                </a:lnTo>
                <a:lnTo>
                  <a:pt x="617158" y="116971"/>
                </a:lnTo>
                <a:lnTo>
                  <a:pt x="617289" y="117392"/>
                </a:lnTo>
                <a:lnTo>
                  <a:pt x="617425" y="117804"/>
                </a:lnTo>
                <a:lnTo>
                  <a:pt x="617566" y="118208"/>
                </a:lnTo>
                <a:lnTo>
                  <a:pt x="617713" y="118603"/>
                </a:lnTo>
                <a:lnTo>
                  <a:pt x="617865" y="118989"/>
                </a:lnTo>
                <a:lnTo>
                  <a:pt x="618022" y="119367"/>
                </a:lnTo>
                <a:lnTo>
                  <a:pt x="618185" y="119736"/>
                </a:lnTo>
                <a:lnTo>
                  <a:pt x="618353" y="120096"/>
                </a:lnTo>
                <a:lnTo>
                  <a:pt x="618526" y="120448"/>
                </a:lnTo>
                <a:lnTo>
                  <a:pt x="618705" y="120791"/>
                </a:lnTo>
                <a:lnTo>
                  <a:pt x="618889" y="121125"/>
                </a:lnTo>
                <a:lnTo>
                  <a:pt x="619078" y="121451"/>
                </a:lnTo>
                <a:lnTo>
                  <a:pt x="619272" y="121767"/>
                </a:lnTo>
                <a:lnTo>
                  <a:pt x="619472" y="122076"/>
                </a:lnTo>
                <a:lnTo>
                  <a:pt x="619677" y="122375"/>
                </a:lnTo>
                <a:lnTo>
                  <a:pt x="619890" y="122669"/>
                </a:lnTo>
                <a:lnTo>
                  <a:pt x="620113" y="122957"/>
                </a:lnTo>
                <a:lnTo>
                  <a:pt x="620345" y="123241"/>
                </a:lnTo>
                <a:lnTo>
                  <a:pt x="620588" y="123520"/>
                </a:lnTo>
                <a:lnTo>
                  <a:pt x="620840" y="123795"/>
                </a:lnTo>
                <a:lnTo>
                  <a:pt x="621102" y="124065"/>
                </a:lnTo>
                <a:lnTo>
                  <a:pt x="621374" y="124331"/>
                </a:lnTo>
                <a:lnTo>
                  <a:pt x="621656" y="124592"/>
                </a:lnTo>
                <a:lnTo>
                  <a:pt x="621948" y="124849"/>
                </a:lnTo>
                <a:lnTo>
                  <a:pt x="622249" y="125101"/>
                </a:lnTo>
                <a:lnTo>
                  <a:pt x="622561" y="125348"/>
                </a:lnTo>
                <a:lnTo>
                  <a:pt x="622882" y="125591"/>
                </a:lnTo>
                <a:lnTo>
                  <a:pt x="623214" y="125830"/>
                </a:lnTo>
                <a:lnTo>
                  <a:pt x="623555" y="126063"/>
                </a:lnTo>
                <a:lnTo>
                  <a:pt x="623906" y="126293"/>
                </a:lnTo>
                <a:lnTo>
                  <a:pt x="624267" y="126517"/>
                </a:lnTo>
                <a:lnTo>
                  <a:pt x="624637" y="126737"/>
                </a:lnTo>
                <a:lnTo>
                  <a:pt x="625018" y="126953"/>
                </a:lnTo>
                <a:lnTo>
                  <a:pt x="625408" y="127164"/>
                </a:lnTo>
                <a:lnTo>
                  <a:pt x="625809" y="127371"/>
                </a:lnTo>
                <a:lnTo>
                  <a:pt x="626219" y="127572"/>
                </a:lnTo>
                <a:lnTo>
                  <a:pt x="626639" y="127770"/>
                </a:lnTo>
                <a:lnTo>
                  <a:pt x="627069" y="127963"/>
                </a:lnTo>
                <a:lnTo>
                  <a:pt x="627509" y="128151"/>
                </a:lnTo>
                <a:lnTo>
                  <a:pt x="627956" y="128333"/>
                </a:lnTo>
                <a:lnTo>
                  <a:pt x="628408" y="128507"/>
                </a:lnTo>
                <a:lnTo>
                  <a:pt x="628864" y="128674"/>
                </a:lnTo>
                <a:lnTo>
                  <a:pt x="629325" y="128833"/>
                </a:lnTo>
                <a:lnTo>
                  <a:pt x="629790" y="128984"/>
                </a:lnTo>
                <a:lnTo>
                  <a:pt x="630260" y="129127"/>
                </a:lnTo>
                <a:lnTo>
                  <a:pt x="630734" y="129263"/>
                </a:lnTo>
                <a:lnTo>
                  <a:pt x="631213" y="129390"/>
                </a:lnTo>
                <a:lnTo>
                  <a:pt x="631697" y="129511"/>
                </a:lnTo>
                <a:lnTo>
                  <a:pt x="632185" y="129623"/>
                </a:lnTo>
                <a:lnTo>
                  <a:pt x="632678" y="129727"/>
                </a:lnTo>
                <a:lnTo>
                  <a:pt x="633175" y="129824"/>
                </a:lnTo>
                <a:lnTo>
                  <a:pt x="633677" y="129913"/>
                </a:lnTo>
                <a:lnTo>
                  <a:pt x="634183" y="129995"/>
                </a:lnTo>
                <a:lnTo>
                  <a:pt x="634694" y="130068"/>
                </a:lnTo>
                <a:lnTo>
                  <a:pt x="635210" y="130134"/>
                </a:lnTo>
                <a:lnTo>
                  <a:pt x="635730" y="130192"/>
                </a:lnTo>
                <a:lnTo>
                  <a:pt x="636254" y="130243"/>
                </a:lnTo>
                <a:lnTo>
                  <a:pt x="636783" y="130285"/>
                </a:lnTo>
                <a:lnTo>
                  <a:pt x="637317" y="130320"/>
                </a:lnTo>
                <a:lnTo>
                  <a:pt x="637855" y="130347"/>
                </a:lnTo>
                <a:lnTo>
                  <a:pt x="638398" y="130367"/>
                </a:lnTo>
                <a:lnTo>
                  <a:pt x="638945" y="130378"/>
                </a:lnTo>
                <a:lnTo>
                  <a:pt x="639497" y="130382"/>
                </a:lnTo>
                <a:lnTo>
                  <a:pt x="640398" y="130376"/>
                </a:lnTo>
                <a:lnTo>
                  <a:pt x="641290" y="130357"/>
                </a:lnTo>
                <a:lnTo>
                  <a:pt x="642174" y="130324"/>
                </a:lnTo>
                <a:lnTo>
                  <a:pt x="643051" y="130280"/>
                </a:lnTo>
                <a:lnTo>
                  <a:pt x="643920" y="130222"/>
                </a:lnTo>
                <a:lnTo>
                  <a:pt x="644780" y="130151"/>
                </a:lnTo>
                <a:lnTo>
                  <a:pt x="645633" y="130068"/>
                </a:lnTo>
                <a:lnTo>
                  <a:pt x="646478" y="129972"/>
                </a:lnTo>
                <a:lnTo>
                  <a:pt x="647315" y="129863"/>
                </a:lnTo>
                <a:lnTo>
                  <a:pt x="648144" y="129741"/>
                </a:lnTo>
                <a:lnTo>
                  <a:pt x="648966" y="129607"/>
                </a:lnTo>
                <a:lnTo>
                  <a:pt x="649779" y="129459"/>
                </a:lnTo>
                <a:lnTo>
                  <a:pt x="650585" y="129299"/>
                </a:lnTo>
                <a:lnTo>
                  <a:pt x="651382" y="129126"/>
                </a:lnTo>
                <a:lnTo>
                  <a:pt x="652172" y="128940"/>
                </a:lnTo>
                <a:lnTo>
                  <a:pt x="652954" y="128741"/>
                </a:lnTo>
                <a:lnTo>
                  <a:pt x="653727" y="128530"/>
                </a:lnTo>
                <a:lnTo>
                  <a:pt x="654493" y="128306"/>
                </a:lnTo>
                <a:lnTo>
                  <a:pt x="655251" y="128068"/>
                </a:lnTo>
                <a:lnTo>
                  <a:pt x="656002" y="127819"/>
                </a:lnTo>
                <a:lnTo>
                  <a:pt x="656744" y="127556"/>
                </a:lnTo>
                <a:lnTo>
                  <a:pt x="657478" y="127280"/>
                </a:lnTo>
                <a:lnTo>
                  <a:pt x="658205" y="126992"/>
                </a:lnTo>
                <a:lnTo>
                  <a:pt x="658923" y="126691"/>
                </a:lnTo>
                <a:lnTo>
                  <a:pt x="656823" y="107543"/>
                </a:lnTo>
                <a:lnTo>
                  <a:pt x="656289" y="107736"/>
                </a:lnTo>
                <a:lnTo>
                  <a:pt x="655765" y="107921"/>
                </a:lnTo>
                <a:lnTo>
                  <a:pt x="655252" y="108097"/>
                </a:lnTo>
                <a:lnTo>
                  <a:pt x="654750" y="108265"/>
                </a:lnTo>
                <a:lnTo>
                  <a:pt x="654258" y="108425"/>
                </a:lnTo>
                <a:lnTo>
                  <a:pt x="653777" y="108577"/>
                </a:lnTo>
                <a:lnTo>
                  <a:pt x="653306" y="108721"/>
                </a:lnTo>
                <a:lnTo>
                  <a:pt x="652847" y="108856"/>
                </a:lnTo>
                <a:lnTo>
                  <a:pt x="652397" y="108983"/>
                </a:lnTo>
                <a:lnTo>
                  <a:pt x="651959" y="109102"/>
                </a:lnTo>
                <a:lnTo>
                  <a:pt x="651531" y="109213"/>
                </a:lnTo>
                <a:lnTo>
                  <a:pt x="651114" y="109315"/>
                </a:lnTo>
                <a:lnTo>
                  <a:pt x="650707" y="109410"/>
                </a:lnTo>
                <a:lnTo>
                  <a:pt x="650311" y="109496"/>
                </a:lnTo>
                <a:lnTo>
                  <a:pt x="649925" y="109574"/>
                </a:lnTo>
                <a:lnTo>
                  <a:pt x="649551" y="109644"/>
                </a:lnTo>
                <a:lnTo>
                  <a:pt x="649186" y="109705"/>
                </a:lnTo>
                <a:lnTo>
                  <a:pt x="648833" y="109758"/>
                </a:lnTo>
                <a:lnTo>
                  <a:pt x="648490" y="109803"/>
                </a:lnTo>
                <a:lnTo>
                  <a:pt x="648158" y="109840"/>
                </a:lnTo>
                <a:lnTo>
                  <a:pt x="647836" y="109869"/>
                </a:lnTo>
                <a:lnTo>
                  <a:pt x="647525" y="109890"/>
                </a:lnTo>
                <a:lnTo>
                  <a:pt x="647225" y="109902"/>
                </a:lnTo>
                <a:lnTo>
                  <a:pt x="646935" y="109906"/>
                </a:lnTo>
                <a:lnTo>
                  <a:pt x="646732" y="109904"/>
                </a:lnTo>
                <a:lnTo>
                  <a:pt x="646532" y="109898"/>
                </a:lnTo>
                <a:lnTo>
                  <a:pt x="646334" y="109887"/>
                </a:lnTo>
                <a:lnTo>
                  <a:pt x="646139" y="109872"/>
                </a:lnTo>
                <a:lnTo>
                  <a:pt x="645947" y="109853"/>
                </a:lnTo>
                <a:lnTo>
                  <a:pt x="645757" y="109830"/>
                </a:lnTo>
                <a:lnTo>
                  <a:pt x="645569" y="109802"/>
                </a:lnTo>
                <a:lnTo>
                  <a:pt x="645384" y="109770"/>
                </a:lnTo>
                <a:lnTo>
                  <a:pt x="645202" y="109734"/>
                </a:lnTo>
                <a:lnTo>
                  <a:pt x="645023" y="109694"/>
                </a:lnTo>
                <a:lnTo>
                  <a:pt x="644845" y="109649"/>
                </a:lnTo>
                <a:lnTo>
                  <a:pt x="644671" y="109600"/>
                </a:lnTo>
                <a:lnTo>
                  <a:pt x="644499" y="109547"/>
                </a:lnTo>
                <a:lnTo>
                  <a:pt x="644330" y="109490"/>
                </a:lnTo>
                <a:lnTo>
                  <a:pt x="644163" y="109429"/>
                </a:lnTo>
                <a:lnTo>
                  <a:pt x="643999" y="109363"/>
                </a:lnTo>
                <a:lnTo>
                  <a:pt x="643837" y="109293"/>
                </a:lnTo>
                <a:lnTo>
                  <a:pt x="643678" y="109218"/>
                </a:lnTo>
                <a:lnTo>
                  <a:pt x="643522" y="109140"/>
                </a:lnTo>
                <a:lnTo>
                  <a:pt x="643368" y="109057"/>
                </a:lnTo>
                <a:lnTo>
                  <a:pt x="643217" y="108970"/>
                </a:lnTo>
                <a:lnTo>
                  <a:pt x="643068" y="108879"/>
                </a:lnTo>
                <a:lnTo>
                  <a:pt x="642922" y="108783"/>
                </a:lnTo>
                <a:lnTo>
                  <a:pt x="642779" y="108684"/>
                </a:lnTo>
                <a:lnTo>
                  <a:pt x="642639" y="108580"/>
                </a:lnTo>
                <a:lnTo>
                  <a:pt x="642503" y="108475"/>
                </a:lnTo>
                <a:lnTo>
                  <a:pt x="642371" y="108367"/>
                </a:lnTo>
                <a:lnTo>
                  <a:pt x="642244" y="108257"/>
                </a:lnTo>
                <a:lnTo>
                  <a:pt x="642121" y="108145"/>
                </a:lnTo>
                <a:lnTo>
                  <a:pt x="642002" y="108030"/>
                </a:lnTo>
                <a:lnTo>
                  <a:pt x="641888" y="107914"/>
                </a:lnTo>
                <a:lnTo>
                  <a:pt x="641777" y="107795"/>
                </a:lnTo>
                <a:lnTo>
                  <a:pt x="641671" y="107673"/>
                </a:lnTo>
                <a:lnTo>
                  <a:pt x="641569" y="107550"/>
                </a:lnTo>
                <a:lnTo>
                  <a:pt x="641472" y="107424"/>
                </a:lnTo>
                <a:lnTo>
                  <a:pt x="641379" y="107296"/>
                </a:lnTo>
                <a:lnTo>
                  <a:pt x="641290" y="107166"/>
                </a:lnTo>
                <a:lnTo>
                  <a:pt x="641205" y="107033"/>
                </a:lnTo>
                <a:lnTo>
                  <a:pt x="641124" y="106898"/>
                </a:lnTo>
                <a:lnTo>
                  <a:pt x="641048" y="106761"/>
                </a:lnTo>
                <a:lnTo>
                  <a:pt x="640976" y="106622"/>
                </a:lnTo>
                <a:lnTo>
                  <a:pt x="640908" y="106480"/>
                </a:lnTo>
                <a:lnTo>
                  <a:pt x="640845" y="106336"/>
                </a:lnTo>
                <a:lnTo>
                  <a:pt x="640786" y="106190"/>
                </a:lnTo>
                <a:lnTo>
                  <a:pt x="640731" y="106042"/>
                </a:lnTo>
                <a:lnTo>
                  <a:pt x="640680" y="105891"/>
                </a:lnTo>
                <a:lnTo>
                  <a:pt x="640633" y="105738"/>
                </a:lnTo>
                <a:lnTo>
                  <a:pt x="640591" y="105583"/>
                </a:lnTo>
                <a:lnTo>
                  <a:pt x="640552" y="105410"/>
                </a:lnTo>
                <a:lnTo>
                  <a:pt x="640514" y="105204"/>
                </a:lnTo>
                <a:lnTo>
                  <a:pt x="640478" y="104965"/>
                </a:lnTo>
                <a:lnTo>
                  <a:pt x="640444" y="104693"/>
                </a:lnTo>
                <a:lnTo>
                  <a:pt x="640411" y="104388"/>
                </a:lnTo>
                <a:lnTo>
                  <a:pt x="640381" y="104051"/>
                </a:lnTo>
                <a:lnTo>
                  <a:pt x="640351" y="103680"/>
                </a:lnTo>
                <a:lnTo>
                  <a:pt x="640324" y="103277"/>
                </a:lnTo>
                <a:lnTo>
                  <a:pt x="640298" y="102841"/>
                </a:lnTo>
                <a:lnTo>
                  <a:pt x="640274" y="102371"/>
                </a:lnTo>
                <a:lnTo>
                  <a:pt x="640251" y="101869"/>
                </a:lnTo>
                <a:lnTo>
                  <a:pt x="640230" y="101334"/>
                </a:lnTo>
                <a:lnTo>
                  <a:pt x="640211" y="100766"/>
                </a:lnTo>
                <a:lnTo>
                  <a:pt x="640193" y="100165"/>
                </a:lnTo>
                <a:lnTo>
                  <a:pt x="640177" y="99531"/>
                </a:lnTo>
                <a:lnTo>
                  <a:pt x="640163" y="98864"/>
                </a:lnTo>
                <a:lnTo>
                  <a:pt x="640151" y="98165"/>
                </a:lnTo>
                <a:lnTo>
                  <a:pt x="640140" y="97432"/>
                </a:lnTo>
                <a:lnTo>
                  <a:pt x="640131" y="96666"/>
                </a:lnTo>
                <a:lnTo>
                  <a:pt x="640123" y="95868"/>
                </a:lnTo>
                <a:lnTo>
                  <a:pt x="640117" y="95037"/>
                </a:lnTo>
                <a:lnTo>
                  <a:pt x="640113" y="94172"/>
                </a:lnTo>
                <a:lnTo>
                  <a:pt x="640111" y="93275"/>
                </a:lnTo>
                <a:lnTo>
                  <a:pt x="640110" y="92345"/>
                </a:lnTo>
                <a:lnTo>
                  <a:pt x="640110" y="54953"/>
                </a:lnTo>
                <a:lnTo>
                  <a:pt x="656911" y="54953"/>
                </a:lnTo>
                <a:lnTo>
                  <a:pt x="656911" y="35352"/>
                </a:lnTo>
                <a:lnTo>
                  <a:pt x="640110" y="35352"/>
                </a:lnTo>
                <a:lnTo>
                  <a:pt x="640110" y="2275"/>
                </a:lnTo>
                <a:lnTo>
                  <a:pt x="615433" y="16801"/>
                </a:lnTo>
                <a:lnTo>
                  <a:pt x="615433" y="35352"/>
                </a:lnTo>
                <a:lnTo>
                  <a:pt x="604145" y="35352"/>
                </a:lnTo>
                <a:close/>
                <a:moveTo>
                  <a:pt x="763194" y="35352"/>
                </a:moveTo>
                <a:lnTo>
                  <a:pt x="763194" y="54953"/>
                </a:lnTo>
                <a:lnTo>
                  <a:pt x="774482" y="54953"/>
                </a:lnTo>
                <a:lnTo>
                  <a:pt x="774482" y="95468"/>
                </a:lnTo>
                <a:lnTo>
                  <a:pt x="774484" y="96539"/>
                </a:lnTo>
                <a:lnTo>
                  <a:pt x="774488" y="97580"/>
                </a:lnTo>
                <a:lnTo>
                  <a:pt x="774494" y="98591"/>
                </a:lnTo>
                <a:lnTo>
                  <a:pt x="774504" y="99571"/>
                </a:lnTo>
                <a:lnTo>
                  <a:pt x="774516" y="100521"/>
                </a:lnTo>
                <a:lnTo>
                  <a:pt x="774531" y="101440"/>
                </a:lnTo>
                <a:lnTo>
                  <a:pt x="774549" y="102329"/>
                </a:lnTo>
                <a:lnTo>
                  <a:pt x="774570" y="103188"/>
                </a:lnTo>
                <a:lnTo>
                  <a:pt x="774593" y="104016"/>
                </a:lnTo>
                <a:lnTo>
                  <a:pt x="774619" y="104814"/>
                </a:lnTo>
                <a:lnTo>
                  <a:pt x="774648" y="105581"/>
                </a:lnTo>
                <a:lnTo>
                  <a:pt x="774679" y="106318"/>
                </a:lnTo>
                <a:lnTo>
                  <a:pt x="774713" y="107025"/>
                </a:lnTo>
                <a:lnTo>
                  <a:pt x="774750" y="107701"/>
                </a:lnTo>
                <a:lnTo>
                  <a:pt x="774790" y="108347"/>
                </a:lnTo>
                <a:lnTo>
                  <a:pt x="774832" y="108963"/>
                </a:lnTo>
                <a:lnTo>
                  <a:pt x="774877" y="109548"/>
                </a:lnTo>
                <a:lnTo>
                  <a:pt x="774925" y="110103"/>
                </a:lnTo>
                <a:lnTo>
                  <a:pt x="774976" y="110627"/>
                </a:lnTo>
                <a:lnTo>
                  <a:pt x="775029" y="111121"/>
                </a:lnTo>
                <a:lnTo>
                  <a:pt x="775085" y="111585"/>
                </a:lnTo>
                <a:lnTo>
                  <a:pt x="775144" y="112018"/>
                </a:lnTo>
                <a:lnTo>
                  <a:pt x="775205" y="112421"/>
                </a:lnTo>
                <a:lnTo>
                  <a:pt x="775270" y="112794"/>
                </a:lnTo>
                <a:lnTo>
                  <a:pt x="775353" y="113293"/>
                </a:lnTo>
                <a:lnTo>
                  <a:pt x="775441" y="113783"/>
                </a:lnTo>
                <a:lnTo>
                  <a:pt x="775534" y="114264"/>
                </a:lnTo>
                <a:lnTo>
                  <a:pt x="775633" y="114737"/>
                </a:lnTo>
                <a:lnTo>
                  <a:pt x="775737" y="115201"/>
                </a:lnTo>
                <a:lnTo>
                  <a:pt x="775847" y="115657"/>
                </a:lnTo>
                <a:lnTo>
                  <a:pt x="775961" y="116104"/>
                </a:lnTo>
                <a:lnTo>
                  <a:pt x="776082" y="116542"/>
                </a:lnTo>
                <a:lnTo>
                  <a:pt x="776207" y="116971"/>
                </a:lnTo>
                <a:lnTo>
                  <a:pt x="776338" y="117392"/>
                </a:lnTo>
                <a:lnTo>
                  <a:pt x="776474" y="117804"/>
                </a:lnTo>
                <a:lnTo>
                  <a:pt x="776615" y="118208"/>
                </a:lnTo>
                <a:lnTo>
                  <a:pt x="776762" y="118603"/>
                </a:lnTo>
                <a:lnTo>
                  <a:pt x="776914" y="118989"/>
                </a:lnTo>
                <a:lnTo>
                  <a:pt x="777071" y="119367"/>
                </a:lnTo>
                <a:lnTo>
                  <a:pt x="777234" y="119736"/>
                </a:lnTo>
                <a:lnTo>
                  <a:pt x="777402" y="120096"/>
                </a:lnTo>
                <a:lnTo>
                  <a:pt x="777575" y="120448"/>
                </a:lnTo>
                <a:lnTo>
                  <a:pt x="777754" y="120791"/>
                </a:lnTo>
                <a:lnTo>
                  <a:pt x="777937" y="121125"/>
                </a:lnTo>
                <a:lnTo>
                  <a:pt x="778127" y="121451"/>
                </a:lnTo>
                <a:lnTo>
                  <a:pt x="778321" y="121767"/>
                </a:lnTo>
                <a:lnTo>
                  <a:pt x="778521" y="122076"/>
                </a:lnTo>
                <a:lnTo>
                  <a:pt x="778726" y="122375"/>
                </a:lnTo>
                <a:lnTo>
                  <a:pt x="778939" y="122669"/>
                </a:lnTo>
                <a:lnTo>
                  <a:pt x="779162" y="122957"/>
                </a:lnTo>
                <a:lnTo>
                  <a:pt x="779394" y="123241"/>
                </a:lnTo>
                <a:lnTo>
                  <a:pt x="779636" y="123520"/>
                </a:lnTo>
                <a:lnTo>
                  <a:pt x="779889" y="123795"/>
                </a:lnTo>
                <a:lnTo>
                  <a:pt x="780151" y="124065"/>
                </a:lnTo>
                <a:lnTo>
                  <a:pt x="780423" y="124331"/>
                </a:lnTo>
                <a:lnTo>
                  <a:pt x="780705" y="124592"/>
                </a:lnTo>
                <a:lnTo>
                  <a:pt x="780997" y="124849"/>
                </a:lnTo>
                <a:lnTo>
                  <a:pt x="781298" y="125101"/>
                </a:lnTo>
                <a:lnTo>
                  <a:pt x="781610" y="125348"/>
                </a:lnTo>
                <a:lnTo>
                  <a:pt x="781931" y="125591"/>
                </a:lnTo>
                <a:lnTo>
                  <a:pt x="782262" y="125830"/>
                </a:lnTo>
                <a:lnTo>
                  <a:pt x="782603" y="126063"/>
                </a:lnTo>
                <a:lnTo>
                  <a:pt x="782954" y="126293"/>
                </a:lnTo>
                <a:lnTo>
                  <a:pt x="783315" y="126517"/>
                </a:lnTo>
                <a:lnTo>
                  <a:pt x="783686" y="126737"/>
                </a:lnTo>
                <a:lnTo>
                  <a:pt x="784067" y="126953"/>
                </a:lnTo>
                <a:lnTo>
                  <a:pt x="784457" y="127164"/>
                </a:lnTo>
                <a:lnTo>
                  <a:pt x="784858" y="127371"/>
                </a:lnTo>
                <a:lnTo>
                  <a:pt x="785268" y="127572"/>
                </a:lnTo>
                <a:lnTo>
                  <a:pt x="785688" y="127770"/>
                </a:lnTo>
                <a:lnTo>
                  <a:pt x="786118" y="127963"/>
                </a:lnTo>
                <a:lnTo>
                  <a:pt x="786558" y="128151"/>
                </a:lnTo>
                <a:lnTo>
                  <a:pt x="787005" y="128333"/>
                </a:lnTo>
                <a:lnTo>
                  <a:pt x="787457" y="128507"/>
                </a:lnTo>
                <a:lnTo>
                  <a:pt x="787913" y="128674"/>
                </a:lnTo>
                <a:lnTo>
                  <a:pt x="788374" y="128833"/>
                </a:lnTo>
                <a:lnTo>
                  <a:pt x="788839" y="128984"/>
                </a:lnTo>
                <a:lnTo>
                  <a:pt x="789309" y="129127"/>
                </a:lnTo>
                <a:lnTo>
                  <a:pt x="789783" y="129263"/>
                </a:lnTo>
                <a:lnTo>
                  <a:pt x="790262" y="129390"/>
                </a:lnTo>
                <a:lnTo>
                  <a:pt x="790746" y="129511"/>
                </a:lnTo>
                <a:lnTo>
                  <a:pt x="791234" y="129623"/>
                </a:lnTo>
                <a:lnTo>
                  <a:pt x="791727" y="129727"/>
                </a:lnTo>
                <a:lnTo>
                  <a:pt x="792224" y="129824"/>
                </a:lnTo>
                <a:lnTo>
                  <a:pt x="792726" y="129913"/>
                </a:lnTo>
                <a:lnTo>
                  <a:pt x="793232" y="129995"/>
                </a:lnTo>
                <a:lnTo>
                  <a:pt x="793743" y="130068"/>
                </a:lnTo>
                <a:lnTo>
                  <a:pt x="794258" y="130134"/>
                </a:lnTo>
                <a:lnTo>
                  <a:pt x="794778" y="130192"/>
                </a:lnTo>
                <a:lnTo>
                  <a:pt x="795303" y="130243"/>
                </a:lnTo>
                <a:lnTo>
                  <a:pt x="795832" y="130285"/>
                </a:lnTo>
                <a:lnTo>
                  <a:pt x="796366" y="130320"/>
                </a:lnTo>
                <a:lnTo>
                  <a:pt x="796904" y="130347"/>
                </a:lnTo>
                <a:lnTo>
                  <a:pt x="797447" y="130367"/>
                </a:lnTo>
                <a:lnTo>
                  <a:pt x="797994" y="130378"/>
                </a:lnTo>
                <a:lnTo>
                  <a:pt x="798546" y="130382"/>
                </a:lnTo>
                <a:lnTo>
                  <a:pt x="799446" y="130376"/>
                </a:lnTo>
                <a:lnTo>
                  <a:pt x="800339" y="130357"/>
                </a:lnTo>
                <a:lnTo>
                  <a:pt x="801223" y="130324"/>
                </a:lnTo>
                <a:lnTo>
                  <a:pt x="802100" y="130280"/>
                </a:lnTo>
                <a:lnTo>
                  <a:pt x="802968" y="130222"/>
                </a:lnTo>
                <a:lnTo>
                  <a:pt x="803829" y="130151"/>
                </a:lnTo>
                <a:lnTo>
                  <a:pt x="804682" y="130068"/>
                </a:lnTo>
                <a:lnTo>
                  <a:pt x="805527" y="129972"/>
                </a:lnTo>
                <a:lnTo>
                  <a:pt x="806364" y="129863"/>
                </a:lnTo>
                <a:lnTo>
                  <a:pt x="807193" y="129741"/>
                </a:lnTo>
                <a:lnTo>
                  <a:pt x="808014" y="129607"/>
                </a:lnTo>
                <a:lnTo>
                  <a:pt x="808828" y="129459"/>
                </a:lnTo>
                <a:lnTo>
                  <a:pt x="809633" y="129299"/>
                </a:lnTo>
                <a:lnTo>
                  <a:pt x="810431" y="129126"/>
                </a:lnTo>
                <a:lnTo>
                  <a:pt x="811221" y="128940"/>
                </a:lnTo>
                <a:lnTo>
                  <a:pt x="812002" y="128741"/>
                </a:lnTo>
                <a:lnTo>
                  <a:pt x="812776" y="128530"/>
                </a:lnTo>
                <a:lnTo>
                  <a:pt x="813542" y="128306"/>
                </a:lnTo>
                <a:lnTo>
                  <a:pt x="814300" y="128068"/>
                </a:lnTo>
                <a:lnTo>
                  <a:pt x="815050" y="127819"/>
                </a:lnTo>
                <a:lnTo>
                  <a:pt x="815793" y="127556"/>
                </a:lnTo>
                <a:lnTo>
                  <a:pt x="816527" y="127280"/>
                </a:lnTo>
                <a:lnTo>
                  <a:pt x="817254" y="126992"/>
                </a:lnTo>
                <a:lnTo>
                  <a:pt x="817972" y="126691"/>
                </a:lnTo>
                <a:lnTo>
                  <a:pt x="815872" y="107543"/>
                </a:lnTo>
                <a:lnTo>
                  <a:pt x="815338" y="107736"/>
                </a:lnTo>
                <a:lnTo>
                  <a:pt x="814814" y="107921"/>
                </a:lnTo>
                <a:lnTo>
                  <a:pt x="814301" y="108097"/>
                </a:lnTo>
                <a:lnTo>
                  <a:pt x="813799" y="108265"/>
                </a:lnTo>
                <a:lnTo>
                  <a:pt x="813307" y="108425"/>
                </a:lnTo>
                <a:lnTo>
                  <a:pt x="812826" y="108577"/>
                </a:lnTo>
                <a:lnTo>
                  <a:pt x="812355" y="108721"/>
                </a:lnTo>
                <a:lnTo>
                  <a:pt x="811895" y="108856"/>
                </a:lnTo>
                <a:lnTo>
                  <a:pt x="811446" y="108983"/>
                </a:lnTo>
                <a:lnTo>
                  <a:pt x="811008" y="109102"/>
                </a:lnTo>
                <a:lnTo>
                  <a:pt x="810580" y="109213"/>
                </a:lnTo>
                <a:lnTo>
                  <a:pt x="810162" y="109315"/>
                </a:lnTo>
                <a:lnTo>
                  <a:pt x="809756" y="109410"/>
                </a:lnTo>
                <a:lnTo>
                  <a:pt x="809360" y="109496"/>
                </a:lnTo>
                <a:lnTo>
                  <a:pt x="808974" y="109574"/>
                </a:lnTo>
                <a:lnTo>
                  <a:pt x="808599" y="109644"/>
                </a:lnTo>
                <a:lnTo>
                  <a:pt x="808235" y="109705"/>
                </a:lnTo>
                <a:lnTo>
                  <a:pt x="807882" y="109758"/>
                </a:lnTo>
                <a:lnTo>
                  <a:pt x="807539" y="109803"/>
                </a:lnTo>
                <a:lnTo>
                  <a:pt x="807207" y="109840"/>
                </a:lnTo>
                <a:lnTo>
                  <a:pt x="806885" y="109869"/>
                </a:lnTo>
                <a:lnTo>
                  <a:pt x="806574" y="109890"/>
                </a:lnTo>
                <a:lnTo>
                  <a:pt x="806274" y="109902"/>
                </a:lnTo>
                <a:lnTo>
                  <a:pt x="805984" y="109906"/>
                </a:lnTo>
                <a:lnTo>
                  <a:pt x="805781" y="109904"/>
                </a:lnTo>
                <a:lnTo>
                  <a:pt x="805581" y="109898"/>
                </a:lnTo>
                <a:lnTo>
                  <a:pt x="805383" y="109887"/>
                </a:lnTo>
                <a:lnTo>
                  <a:pt x="805188" y="109872"/>
                </a:lnTo>
                <a:lnTo>
                  <a:pt x="804995" y="109853"/>
                </a:lnTo>
                <a:lnTo>
                  <a:pt x="804805" y="109830"/>
                </a:lnTo>
                <a:lnTo>
                  <a:pt x="804618" y="109802"/>
                </a:lnTo>
                <a:lnTo>
                  <a:pt x="804433" y="109770"/>
                </a:lnTo>
                <a:lnTo>
                  <a:pt x="804251" y="109734"/>
                </a:lnTo>
                <a:lnTo>
                  <a:pt x="804071" y="109694"/>
                </a:lnTo>
                <a:lnTo>
                  <a:pt x="803894" y="109649"/>
                </a:lnTo>
                <a:lnTo>
                  <a:pt x="803720" y="109600"/>
                </a:lnTo>
                <a:lnTo>
                  <a:pt x="803548" y="109547"/>
                </a:lnTo>
                <a:lnTo>
                  <a:pt x="803379" y="109490"/>
                </a:lnTo>
                <a:lnTo>
                  <a:pt x="803212" y="109429"/>
                </a:lnTo>
                <a:lnTo>
                  <a:pt x="803048" y="109363"/>
                </a:lnTo>
                <a:lnTo>
                  <a:pt x="802886" y="109293"/>
                </a:lnTo>
                <a:lnTo>
                  <a:pt x="802727" y="109218"/>
                </a:lnTo>
                <a:lnTo>
                  <a:pt x="802571" y="109140"/>
                </a:lnTo>
                <a:lnTo>
                  <a:pt x="802417" y="109057"/>
                </a:lnTo>
                <a:lnTo>
                  <a:pt x="802266" y="108970"/>
                </a:lnTo>
                <a:lnTo>
                  <a:pt x="802117" y="108879"/>
                </a:lnTo>
                <a:lnTo>
                  <a:pt x="801971" y="108783"/>
                </a:lnTo>
                <a:lnTo>
                  <a:pt x="801827" y="108684"/>
                </a:lnTo>
                <a:lnTo>
                  <a:pt x="801687" y="108580"/>
                </a:lnTo>
                <a:lnTo>
                  <a:pt x="801552" y="108475"/>
                </a:lnTo>
                <a:lnTo>
                  <a:pt x="801420" y="108367"/>
                </a:lnTo>
                <a:lnTo>
                  <a:pt x="801293" y="108257"/>
                </a:lnTo>
                <a:lnTo>
                  <a:pt x="801170" y="108145"/>
                </a:lnTo>
                <a:lnTo>
                  <a:pt x="801051" y="108030"/>
                </a:lnTo>
                <a:lnTo>
                  <a:pt x="800936" y="107914"/>
                </a:lnTo>
                <a:lnTo>
                  <a:pt x="800826" y="107795"/>
                </a:lnTo>
                <a:lnTo>
                  <a:pt x="800720" y="107673"/>
                </a:lnTo>
                <a:lnTo>
                  <a:pt x="800618" y="107550"/>
                </a:lnTo>
                <a:lnTo>
                  <a:pt x="800521" y="107424"/>
                </a:lnTo>
                <a:lnTo>
                  <a:pt x="800427" y="107296"/>
                </a:lnTo>
                <a:lnTo>
                  <a:pt x="800338" y="107166"/>
                </a:lnTo>
                <a:lnTo>
                  <a:pt x="800254" y="107033"/>
                </a:lnTo>
                <a:lnTo>
                  <a:pt x="800173" y="106898"/>
                </a:lnTo>
                <a:lnTo>
                  <a:pt x="800097" y="106761"/>
                </a:lnTo>
                <a:lnTo>
                  <a:pt x="800025" y="106622"/>
                </a:lnTo>
                <a:lnTo>
                  <a:pt x="799957" y="106480"/>
                </a:lnTo>
                <a:lnTo>
                  <a:pt x="799894" y="106336"/>
                </a:lnTo>
                <a:lnTo>
                  <a:pt x="799834" y="106190"/>
                </a:lnTo>
                <a:lnTo>
                  <a:pt x="799779" y="106042"/>
                </a:lnTo>
                <a:lnTo>
                  <a:pt x="799729" y="105891"/>
                </a:lnTo>
                <a:lnTo>
                  <a:pt x="799682" y="105738"/>
                </a:lnTo>
                <a:lnTo>
                  <a:pt x="799640" y="105583"/>
                </a:lnTo>
                <a:lnTo>
                  <a:pt x="799601" y="105410"/>
                </a:lnTo>
                <a:lnTo>
                  <a:pt x="799563" y="105204"/>
                </a:lnTo>
                <a:lnTo>
                  <a:pt x="799527" y="104965"/>
                </a:lnTo>
                <a:lnTo>
                  <a:pt x="799493" y="104693"/>
                </a:lnTo>
                <a:lnTo>
                  <a:pt x="799460" y="104388"/>
                </a:lnTo>
                <a:lnTo>
                  <a:pt x="799429" y="104051"/>
                </a:lnTo>
                <a:lnTo>
                  <a:pt x="799400" y="103680"/>
                </a:lnTo>
                <a:lnTo>
                  <a:pt x="799372" y="103277"/>
                </a:lnTo>
                <a:lnTo>
                  <a:pt x="799347" y="102841"/>
                </a:lnTo>
                <a:lnTo>
                  <a:pt x="799322" y="102371"/>
                </a:lnTo>
                <a:lnTo>
                  <a:pt x="799300" y="101869"/>
                </a:lnTo>
                <a:lnTo>
                  <a:pt x="799279" y="101334"/>
                </a:lnTo>
                <a:lnTo>
                  <a:pt x="799260" y="100766"/>
                </a:lnTo>
                <a:lnTo>
                  <a:pt x="799242" y="100165"/>
                </a:lnTo>
                <a:lnTo>
                  <a:pt x="799226" y="99531"/>
                </a:lnTo>
                <a:lnTo>
                  <a:pt x="799212" y="98864"/>
                </a:lnTo>
                <a:lnTo>
                  <a:pt x="799199" y="98165"/>
                </a:lnTo>
                <a:lnTo>
                  <a:pt x="799189" y="97432"/>
                </a:lnTo>
                <a:lnTo>
                  <a:pt x="799179" y="96666"/>
                </a:lnTo>
                <a:lnTo>
                  <a:pt x="799172" y="95868"/>
                </a:lnTo>
                <a:lnTo>
                  <a:pt x="799166" y="95037"/>
                </a:lnTo>
                <a:lnTo>
                  <a:pt x="799162" y="94172"/>
                </a:lnTo>
                <a:lnTo>
                  <a:pt x="799159" y="93275"/>
                </a:lnTo>
                <a:lnTo>
                  <a:pt x="799159" y="92345"/>
                </a:lnTo>
                <a:lnTo>
                  <a:pt x="799159" y="54953"/>
                </a:lnTo>
                <a:lnTo>
                  <a:pt x="815959" y="54953"/>
                </a:lnTo>
                <a:lnTo>
                  <a:pt x="815959" y="35352"/>
                </a:lnTo>
                <a:lnTo>
                  <a:pt x="799159" y="35352"/>
                </a:lnTo>
                <a:lnTo>
                  <a:pt x="799159" y="2275"/>
                </a:lnTo>
                <a:lnTo>
                  <a:pt x="774482" y="16801"/>
                </a:lnTo>
                <a:lnTo>
                  <a:pt x="774482" y="35352"/>
                </a:lnTo>
                <a:lnTo>
                  <a:pt x="763194" y="35352"/>
                </a:lnTo>
                <a:close/>
                <a:moveTo>
                  <a:pt x="518393" y="93906"/>
                </a:moveTo>
                <a:lnTo>
                  <a:pt x="518418" y="92128"/>
                </a:lnTo>
                <a:lnTo>
                  <a:pt x="518450" y="90406"/>
                </a:lnTo>
                <a:lnTo>
                  <a:pt x="518489" y="88741"/>
                </a:lnTo>
                <a:lnTo>
                  <a:pt x="518536" y="87132"/>
                </a:lnTo>
                <a:lnTo>
                  <a:pt x="518589" y="85580"/>
                </a:lnTo>
                <a:lnTo>
                  <a:pt x="518650" y="84084"/>
                </a:lnTo>
                <a:lnTo>
                  <a:pt x="518718" y="82645"/>
                </a:lnTo>
                <a:lnTo>
                  <a:pt x="518793" y="81262"/>
                </a:lnTo>
                <a:lnTo>
                  <a:pt x="518875" y="79936"/>
                </a:lnTo>
                <a:lnTo>
                  <a:pt x="518964" y="78666"/>
                </a:lnTo>
                <a:lnTo>
                  <a:pt x="519061" y="77453"/>
                </a:lnTo>
                <a:lnTo>
                  <a:pt x="519164" y="76296"/>
                </a:lnTo>
                <a:lnTo>
                  <a:pt x="519275" y="75196"/>
                </a:lnTo>
                <a:lnTo>
                  <a:pt x="519393" y="74152"/>
                </a:lnTo>
                <a:lnTo>
                  <a:pt x="519518" y="73165"/>
                </a:lnTo>
                <a:lnTo>
                  <a:pt x="519650" y="72234"/>
                </a:lnTo>
                <a:lnTo>
                  <a:pt x="519789" y="71360"/>
                </a:lnTo>
                <a:lnTo>
                  <a:pt x="519935" y="70543"/>
                </a:lnTo>
                <a:lnTo>
                  <a:pt x="520089" y="69781"/>
                </a:lnTo>
                <a:lnTo>
                  <a:pt x="520249" y="69077"/>
                </a:lnTo>
                <a:lnTo>
                  <a:pt x="520417" y="68429"/>
                </a:lnTo>
                <a:lnTo>
                  <a:pt x="520591" y="67817"/>
                </a:lnTo>
                <a:lnTo>
                  <a:pt x="520771" y="67221"/>
                </a:lnTo>
                <a:lnTo>
                  <a:pt x="520955" y="66641"/>
                </a:lnTo>
                <a:lnTo>
                  <a:pt x="521145" y="66077"/>
                </a:lnTo>
                <a:lnTo>
                  <a:pt x="521341" y="65529"/>
                </a:lnTo>
                <a:lnTo>
                  <a:pt x="521541" y="64997"/>
                </a:lnTo>
                <a:lnTo>
                  <a:pt x="521747" y="64481"/>
                </a:lnTo>
                <a:lnTo>
                  <a:pt x="521958" y="63981"/>
                </a:lnTo>
                <a:lnTo>
                  <a:pt x="522175" y="63496"/>
                </a:lnTo>
                <a:lnTo>
                  <a:pt x="522397" y="63028"/>
                </a:lnTo>
                <a:lnTo>
                  <a:pt x="522624" y="62576"/>
                </a:lnTo>
                <a:lnTo>
                  <a:pt x="522856" y="62139"/>
                </a:lnTo>
                <a:lnTo>
                  <a:pt x="523094" y="61719"/>
                </a:lnTo>
                <a:lnTo>
                  <a:pt x="523337" y="61314"/>
                </a:lnTo>
                <a:lnTo>
                  <a:pt x="523586" y="60926"/>
                </a:lnTo>
                <a:lnTo>
                  <a:pt x="523840" y="60553"/>
                </a:lnTo>
                <a:lnTo>
                  <a:pt x="524099" y="60197"/>
                </a:lnTo>
                <a:lnTo>
                  <a:pt x="524363" y="59856"/>
                </a:lnTo>
                <a:lnTo>
                  <a:pt x="524633" y="59531"/>
                </a:lnTo>
                <a:lnTo>
                  <a:pt x="524908" y="59223"/>
                </a:lnTo>
                <a:lnTo>
                  <a:pt x="525188" y="58930"/>
                </a:lnTo>
                <a:lnTo>
                  <a:pt x="525474" y="58653"/>
                </a:lnTo>
                <a:lnTo>
                  <a:pt x="525765" y="58392"/>
                </a:lnTo>
                <a:lnTo>
                  <a:pt x="526061" y="58147"/>
                </a:lnTo>
                <a:lnTo>
                  <a:pt x="526363" y="57915"/>
                </a:lnTo>
                <a:lnTo>
                  <a:pt x="526670" y="57693"/>
                </a:lnTo>
                <a:lnTo>
                  <a:pt x="526983" y="57480"/>
                </a:lnTo>
                <a:lnTo>
                  <a:pt x="527301" y="57278"/>
                </a:lnTo>
                <a:lnTo>
                  <a:pt x="527625" y="57085"/>
                </a:lnTo>
                <a:lnTo>
                  <a:pt x="527954" y="56903"/>
                </a:lnTo>
                <a:lnTo>
                  <a:pt x="528288" y="56730"/>
                </a:lnTo>
                <a:lnTo>
                  <a:pt x="528628" y="56567"/>
                </a:lnTo>
                <a:lnTo>
                  <a:pt x="528974" y="56414"/>
                </a:lnTo>
                <a:lnTo>
                  <a:pt x="529325" y="56271"/>
                </a:lnTo>
                <a:lnTo>
                  <a:pt x="529681" y="56137"/>
                </a:lnTo>
                <a:lnTo>
                  <a:pt x="530043" y="56014"/>
                </a:lnTo>
                <a:lnTo>
                  <a:pt x="530410" y="55900"/>
                </a:lnTo>
                <a:lnTo>
                  <a:pt x="530783" y="55797"/>
                </a:lnTo>
                <a:lnTo>
                  <a:pt x="531161" y="55703"/>
                </a:lnTo>
                <a:lnTo>
                  <a:pt x="531545" y="55619"/>
                </a:lnTo>
                <a:lnTo>
                  <a:pt x="531934" y="55545"/>
                </a:lnTo>
                <a:lnTo>
                  <a:pt x="532329" y="55481"/>
                </a:lnTo>
                <a:lnTo>
                  <a:pt x="532729" y="55426"/>
                </a:lnTo>
                <a:lnTo>
                  <a:pt x="533135" y="55382"/>
                </a:lnTo>
                <a:lnTo>
                  <a:pt x="533546" y="55347"/>
                </a:lnTo>
                <a:lnTo>
                  <a:pt x="533962" y="55323"/>
                </a:lnTo>
                <a:lnTo>
                  <a:pt x="534384" y="55308"/>
                </a:lnTo>
                <a:lnTo>
                  <a:pt x="534812" y="55303"/>
                </a:lnTo>
                <a:lnTo>
                  <a:pt x="535258" y="55310"/>
                </a:lnTo>
                <a:lnTo>
                  <a:pt x="535708" y="55331"/>
                </a:lnTo>
                <a:lnTo>
                  <a:pt x="536160" y="55366"/>
                </a:lnTo>
                <a:lnTo>
                  <a:pt x="536615" y="55415"/>
                </a:lnTo>
                <a:lnTo>
                  <a:pt x="537074" y="55478"/>
                </a:lnTo>
                <a:lnTo>
                  <a:pt x="537535" y="55555"/>
                </a:lnTo>
                <a:lnTo>
                  <a:pt x="538000" y="55645"/>
                </a:lnTo>
                <a:lnTo>
                  <a:pt x="538468" y="55750"/>
                </a:lnTo>
                <a:lnTo>
                  <a:pt x="538938" y="55869"/>
                </a:lnTo>
                <a:lnTo>
                  <a:pt x="539412" y="56002"/>
                </a:lnTo>
                <a:lnTo>
                  <a:pt x="539889" y="56149"/>
                </a:lnTo>
                <a:lnTo>
                  <a:pt x="540368" y="56309"/>
                </a:lnTo>
                <a:lnTo>
                  <a:pt x="540851" y="56484"/>
                </a:lnTo>
                <a:lnTo>
                  <a:pt x="541337" y="56673"/>
                </a:lnTo>
                <a:lnTo>
                  <a:pt x="541826" y="56875"/>
                </a:lnTo>
                <a:lnTo>
                  <a:pt x="542318" y="57092"/>
                </a:lnTo>
                <a:lnTo>
                  <a:pt x="542813" y="57323"/>
                </a:lnTo>
                <a:lnTo>
                  <a:pt x="543311" y="57567"/>
                </a:lnTo>
                <a:lnTo>
                  <a:pt x="543812" y="57826"/>
                </a:lnTo>
                <a:lnTo>
                  <a:pt x="544316" y="58098"/>
                </a:lnTo>
                <a:lnTo>
                  <a:pt x="544823" y="58385"/>
                </a:lnTo>
                <a:lnTo>
                  <a:pt x="545333" y="58685"/>
                </a:lnTo>
                <a:lnTo>
                  <a:pt x="545846" y="59000"/>
                </a:lnTo>
                <a:lnTo>
                  <a:pt x="546362" y="59328"/>
                </a:lnTo>
                <a:lnTo>
                  <a:pt x="553975" y="37890"/>
                </a:lnTo>
                <a:lnTo>
                  <a:pt x="553325" y="37511"/>
                </a:lnTo>
                <a:lnTo>
                  <a:pt x="552673" y="37149"/>
                </a:lnTo>
                <a:lnTo>
                  <a:pt x="552019" y="36803"/>
                </a:lnTo>
                <a:lnTo>
                  <a:pt x="551362" y="36472"/>
                </a:lnTo>
                <a:lnTo>
                  <a:pt x="550704" y="36158"/>
                </a:lnTo>
                <a:lnTo>
                  <a:pt x="550043" y="35861"/>
                </a:lnTo>
                <a:lnTo>
                  <a:pt x="549380" y="35579"/>
                </a:lnTo>
                <a:lnTo>
                  <a:pt x="548715" y="35313"/>
                </a:lnTo>
                <a:lnTo>
                  <a:pt x="548048" y="35063"/>
                </a:lnTo>
                <a:lnTo>
                  <a:pt x="547379" y="34830"/>
                </a:lnTo>
                <a:lnTo>
                  <a:pt x="546708" y="34613"/>
                </a:lnTo>
                <a:lnTo>
                  <a:pt x="546034" y="34411"/>
                </a:lnTo>
                <a:lnTo>
                  <a:pt x="545359" y="34226"/>
                </a:lnTo>
                <a:lnTo>
                  <a:pt x="544681" y="34057"/>
                </a:lnTo>
                <a:lnTo>
                  <a:pt x="544001" y="33904"/>
                </a:lnTo>
                <a:lnTo>
                  <a:pt x="543319" y="33767"/>
                </a:lnTo>
                <a:lnTo>
                  <a:pt x="542635" y="33646"/>
                </a:lnTo>
                <a:lnTo>
                  <a:pt x="541949" y="33542"/>
                </a:lnTo>
                <a:lnTo>
                  <a:pt x="541261" y="33453"/>
                </a:lnTo>
                <a:lnTo>
                  <a:pt x="540570" y="33381"/>
                </a:lnTo>
                <a:lnTo>
                  <a:pt x="539878" y="33324"/>
                </a:lnTo>
                <a:lnTo>
                  <a:pt x="539183" y="33284"/>
                </a:lnTo>
                <a:lnTo>
                  <a:pt x="538486" y="33260"/>
                </a:lnTo>
                <a:lnTo>
                  <a:pt x="537787" y="33252"/>
                </a:lnTo>
                <a:lnTo>
                  <a:pt x="537293" y="33257"/>
                </a:lnTo>
                <a:lnTo>
                  <a:pt x="536804" y="33272"/>
                </a:lnTo>
                <a:lnTo>
                  <a:pt x="536319" y="33298"/>
                </a:lnTo>
                <a:lnTo>
                  <a:pt x="535839" y="33334"/>
                </a:lnTo>
                <a:lnTo>
                  <a:pt x="535363" y="33381"/>
                </a:lnTo>
                <a:lnTo>
                  <a:pt x="534891" y="33438"/>
                </a:lnTo>
                <a:lnTo>
                  <a:pt x="534424" y="33505"/>
                </a:lnTo>
                <a:lnTo>
                  <a:pt x="533961" y="33582"/>
                </a:lnTo>
                <a:lnTo>
                  <a:pt x="533503" y="33670"/>
                </a:lnTo>
                <a:lnTo>
                  <a:pt x="533049" y="33768"/>
                </a:lnTo>
                <a:lnTo>
                  <a:pt x="532599" y="33877"/>
                </a:lnTo>
                <a:lnTo>
                  <a:pt x="532154" y="33996"/>
                </a:lnTo>
                <a:lnTo>
                  <a:pt x="531713" y="34125"/>
                </a:lnTo>
                <a:lnTo>
                  <a:pt x="531277" y="34264"/>
                </a:lnTo>
                <a:lnTo>
                  <a:pt x="530845" y="34414"/>
                </a:lnTo>
                <a:lnTo>
                  <a:pt x="530417" y="34574"/>
                </a:lnTo>
                <a:lnTo>
                  <a:pt x="529994" y="34745"/>
                </a:lnTo>
                <a:lnTo>
                  <a:pt x="529575" y="34925"/>
                </a:lnTo>
                <a:lnTo>
                  <a:pt x="529161" y="35116"/>
                </a:lnTo>
                <a:lnTo>
                  <a:pt x="528751" y="35318"/>
                </a:lnTo>
                <a:lnTo>
                  <a:pt x="528345" y="35530"/>
                </a:lnTo>
                <a:lnTo>
                  <a:pt x="527944" y="35752"/>
                </a:lnTo>
                <a:lnTo>
                  <a:pt x="527547" y="35984"/>
                </a:lnTo>
                <a:lnTo>
                  <a:pt x="527155" y="36227"/>
                </a:lnTo>
                <a:lnTo>
                  <a:pt x="526763" y="36486"/>
                </a:lnTo>
                <a:lnTo>
                  <a:pt x="526367" y="36767"/>
                </a:lnTo>
                <a:lnTo>
                  <a:pt x="525966" y="37071"/>
                </a:lnTo>
                <a:lnTo>
                  <a:pt x="525562" y="37396"/>
                </a:lnTo>
                <a:lnTo>
                  <a:pt x="525153" y="37744"/>
                </a:lnTo>
                <a:lnTo>
                  <a:pt x="524741" y="38114"/>
                </a:lnTo>
                <a:lnTo>
                  <a:pt x="524324" y="38506"/>
                </a:lnTo>
                <a:lnTo>
                  <a:pt x="523903" y="38920"/>
                </a:lnTo>
                <a:lnTo>
                  <a:pt x="523478" y="39357"/>
                </a:lnTo>
                <a:lnTo>
                  <a:pt x="523049" y="39815"/>
                </a:lnTo>
                <a:lnTo>
                  <a:pt x="522616" y="40296"/>
                </a:lnTo>
                <a:lnTo>
                  <a:pt x="522178" y="40799"/>
                </a:lnTo>
                <a:lnTo>
                  <a:pt x="521737" y="41324"/>
                </a:lnTo>
                <a:lnTo>
                  <a:pt x="521291" y="41872"/>
                </a:lnTo>
                <a:lnTo>
                  <a:pt x="520842" y="42441"/>
                </a:lnTo>
                <a:lnTo>
                  <a:pt x="520388" y="43033"/>
                </a:lnTo>
                <a:lnTo>
                  <a:pt x="519930" y="43647"/>
                </a:lnTo>
                <a:lnTo>
                  <a:pt x="519468" y="44283"/>
                </a:lnTo>
                <a:lnTo>
                  <a:pt x="519002" y="44941"/>
                </a:lnTo>
                <a:lnTo>
                  <a:pt x="518532" y="45622"/>
                </a:lnTo>
                <a:lnTo>
                  <a:pt x="518058" y="46324"/>
                </a:lnTo>
                <a:lnTo>
                  <a:pt x="517580" y="47049"/>
                </a:lnTo>
                <a:lnTo>
                  <a:pt x="517097" y="47796"/>
                </a:lnTo>
                <a:lnTo>
                  <a:pt x="516611" y="48565"/>
                </a:lnTo>
                <a:lnTo>
                  <a:pt x="516611" y="35352"/>
                </a:lnTo>
                <a:lnTo>
                  <a:pt x="493772" y="35352"/>
                </a:lnTo>
                <a:lnTo>
                  <a:pt x="493772" y="128282"/>
                </a:lnTo>
                <a:lnTo>
                  <a:pt x="518361" y="128282"/>
                </a:lnTo>
                <a:lnTo>
                  <a:pt x="518361" y="99580"/>
                </a:lnTo>
                <a:lnTo>
                  <a:pt x="518364" y="97633"/>
                </a:lnTo>
                <a:lnTo>
                  <a:pt x="518375" y="95741"/>
                </a:lnTo>
                <a:lnTo>
                  <a:pt x="518393" y="93906"/>
                </a:lnTo>
                <a:close/>
                <a:moveTo>
                  <a:pt x="25860" y="61468"/>
                </a:moveTo>
                <a:lnTo>
                  <a:pt x="26076" y="60992"/>
                </a:lnTo>
                <a:lnTo>
                  <a:pt x="26298" y="60530"/>
                </a:lnTo>
                <a:lnTo>
                  <a:pt x="26524" y="60082"/>
                </a:lnTo>
                <a:lnTo>
                  <a:pt x="26755" y="59648"/>
                </a:lnTo>
                <a:lnTo>
                  <a:pt x="26990" y="59228"/>
                </a:lnTo>
                <a:lnTo>
                  <a:pt x="27231" y="58821"/>
                </a:lnTo>
                <a:lnTo>
                  <a:pt x="27477" y="58429"/>
                </a:lnTo>
                <a:lnTo>
                  <a:pt x="27727" y="58050"/>
                </a:lnTo>
                <a:lnTo>
                  <a:pt x="27982" y="57685"/>
                </a:lnTo>
                <a:lnTo>
                  <a:pt x="28242" y="57333"/>
                </a:lnTo>
                <a:lnTo>
                  <a:pt x="28507" y="56996"/>
                </a:lnTo>
                <a:lnTo>
                  <a:pt x="28777" y="56672"/>
                </a:lnTo>
                <a:lnTo>
                  <a:pt x="29052" y="56363"/>
                </a:lnTo>
                <a:lnTo>
                  <a:pt x="29331" y="56067"/>
                </a:lnTo>
                <a:lnTo>
                  <a:pt x="29616" y="55785"/>
                </a:lnTo>
                <a:lnTo>
                  <a:pt x="29905" y="55516"/>
                </a:lnTo>
                <a:lnTo>
                  <a:pt x="30199" y="55262"/>
                </a:lnTo>
                <a:lnTo>
                  <a:pt x="30498" y="55021"/>
                </a:lnTo>
                <a:lnTo>
                  <a:pt x="30802" y="54794"/>
                </a:lnTo>
                <a:lnTo>
                  <a:pt x="31113" y="54579"/>
                </a:lnTo>
                <a:lnTo>
                  <a:pt x="31434" y="54372"/>
                </a:lnTo>
                <a:lnTo>
                  <a:pt x="31766" y="54175"/>
                </a:lnTo>
                <a:lnTo>
                  <a:pt x="32107" y="53987"/>
                </a:lnTo>
                <a:lnTo>
                  <a:pt x="32458" y="53808"/>
                </a:lnTo>
                <a:lnTo>
                  <a:pt x="32820" y="53639"/>
                </a:lnTo>
                <a:lnTo>
                  <a:pt x="33191" y="53478"/>
                </a:lnTo>
                <a:lnTo>
                  <a:pt x="33573" y="53327"/>
                </a:lnTo>
                <a:lnTo>
                  <a:pt x="33964" y="53185"/>
                </a:lnTo>
                <a:lnTo>
                  <a:pt x="34366" y="53052"/>
                </a:lnTo>
                <a:lnTo>
                  <a:pt x="34777" y="52928"/>
                </a:lnTo>
                <a:lnTo>
                  <a:pt x="35199" y="52813"/>
                </a:lnTo>
                <a:lnTo>
                  <a:pt x="35630" y="52708"/>
                </a:lnTo>
                <a:lnTo>
                  <a:pt x="36072" y="52611"/>
                </a:lnTo>
                <a:lnTo>
                  <a:pt x="36524" y="52524"/>
                </a:lnTo>
                <a:lnTo>
                  <a:pt x="36985" y="52446"/>
                </a:lnTo>
                <a:lnTo>
                  <a:pt x="37457" y="52378"/>
                </a:lnTo>
                <a:lnTo>
                  <a:pt x="37939" y="52318"/>
                </a:lnTo>
                <a:lnTo>
                  <a:pt x="38431" y="52268"/>
                </a:lnTo>
                <a:lnTo>
                  <a:pt x="38932" y="52226"/>
                </a:lnTo>
                <a:lnTo>
                  <a:pt x="39444" y="52194"/>
                </a:lnTo>
                <a:lnTo>
                  <a:pt x="39966" y="52171"/>
                </a:lnTo>
                <a:lnTo>
                  <a:pt x="40498" y="52157"/>
                </a:lnTo>
                <a:lnTo>
                  <a:pt x="41040" y="52153"/>
                </a:lnTo>
                <a:lnTo>
                  <a:pt x="41838" y="52158"/>
                </a:lnTo>
                <a:lnTo>
                  <a:pt x="42615" y="52174"/>
                </a:lnTo>
                <a:lnTo>
                  <a:pt x="43371" y="52201"/>
                </a:lnTo>
                <a:lnTo>
                  <a:pt x="44105" y="52238"/>
                </a:lnTo>
                <a:lnTo>
                  <a:pt x="44817" y="52285"/>
                </a:lnTo>
                <a:lnTo>
                  <a:pt x="45508" y="52344"/>
                </a:lnTo>
                <a:lnTo>
                  <a:pt x="46177" y="52413"/>
                </a:lnTo>
                <a:lnTo>
                  <a:pt x="46825" y="52492"/>
                </a:lnTo>
                <a:lnTo>
                  <a:pt x="47451" y="52582"/>
                </a:lnTo>
                <a:lnTo>
                  <a:pt x="48055" y="52683"/>
                </a:lnTo>
                <a:lnTo>
                  <a:pt x="48638" y="52795"/>
                </a:lnTo>
                <a:lnTo>
                  <a:pt x="49200" y="52916"/>
                </a:lnTo>
                <a:lnTo>
                  <a:pt x="49739" y="53049"/>
                </a:lnTo>
                <a:lnTo>
                  <a:pt x="50258" y="53192"/>
                </a:lnTo>
                <a:lnTo>
                  <a:pt x="50754" y="53346"/>
                </a:lnTo>
                <a:lnTo>
                  <a:pt x="51229" y="53510"/>
                </a:lnTo>
                <a:lnTo>
                  <a:pt x="51683" y="53685"/>
                </a:lnTo>
                <a:lnTo>
                  <a:pt x="52115" y="53871"/>
                </a:lnTo>
                <a:lnTo>
                  <a:pt x="52525" y="54067"/>
                </a:lnTo>
                <a:lnTo>
                  <a:pt x="52914" y="54274"/>
                </a:lnTo>
                <a:lnTo>
                  <a:pt x="53281" y="54491"/>
                </a:lnTo>
                <a:lnTo>
                  <a:pt x="53626" y="54719"/>
                </a:lnTo>
                <a:lnTo>
                  <a:pt x="53951" y="54958"/>
                </a:lnTo>
                <a:lnTo>
                  <a:pt x="54253" y="55207"/>
                </a:lnTo>
                <a:lnTo>
                  <a:pt x="54539" y="55469"/>
                </a:lnTo>
                <a:lnTo>
                  <a:pt x="54812" y="55745"/>
                </a:lnTo>
                <a:lnTo>
                  <a:pt x="55073" y="56035"/>
                </a:lnTo>
                <a:lnTo>
                  <a:pt x="55322" y="56339"/>
                </a:lnTo>
                <a:lnTo>
                  <a:pt x="55559" y="56657"/>
                </a:lnTo>
                <a:lnTo>
                  <a:pt x="55784" y="56990"/>
                </a:lnTo>
                <a:lnTo>
                  <a:pt x="55997" y="57338"/>
                </a:lnTo>
                <a:lnTo>
                  <a:pt x="56198" y="57699"/>
                </a:lnTo>
                <a:lnTo>
                  <a:pt x="56386" y="58075"/>
                </a:lnTo>
                <a:lnTo>
                  <a:pt x="56562" y="58465"/>
                </a:lnTo>
                <a:lnTo>
                  <a:pt x="56726" y="58869"/>
                </a:lnTo>
                <a:lnTo>
                  <a:pt x="56878" y="59288"/>
                </a:lnTo>
                <a:lnTo>
                  <a:pt x="57018" y="59721"/>
                </a:lnTo>
                <a:lnTo>
                  <a:pt x="57145" y="60168"/>
                </a:lnTo>
                <a:lnTo>
                  <a:pt x="57261" y="60630"/>
                </a:lnTo>
                <a:lnTo>
                  <a:pt x="57364" y="61105"/>
                </a:lnTo>
                <a:lnTo>
                  <a:pt x="57455" y="61595"/>
                </a:lnTo>
                <a:lnTo>
                  <a:pt x="57534" y="62100"/>
                </a:lnTo>
                <a:lnTo>
                  <a:pt x="57601" y="62619"/>
                </a:lnTo>
                <a:lnTo>
                  <a:pt x="57656" y="63151"/>
                </a:lnTo>
                <a:lnTo>
                  <a:pt x="57698" y="63699"/>
                </a:lnTo>
                <a:lnTo>
                  <a:pt x="57729" y="64260"/>
                </a:lnTo>
                <a:lnTo>
                  <a:pt x="57747" y="64836"/>
                </a:lnTo>
                <a:lnTo>
                  <a:pt x="57753" y="65426"/>
                </a:lnTo>
                <a:lnTo>
                  <a:pt x="57753" y="67904"/>
                </a:lnTo>
                <a:lnTo>
                  <a:pt x="57181" y="68137"/>
                </a:lnTo>
                <a:lnTo>
                  <a:pt x="56571" y="68372"/>
                </a:lnTo>
                <a:lnTo>
                  <a:pt x="55925" y="68608"/>
                </a:lnTo>
                <a:lnTo>
                  <a:pt x="55242" y="68846"/>
                </a:lnTo>
                <a:lnTo>
                  <a:pt x="54523" y="69085"/>
                </a:lnTo>
                <a:lnTo>
                  <a:pt x="53766" y="69326"/>
                </a:lnTo>
                <a:lnTo>
                  <a:pt x="52973" y="69568"/>
                </a:lnTo>
                <a:lnTo>
                  <a:pt x="52143" y="69812"/>
                </a:lnTo>
                <a:lnTo>
                  <a:pt x="51276" y="70057"/>
                </a:lnTo>
                <a:lnTo>
                  <a:pt x="50373" y="70304"/>
                </a:lnTo>
                <a:lnTo>
                  <a:pt x="49433" y="70552"/>
                </a:lnTo>
                <a:lnTo>
                  <a:pt x="48456" y="70802"/>
                </a:lnTo>
                <a:lnTo>
                  <a:pt x="47442" y="71053"/>
                </a:lnTo>
                <a:lnTo>
                  <a:pt x="46392" y="71306"/>
                </a:lnTo>
                <a:lnTo>
                  <a:pt x="45304" y="71560"/>
                </a:lnTo>
                <a:lnTo>
                  <a:pt x="44180" y="71816"/>
                </a:lnTo>
                <a:lnTo>
                  <a:pt x="43019" y="72073"/>
                </a:lnTo>
                <a:lnTo>
                  <a:pt x="41822" y="72332"/>
                </a:lnTo>
                <a:lnTo>
                  <a:pt x="40587" y="72592"/>
                </a:lnTo>
                <a:lnTo>
                  <a:pt x="39316" y="72854"/>
                </a:lnTo>
                <a:lnTo>
                  <a:pt x="38009" y="73118"/>
                </a:lnTo>
                <a:lnTo>
                  <a:pt x="36664" y="73383"/>
                </a:lnTo>
                <a:lnTo>
                  <a:pt x="35283" y="73649"/>
                </a:lnTo>
                <a:lnTo>
                  <a:pt x="33864" y="73917"/>
                </a:lnTo>
                <a:lnTo>
                  <a:pt x="32810" y="74122"/>
                </a:lnTo>
                <a:lnTo>
                  <a:pt x="31777" y="74329"/>
                </a:lnTo>
                <a:lnTo>
                  <a:pt x="30764" y="74540"/>
                </a:lnTo>
                <a:lnTo>
                  <a:pt x="29772" y="74753"/>
                </a:lnTo>
                <a:lnTo>
                  <a:pt x="28801" y="74969"/>
                </a:lnTo>
                <a:lnTo>
                  <a:pt x="27851" y="75188"/>
                </a:lnTo>
                <a:lnTo>
                  <a:pt x="26922" y="75410"/>
                </a:lnTo>
                <a:lnTo>
                  <a:pt x="26013" y="75635"/>
                </a:lnTo>
                <a:lnTo>
                  <a:pt x="25125" y="75863"/>
                </a:lnTo>
                <a:lnTo>
                  <a:pt x="24259" y="76093"/>
                </a:lnTo>
                <a:lnTo>
                  <a:pt x="23412" y="76327"/>
                </a:lnTo>
                <a:lnTo>
                  <a:pt x="22587" y="76563"/>
                </a:lnTo>
                <a:lnTo>
                  <a:pt x="21783" y="76803"/>
                </a:lnTo>
                <a:lnTo>
                  <a:pt x="20999" y="77045"/>
                </a:lnTo>
                <a:lnTo>
                  <a:pt x="20236" y="77290"/>
                </a:lnTo>
                <a:lnTo>
                  <a:pt x="19494" y="77537"/>
                </a:lnTo>
                <a:lnTo>
                  <a:pt x="18773" y="77788"/>
                </a:lnTo>
                <a:lnTo>
                  <a:pt x="18072" y="78042"/>
                </a:lnTo>
                <a:lnTo>
                  <a:pt x="17393" y="78298"/>
                </a:lnTo>
                <a:lnTo>
                  <a:pt x="16734" y="78558"/>
                </a:lnTo>
                <a:lnTo>
                  <a:pt x="16096" y="78820"/>
                </a:lnTo>
                <a:lnTo>
                  <a:pt x="15479" y="79085"/>
                </a:lnTo>
                <a:lnTo>
                  <a:pt x="14883" y="79353"/>
                </a:lnTo>
                <a:lnTo>
                  <a:pt x="14307" y="79624"/>
                </a:lnTo>
                <a:lnTo>
                  <a:pt x="13747" y="79901"/>
                </a:lnTo>
                <a:lnTo>
                  <a:pt x="13198" y="80188"/>
                </a:lnTo>
                <a:lnTo>
                  <a:pt x="12659" y="80486"/>
                </a:lnTo>
                <a:lnTo>
                  <a:pt x="12130" y="80793"/>
                </a:lnTo>
                <a:lnTo>
                  <a:pt x="11612" y="81110"/>
                </a:lnTo>
                <a:lnTo>
                  <a:pt x="11105" y="81438"/>
                </a:lnTo>
                <a:lnTo>
                  <a:pt x="10608" y="81775"/>
                </a:lnTo>
                <a:lnTo>
                  <a:pt x="10121" y="82122"/>
                </a:lnTo>
                <a:lnTo>
                  <a:pt x="9645" y="82479"/>
                </a:lnTo>
                <a:lnTo>
                  <a:pt x="9180" y="82846"/>
                </a:lnTo>
                <a:lnTo>
                  <a:pt x="8725" y="83224"/>
                </a:lnTo>
                <a:lnTo>
                  <a:pt x="8280" y="83611"/>
                </a:lnTo>
                <a:lnTo>
                  <a:pt x="7846" y="84008"/>
                </a:lnTo>
                <a:lnTo>
                  <a:pt x="7422" y="84415"/>
                </a:lnTo>
                <a:lnTo>
                  <a:pt x="7009" y="84832"/>
                </a:lnTo>
                <a:lnTo>
                  <a:pt x="6607" y="85259"/>
                </a:lnTo>
                <a:lnTo>
                  <a:pt x="6214" y="85697"/>
                </a:lnTo>
                <a:lnTo>
                  <a:pt x="5833" y="86144"/>
                </a:lnTo>
                <a:lnTo>
                  <a:pt x="5462" y="86601"/>
                </a:lnTo>
                <a:lnTo>
                  <a:pt x="5101" y="87068"/>
                </a:lnTo>
                <a:lnTo>
                  <a:pt x="4751" y="87545"/>
                </a:lnTo>
                <a:lnTo>
                  <a:pt x="4411" y="88032"/>
                </a:lnTo>
                <a:lnTo>
                  <a:pt x="4082" y="88529"/>
                </a:lnTo>
                <a:lnTo>
                  <a:pt x="3763" y="89036"/>
                </a:lnTo>
                <a:lnTo>
                  <a:pt x="3456" y="89551"/>
                </a:lnTo>
                <a:lnTo>
                  <a:pt x="3162" y="90072"/>
                </a:lnTo>
                <a:lnTo>
                  <a:pt x="2881" y="90598"/>
                </a:lnTo>
                <a:lnTo>
                  <a:pt x="2613" y="91131"/>
                </a:lnTo>
                <a:lnTo>
                  <a:pt x="2358" y="91669"/>
                </a:lnTo>
                <a:lnTo>
                  <a:pt x="2117" y="92213"/>
                </a:lnTo>
                <a:lnTo>
                  <a:pt x="1888" y="92764"/>
                </a:lnTo>
                <a:lnTo>
                  <a:pt x="1672" y="93320"/>
                </a:lnTo>
                <a:lnTo>
                  <a:pt x="1470" y="93882"/>
                </a:lnTo>
                <a:lnTo>
                  <a:pt x="1280" y="94450"/>
                </a:lnTo>
                <a:lnTo>
                  <a:pt x="1104" y="95023"/>
                </a:lnTo>
                <a:lnTo>
                  <a:pt x="941" y="95603"/>
                </a:lnTo>
                <a:lnTo>
                  <a:pt x="790" y="96189"/>
                </a:lnTo>
                <a:lnTo>
                  <a:pt x="653" y="96780"/>
                </a:lnTo>
                <a:lnTo>
                  <a:pt x="529" y="97378"/>
                </a:lnTo>
                <a:lnTo>
                  <a:pt x="418" y="97981"/>
                </a:lnTo>
                <a:lnTo>
                  <a:pt x="320" y="98590"/>
                </a:lnTo>
                <a:lnTo>
                  <a:pt x="235" y="99205"/>
                </a:lnTo>
                <a:lnTo>
                  <a:pt x="163" y="99827"/>
                </a:lnTo>
                <a:lnTo>
                  <a:pt x="105" y="100454"/>
                </a:lnTo>
                <a:lnTo>
                  <a:pt x="59" y="101086"/>
                </a:lnTo>
                <a:lnTo>
                  <a:pt x="26" y="101725"/>
                </a:lnTo>
                <a:lnTo>
                  <a:pt x="7" y="102370"/>
                </a:lnTo>
                <a:lnTo>
                  <a:pt x="0" y="103020"/>
                </a:lnTo>
                <a:lnTo>
                  <a:pt x="14" y="104001"/>
                </a:lnTo>
                <a:lnTo>
                  <a:pt x="57" y="104967"/>
                </a:lnTo>
                <a:lnTo>
                  <a:pt x="129" y="105919"/>
                </a:lnTo>
                <a:lnTo>
                  <a:pt x="230" y="106857"/>
                </a:lnTo>
                <a:lnTo>
                  <a:pt x="359" y="107781"/>
                </a:lnTo>
                <a:lnTo>
                  <a:pt x="517" y="108690"/>
                </a:lnTo>
                <a:lnTo>
                  <a:pt x="703" y="109585"/>
                </a:lnTo>
                <a:lnTo>
                  <a:pt x="919" y="110466"/>
                </a:lnTo>
                <a:lnTo>
                  <a:pt x="1163" y="111333"/>
                </a:lnTo>
                <a:lnTo>
                  <a:pt x="1436" y="112186"/>
                </a:lnTo>
                <a:lnTo>
                  <a:pt x="1737" y="113024"/>
                </a:lnTo>
                <a:lnTo>
                  <a:pt x="2067" y="113848"/>
                </a:lnTo>
                <a:lnTo>
                  <a:pt x="2426" y="114658"/>
                </a:lnTo>
                <a:lnTo>
                  <a:pt x="2814" y="115453"/>
                </a:lnTo>
                <a:lnTo>
                  <a:pt x="3230" y="116235"/>
                </a:lnTo>
                <a:lnTo>
                  <a:pt x="3675" y="117002"/>
                </a:lnTo>
                <a:lnTo>
                  <a:pt x="4149" y="117755"/>
                </a:lnTo>
                <a:lnTo>
                  <a:pt x="4651" y="118493"/>
                </a:lnTo>
                <a:lnTo>
                  <a:pt x="5183" y="119218"/>
                </a:lnTo>
                <a:lnTo>
                  <a:pt x="5743" y="119928"/>
                </a:lnTo>
                <a:lnTo>
                  <a:pt x="6331" y="120624"/>
                </a:lnTo>
                <a:lnTo>
                  <a:pt x="6948" y="121306"/>
                </a:lnTo>
                <a:lnTo>
                  <a:pt x="7594" y="121974"/>
                </a:lnTo>
                <a:lnTo>
                  <a:pt x="8269" y="122627"/>
                </a:lnTo>
                <a:lnTo>
                  <a:pt x="8969" y="123260"/>
                </a:lnTo>
                <a:lnTo>
                  <a:pt x="9690" y="123866"/>
                </a:lnTo>
                <a:lnTo>
                  <a:pt x="10432" y="124445"/>
                </a:lnTo>
                <a:lnTo>
                  <a:pt x="11195" y="124997"/>
                </a:lnTo>
                <a:lnTo>
                  <a:pt x="11979" y="125522"/>
                </a:lnTo>
                <a:lnTo>
                  <a:pt x="12784" y="126020"/>
                </a:lnTo>
                <a:lnTo>
                  <a:pt x="13610" y="126491"/>
                </a:lnTo>
                <a:lnTo>
                  <a:pt x="14458" y="126935"/>
                </a:lnTo>
                <a:lnTo>
                  <a:pt x="15326" y="127353"/>
                </a:lnTo>
                <a:lnTo>
                  <a:pt x="16216" y="127743"/>
                </a:lnTo>
                <a:lnTo>
                  <a:pt x="17127" y="128107"/>
                </a:lnTo>
                <a:lnTo>
                  <a:pt x="18059" y="128443"/>
                </a:lnTo>
                <a:lnTo>
                  <a:pt x="19012" y="128753"/>
                </a:lnTo>
                <a:lnTo>
                  <a:pt x="19986" y="129036"/>
                </a:lnTo>
                <a:lnTo>
                  <a:pt x="20981" y="129292"/>
                </a:lnTo>
                <a:lnTo>
                  <a:pt x="21998" y="129520"/>
                </a:lnTo>
                <a:lnTo>
                  <a:pt x="23035" y="129722"/>
                </a:lnTo>
                <a:lnTo>
                  <a:pt x="24094" y="129897"/>
                </a:lnTo>
                <a:lnTo>
                  <a:pt x="25174" y="130046"/>
                </a:lnTo>
                <a:lnTo>
                  <a:pt x="26275" y="130167"/>
                </a:lnTo>
                <a:lnTo>
                  <a:pt x="27397" y="130261"/>
                </a:lnTo>
                <a:lnTo>
                  <a:pt x="28540" y="130328"/>
                </a:lnTo>
                <a:lnTo>
                  <a:pt x="29704" y="130369"/>
                </a:lnTo>
                <a:lnTo>
                  <a:pt x="30889" y="130382"/>
                </a:lnTo>
                <a:lnTo>
                  <a:pt x="31566" y="130377"/>
                </a:lnTo>
                <a:lnTo>
                  <a:pt x="32239" y="130361"/>
                </a:lnTo>
                <a:lnTo>
                  <a:pt x="32909" y="130334"/>
                </a:lnTo>
                <a:lnTo>
                  <a:pt x="33575" y="130297"/>
                </a:lnTo>
                <a:lnTo>
                  <a:pt x="34238" y="130249"/>
                </a:lnTo>
                <a:lnTo>
                  <a:pt x="34898" y="130191"/>
                </a:lnTo>
                <a:lnTo>
                  <a:pt x="35554" y="130122"/>
                </a:lnTo>
                <a:lnTo>
                  <a:pt x="36208" y="130042"/>
                </a:lnTo>
                <a:lnTo>
                  <a:pt x="36857" y="129951"/>
                </a:lnTo>
                <a:lnTo>
                  <a:pt x="37504" y="129850"/>
                </a:lnTo>
                <a:lnTo>
                  <a:pt x="38147" y="129739"/>
                </a:lnTo>
                <a:lnTo>
                  <a:pt x="38787" y="129616"/>
                </a:lnTo>
                <a:lnTo>
                  <a:pt x="39423" y="129484"/>
                </a:lnTo>
                <a:lnTo>
                  <a:pt x="40056" y="129340"/>
                </a:lnTo>
                <a:lnTo>
                  <a:pt x="40686" y="129186"/>
                </a:lnTo>
                <a:lnTo>
                  <a:pt x="41312" y="129021"/>
                </a:lnTo>
                <a:lnTo>
                  <a:pt x="41935" y="128845"/>
                </a:lnTo>
                <a:lnTo>
                  <a:pt x="42555" y="128659"/>
                </a:lnTo>
                <a:lnTo>
                  <a:pt x="43171" y="128463"/>
                </a:lnTo>
                <a:lnTo>
                  <a:pt x="43784" y="128255"/>
                </a:lnTo>
                <a:lnTo>
                  <a:pt x="44394" y="128037"/>
                </a:lnTo>
                <a:lnTo>
                  <a:pt x="45000" y="127809"/>
                </a:lnTo>
                <a:lnTo>
                  <a:pt x="45603" y="127569"/>
                </a:lnTo>
                <a:lnTo>
                  <a:pt x="46203" y="127319"/>
                </a:lnTo>
                <a:lnTo>
                  <a:pt x="46799" y="127059"/>
                </a:lnTo>
                <a:lnTo>
                  <a:pt x="47392" y="126788"/>
                </a:lnTo>
                <a:lnTo>
                  <a:pt x="47983" y="126506"/>
                </a:lnTo>
                <a:lnTo>
                  <a:pt x="48570" y="126214"/>
                </a:lnTo>
                <a:lnTo>
                  <a:pt x="49154" y="125910"/>
                </a:lnTo>
                <a:lnTo>
                  <a:pt x="49736" y="125597"/>
                </a:lnTo>
                <a:lnTo>
                  <a:pt x="50314" y="125272"/>
                </a:lnTo>
                <a:lnTo>
                  <a:pt x="50889" y="124937"/>
                </a:lnTo>
                <a:lnTo>
                  <a:pt x="51461" y="124592"/>
                </a:lnTo>
                <a:lnTo>
                  <a:pt x="52030" y="124236"/>
                </a:lnTo>
                <a:lnTo>
                  <a:pt x="52596" y="123869"/>
                </a:lnTo>
                <a:lnTo>
                  <a:pt x="53159" y="123491"/>
                </a:lnTo>
                <a:lnTo>
                  <a:pt x="53719" y="123103"/>
                </a:lnTo>
                <a:lnTo>
                  <a:pt x="54276" y="122704"/>
                </a:lnTo>
                <a:lnTo>
                  <a:pt x="54830" y="122295"/>
                </a:lnTo>
                <a:lnTo>
                  <a:pt x="55381" y="121875"/>
                </a:lnTo>
                <a:lnTo>
                  <a:pt x="55929" y="121444"/>
                </a:lnTo>
                <a:lnTo>
                  <a:pt x="56473" y="121003"/>
                </a:lnTo>
                <a:lnTo>
                  <a:pt x="57015" y="120551"/>
                </a:lnTo>
                <a:lnTo>
                  <a:pt x="57554" y="120088"/>
                </a:lnTo>
                <a:lnTo>
                  <a:pt x="58090" y="119615"/>
                </a:lnTo>
                <a:lnTo>
                  <a:pt x="58622" y="119131"/>
                </a:lnTo>
                <a:lnTo>
                  <a:pt x="59152" y="118637"/>
                </a:lnTo>
                <a:lnTo>
                  <a:pt x="59678" y="118131"/>
                </a:lnTo>
                <a:lnTo>
                  <a:pt x="59701" y="118192"/>
                </a:lnTo>
                <a:lnTo>
                  <a:pt x="59724" y="118258"/>
                </a:lnTo>
                <a:lnTo>
                  <a:pt x="59749" y="118330"/>
                </a:lnTo>
                <a:lnTo>
                  <a:pt x="59775" y="118406"/>
                </a:lnTo>
                <a:lnTo>
                  <a:pt x="59803" y="118488"/>
                </a:lnTo>
                <a:lnTo>
                  <a:pt x="59831" y="118574"/>
                </a:lnTo>
                <a:lnTo>
                  <a:pt x="59861" y="118666"/>
                </a:lnTo>
                <a:lnTo>
                  <a:pt x="59892" y="118763"/>
                </a:lnTo>
                <a:lnTo>
                  <a:pt x="59924" y="118866"/>
                </a:lnTo>
                <a:lnTo>
                  <a:pt x="59958" y="118973"/>
                </a:lnTo>
                <a:lnTo>
                  <a:pt x="59992" y="119086"/>
                </a:lnTo>
                <a:lnTo>
                  <a:pt x="60028" y="119203"/>
                </a:lnTo>
                <a:lnTo>
                  <a:pt x="60065" y="119326"/>
                </a:lnTo>
                <a:lnTo>
                  <a:pt x="60104" y="119454"/>
                </a:lnTo>
                <a:lnTo>
                  <a:pt x="60143" y="119588"/>
                </a:lnTo>
                <a:lnTo>
                  <a:pt x="60184" y="119726"/>
                </a:lnTo>
                <a:lnTo>
                  <a:pt x="60226" y="119870"/>
                </a:lnTo>
                <a:lnTo>
                  <a:pt x="60269" y="120018"/>
                </a:lnTo>
                <a:lnTo>
                  <a:pt x="60313" y="120172"/>
                </a:lnTo>
                <a:lnTo>
                  <a:pt x="60359" y="120331"/>
                </a:lnTo>
                <a:lnTo>
                  <a:pt x="60406" y="120495"/>
                </a:lnTo>
                <a:lnTo>
                  <a:pt x="60454" y="120665"/>
                </a:lnTo>
                <a:lnTo>
                  <a:pt x="60503" y="120839"/>
                </a:lnTo>
                <a:lnTo>
                  <a:pt x="60553" y="121019"/>
                </a:lnTo>
                <a:lnTo>
                  <a:pt x="60669" y="121416"/>
                </a:lnTo>
                <a:lnTo>
                  <a:pt x="60784" y="121805"/>
                </a:lnTo>
                <a:lnTo>
                  <a:pt x="60897" y="122185"/>
                </a:lnTo>
                <a:lnTo>
                  <a:pt x="61008" y="122558"/>
                </a:lnTo>
                <a:lnTo>
                  <a:pt x="61118" y="122922"/>
                </a:lnTo>
                <a:lnTo>
                  <a:pt x="61226" y="123278"/>
                </a:lnTo>
                <a:lnTo>
                  <a:pt x="61333" y="123626"/>
                </a:lnTo>
                <a:lnTo>
                  <a:pt x="61438" y="123965"/>
                </a:lnTo>
                <a:lnTo>
                  <a:pt x="61542" y="124296"/>
                </a:lnTo>
                <a:lnTo>
                  <a:pt x="61644" y="124620"/>
                </a:lnTo>
                <a:lnTo>
                  <a:pt x="61745" y="124935"/>
                </a:lnTo>
                <a:lnTo>
                  <a:pt x="61844" y="125241"/>
                </a:lnTo>
                <a:lnTo>
                  <a:pt x="61942" y="125540"/>
                </a:lnTo>
                <a:lnTo>
                  <a:pt x="62038" y="125830"/>
                </a:lnTo>
                <a:lnTo>
                  <a:pt x="62133" y="126112"/>
                </a:lnTo>
                <a:lnTo>
                  <a:pt x="62226" y="126386"/>
                </a:lnTo>
                <a:lnTo>
                  <a:pt x="62317" y="126652"/>
                </a:lnTo>
                <a:lnTo>
                  <a:pt x="62407" y="126909"/>
                </a:lnTo>
                <a:lnTo>
                  <a:pt x="62496" y="127159"/>
                </a:lnTo>
                <a:lnTo>
                  <a:pt x="62583" y="127400"/>
                </a:lnTo>
                <a:lnTo>
                  <a:pt x="62668" y="127633"/>
                </a:lnTo>
                <a:lnTo>
                  <a:pt x="62752" y="127857"/>
                </a:lnTo>
                <a:lnTo>
                  <a:pt x="62835" y="128074"/>
                </a:lnTo>
                <a:lnTo>
                  <a:pt x="62916" y="128282"/>
                </a:lnTo>
                <a:lnTo>
                  <a:pt x="87242" y="128282"/>
                </a:lnTo>
                <a:lnTo>
                  <a:pt x="86976" y="127729"/>
                </a:lnTo>
                <a:lnTo>
                  <a:pt x="86717" y="127179"/>
                </a:lnTo>
                <a:lnTo>
                  <a:pt x="86465" y="126632"/>
                </a:lnTo>
                <a:lnTo>
                  <a:pt x="86220" y="126088"/>
                </a:lnTo>
                <a:lnTo>
                  <a:pt x="85983" y="125547"/>
                </a:lnTo>
                <a:lnTo>
                  <a:pt x="85752" y="125009"/>
                </a:lnTo>
                <a:lnTo>
                  <a:pt x="85529" y="124473"/>
                </a:lnTo>
                <a:lnTo>
                  <a:pt x="85312" y="123941"/>
                </a:lnTo>
                <a:lnTo>
                  <a:pt x="85103" y="123411"/>
                </a:lnTo>
                <a:lnTo>
                  <a:pt x="84901" y="122884"/>
                </a:lnTo>
                <a:lnTo>
                  <a:pt x="84706" y="122360"/>
                </a:lnTo>
                <a:lnTo>
                  <a:pt x="84519" y="121839"/>
                </a:lnTo>
                <a:lnTo>
                  <a:pt x="84338" y="121321"/>
                </a:lnTo>
                <a:lnTo>
                  <a:pt x="84165" y="120806"/>
                </a:lnTo>
                <a:lnTo>
                  <a:pt x="83998" y="120294"/>
                </a:lnTo>
                <a:lnTo>
                  <a:pt x="83839" y="119784"/>
                </a:lnTo>
                <a:lnTo>
                  <a:pt x="83687" y="119278"/>
                </a:lnTo>
                <a:lnTo>
                  <a:pt x="83542" y="118774"/>
                </a:lnTo>
                <a:lnTo>
                  <a:pt x="83405" y="118273"/>
                </a:lnTo>
                <a:lnTo>
                  <a:pt x="83274" y="117775"/>
                </a:lnTo>
                <a:lnTo>
                  <a:pt x="83151" y="117280"/>
                </a:lnTo>
                <a:lnTo>
                  <a:pt x="83034" y="116788"/>
                </a:lnTo>
                <a:lnTo>
                  <a:pt x="82925" y="116299"/>
                </a:lnTo>
                <a:lnTo>
                  <a:pt x="82823" y="115813"/>
                </a:lnTo>
                <a:lnTo>
                  <a:pt x="82727" y="115317"/>
                </a:lnTo>
                <a:lnTo>
                  <a:pt x="82635" y="114798"/>
                </a:lnTo>
                <a:lnTo>
                  <a:pt x="82546" y="114257"/>
                </a:lnTo>
                <a:lnTo>
                  <a:pt x="82462" y="113694"/>
                </a:lnTo>
                <a:lnTo>
                  <a:pt x="82382" y="113109"/>
                </a:lnTo>
                <a:lnTo>
                  <a:pt x="82306" y="112501"/>
                </a:lnTo>
                <a:lnTo>
                  <a:pt x="82235" y="111871"/>
                </a:lnTo>
                <a:lnTo>
                  <a:pt x="82167" y="111219"/>
                </a:lnTo>
                <a:lnTo>
                  <a:pt x="82103" y="110544"/>
                </a:lnTo>
                <a:lnTo>
                  <a:pt x="82044" y="109847"/>
                </a:lnTo>
                <a:lnTo>
                  <a:pt x="81989" y="109127"/>
                </a:lnTo>
                <a:lnTo>
                  <a:pt x="81937" y="108386"/>
                </a:lnTo>
                <a:lnTo>
                  <a:pt x="81890" y="107622"/>
                </a:lnTo>
                <a:lnTo>
                  <a:pt x="81847" y="106835"/>
                </a:lnTo>
                <a:lnTo>
                  <a:pt x="81808" y="106026"/>
                </a:lnTo>
                <a:lnTo>
                  <a:pt x="81773" y="105195"/>
                </a:lnTo>
                <a:lnTo>
                  <a:pt x="81742" y="104342"/>
                </a:lnTo>
                <a:lnTo>
                  <a:pt x="81716" y="103466"/>
                </a:lnTo>
                <a:lnTo>
                  <a:pt x="81693" y="102568"/>
                </a:lnTo>
                <a:lnTo>
                  <a:pt x="81675" y="101648"/>
                </a:lnTo>
                <a:lnTo>
                  <a:pt x="81660" y="100705"/>
                </a:lnTo>
                <a:lnTo>
                  <a:pt x="81650" y="99740"/>
                </a:lnTo>
                <a:lnTo>
                  <a:pt x="81644" y="98753"/>
                </a:lnTo>
                <a:lnTo>
                  <a:pt x="81642" y="97743"/>
                </a:lnTo>
                <a:lnTo>
                  <a:pt x="81904" y="69041"/>
                </a:lnTo>
                <a:lnTo>
                  <a:pt x="81899" y="67724"/>
                </a:lnTo>
                <a:lnTo>
                  <a:pt x="81882" y="66442"/>
                </a:lnTo>
                <a:lnTo>
                  <a:pt x="81853" y="65194"/>
                </a:lnTo>
                <a:lnTo>
                  <a:pt x="81813" y="63982"/>
                </a:lnTo>
                <a:lnTo>
                  <a:pt x="81762" y="62804"/>
                </a:lnTo>
                <a:lnTo>
                  <a:pt x="81699" y="61661"/>
                </a:lnTo>
                <a:lnTo>
                  <a:pt x="81625" y="60552"/>
                </a:lnTo>
                <a:lnTo>
                  <a:pt x="81540" y="59479"/>
                </a:lnTo>
                <a:lnTo>
                  <a:pt x="81443" y="58440"/>
                </a:lnTo>
                <a:lnTo>
                  <a:pt x="81335" y="57436"/>
                </a:lnTo>
                <a:lnTo>
                  <a:pt x="81215" y="56467"/>
                </a:lnTo>
                <a:lnTo>
                  <a:pt x="81084" y="55533"/>
                </a:lnTo>
                <a:lnTo>
                  <a:pt x="80942" y="54633"/>
                </a:lnTo>
                <a:lnTo>
                  <a:pt x="80788" y="53768"/>
                </a:lnTo>
                <a:lnTo>
                  <a:pt x="80623" y="52938"/>
                </a:lnTo>
                <a:lnTo>
                  <a:pt x="80446" y="52143"/>
                </a:lnTo>
                <a:lnTo>
                  <a:pt x="80258" y="51383"/>
                </a:lnTo>
                <a:lnTo>
                  <a:pt x="80059" y="50657"/>
                </a:lnTo>
                <a:lnTo>
                  <a:pt x="79848" y="49966"/>
                </a:lnTo>
                <a:lnTo>
                  <a:pt x="79626" y="49310"/>
                </a:lnTo>
                <a:lnTo>
                  <a:pt x="79392" y="48689"/>
                </a:lnTo>
                <a:lnTo>
                  <a:pt x="79147" y="48102"/>
                </a:lnTo>
                <a:lnTo>
                  <a:pt x="78891" y="47551"/>
                </a:lnTo>
                <a:lnTo>
                  <a:pt x="78623" y="47034"/>
                </a:lnTo>
                <a:lnTo>
                  <a:pt x="78341" y="46538"/>
                </a:lnTo>
                <a:lnTo>
                  <a:pt x="78043" y="46049"/>
                </a:lnTo>
                <a:lnTo>
                  <a:pt x="77728" y="45568"/>
                </a:lnTo>
                <a:lnTo>
                  <a:pt x="77397" y="45094"/>
                </a:lnTo>
                <a:lnTo>
                  <a:pt x="77049" y="44627"/>
                </a:lnTo>
                <a:lnTo>
                  <a:pt x="76684" y="44168"/>
                </a:lnTo>
                <a:lnTo>
                  <a:pt x="76303" y="43716"/>
                </a:lnTo>
                <a:lnTo>
                  <a:pt x="75906" y="43271"/>
                </a:lnTo>
                <a:lnTo>
                  <a:pt x="75491" y="42834"/>
                </a:lnTo>
                <a:lnTo>
                  <a:pt x="75061" y="42403"/>
                </a:lnTo>
                <a:lnTo>
                  <a:pt x="74613" y="41980"/>
                </a:lnTo>
                <a:lnTo>
                  <a:pt x="74149" y="41565"/>
                </a:lnTo>
                <a:lnTo>
                  <a:pt x="73669" y="41156"/>
                </a:lnTo>
                <a:lnTo>
                  <a:pt x="73172" y="40755"/>
                </a:lnTo>
                <a:lnTo>
                  <a:pt x="72658" y="40362"/>
                </a:lnTo>
                <a:lnTo>
                  <a:pt x="72128" y="39975"/>
                </a:lnTo>
                <a:lnTo>
                  <a:pt x="71582" y="39596"/>
                </a:lnTo>
                <a:lnTo>
                  <a:pt x="71018" y="39224"/>
                </a:lnTo>
                <a:lnTo>
                  <a:pt x="70439" y="38859"/>
                </a:lnTo>
                <a:lnTo>
                  <a:pt x="69842" y="38502"/>
                </a:lnTo>
                <a:lnTo>
                  <a:pt x="69229" y="38152"/>
                </a:lnTo>
                <a:lnTo>
                  <a:pt x="68600" y="37809"/>
                </a:lnTo>
                <a:lnTo>
                  <a:pt x="67954" y="37474"/>
                </a:lnTo>
                <a:lnTo>
                  <a:pt x="67291" y="37146"/>
                </a:lnTo>
                <a:lnTo>
                  <a:pt x="66606" y="36828"/>
                </a:lnTo>
                <a:lnTo>
                  <a:pt x="65891" y="36524"/>
                </a:lnTo>
                <a:lnTo>
                  <a:pt x="65147" y="36233"/>
                </a:lnTo>
                <a:lnTo>
                  <a:pt x="64374" y="35956"/>
                </a:lnTo>
                <a:lnTo>
                  <a:pt x="63572" y="35692"/>
                </a:lnTo>
                <a:lnTo>
                  <a:pt x="62741" y="35442"/>
                </a:lnTo>
                <a:lnTo>
                  <a:pt x="61880" y="35206"/>
                </a:lnTo>
                <a:lnTo>
                  <a:pt x="60991" y="34982"/>
                </a:lnTo>
                <a:lnTo>
                  <a:pt x="60072" y="34773"/>
                </a:lnTo>
                <a:lnTo>
                  <a:pt x="59124" y="34577"/>
                </a:lnTo>
                <a:lnTo>
                  <a:pt x="58147" y="34394"/>
                </a:lnTo>
                <a:lnTo>
                  <a:pt x="57141" y="34225"/>
                </a:lnTo>
                <a:lnTo>
                  <a:pt x="56105" y="34070"/>
                </a:lnTo>
                <a:lnTo>
                  <a:pt x="55041" y="33928"/>
                </a:lnTo>
                <a:lnTo>
                  <a:pt x="53947" y="33799"/>
                </a:lnTo>
                <a:lnTo>
                  <a:pt x="52824" y="33684"/>
                </a:lnTo>
                <a:lnTo>
                  <a:pt x="51672" y="33583"/>
                </a:lnTo>
                <a:lnTo>
                  <a:pt x="50490" y="33495"/>
                </a:lnTo>
                <a:lnTo>
                  <a:pt x="49280" y="33421"/>
                </a:lnTo>
                <a:lnTo>
                  <a:pt x="48040" y="33360"/>
                </a:lnTo>
                <a:lnTo>
                  <a:pt x="46771" y="33313"/>
                </a:lnTo>
                <a:lnTo>
                  <a:pt x="45473" y="33279"/>
                </a:lnTo>
                <a:lnTo>
                  <a:pt x="44146" y="33259"/>
                </a:lnTo>
                <a:lnTo>
                  <a:pt x="42790" y="33252"/>
                </a:lnTo>
                <a:lnTo>
                  <a:pt x="41296" y="33263"/>
                </a:lnTo>
                <a:lnTo>
                  <a:pt x="39833" y="33297"/>
                </a:lnTo>
                <a:lnTo>
                  <a:pt x="38401" y="33354"/>
                </a:lnTo>
                <a:lnTo>
                  <a:pt x="37000" y="33434"/>
                </a:lnTo>
                <a:lnTo>
                  <a:pt x="35630" y="33537"/>
                </a:lnTo>
                <a:lnTo>
                  <a:pt x="34291" y="33662"/>
                </a:lnTo>
                <a:lnTo>
                  <a:pt x="32983" y="33810"/>
                </a:lnTo>
                <a:lnTo>
                  <a:pt x="31706" y="33981"/>
                </a:lnTo>
                <a:lnTo>
                  <a:pt x="30460" y="34175"/>
                </a:lnTo>
                <a:lnTo>
                  <a:pt x="29245" y="34391"/>
                </a:lnTo>
                <a:lnTo>
                  <a:pt x="28061" y="34630"/>
                </a:lnTo>
                <a:lnTo>
                  <a:pt x="26908" y="34893"/>
                </a:lnTo>
                <a:lnTo>
                  <a:pt x="25786" y="35177"/>
                </a:lnTo>
                <a:lnTo>
                  <a:pt x="24695" y="35485"/>
                </a:lnTo>
                <a:lnTo>
                  <a:pt x="23634" y="35815"/>
                </a:lnTo>
                <a:lnTo>
                  <a:pt x="22605" y="36169"/>
                </a:lnTo>
                <a:lnTo>
                  <a:pt x="21607" y="36545"/>
                </a:lnTo>
                <a:lnTo>
                  <a:pt x="20640" y="36943"/>
                </a:lnTo>
                <a:lnTo>
                  <a:pt x="19704" y="37365"/>
                </a:lnTo>
                <a:lnTo>
                  <a:pt x="18799" y="37809"/>
                </a:lnTo>
                <a:lnTo>
                  <a:pt x="17925" y="38277"/>
                </a:lnTo>
                <a:lnTo>
                  <a:pt x="17082" y="38766"/>
                </a:lnTo>
                <a:lnTo>
                  <a:pt x="16270" y="39279"/>
                </a:lnTo>
                <a:lnTo>
                  <a:pt x="15488" y="39815"/>
                </a:lnTo>
                <a:lnTo>
                  <a:pt x="14732" y="40374"/>
                </a:lnTo>
                <a:lnTo>
                  <a:pt x="13995" y="40957"/>
                </a:lnTo>
                <a:lnTo>
                  <a:pt x="13276" y="41566"/>
                </a:lnTo>
                <a:lnTo>
                  <a:pt x="12576" y="42198"/>
                </a:lnTo>
                <a:lnTo>
                  <a:pt x="11895" y="42856"/>
                </a:lnTo>
                <a:lnTo>
                  <a:pt x="11233" y="43538"/>
                </a:lnTo>
                <a:lnTo>
                  <a:pt x="10590" y="44245"/>
                </a:lnTo>
                <a:lnTo>
                  <a:pt x="9966" y="44976"/>
                </a:lnTo>
                <a:lnTo>
                  <a:pt x="9360" y="45732"/>
                </a:lnTo>
                <a:lnTo>
                  <a:pt x="8774" y="46513"/>
                </a:lnTo>
                <a:lnTo>
                  <a:pt x="8206" y="47318"/>
                </a:lnTo>
                <a:lnTo>
                  <a:pt x="7657" y="48148"/>
                </a:lnTo>
                <a:lnTo>
                  <a:pt x="7126" y="49003"/>
                </a:lnTo>
                <a:lnTo>
                  <a:pt x="6615" y="49882"/>
                </a:lnTo>
                <a:lnTo>
                  <a:pt x="6123" y="50786"/>
                </a:lnTo>
                <a:lnTo>
                  <a:pt x="5649" y="51714"/>
                </a:lnTo>
                <a:lnTo>
                  <a:pt x="5194" y="52667"/>
                </a:lnTo>
                <a:lnTo>
                  <a:pt x="4758" y="53645"/>
                </a:lnTo>
                <a:lnTo>
                  <a:pt x="4341" y="54647"/>
                </a:lnTo>
                <a:lnTo>
                  <a:pt x="3943" y="55674"/>
                </a:lnTo>
                <a:lnTo>
                  <a:pt x="3563" y="56726"/>
                </a:lnTo>
                <a:lnTo>
                  <a:pt x="3202" y="57802"/>
                </a:lnTo>
                <a:lnTo>
                  <a:pt x="2861" y="58903"/>
                </a:lnTo>
                <a:lnTo>
                  <a:pt x="2538" y="60028"/>
                </a:lnTo>
                <a:lnTo>
                  <a:pt x="24851" y="64054"/>
                </a:lnTo>
                <a:lnTo>
                  <a:pt x="25043" y="63509"/>
                </a:lnTo>
                <a:lnTo>
                  <a:pt x="25240" y="62978"/>
                </a:lnTo>
                <a:lnTo>
                  <a:pt x="25442" y="62461"/>
                </a:lnTo>
                <a:lnTo>
                  <a:pt x="25649" y="61957"/>
                </a:lnTo>
                <a:lnTo>
                  <a:pt x="25860" y="61468"/>
                </a:lnTo>
                <a:close/>
                <a:moveTo>
                  <a:pt x="57726" y="91602"/>
                </a:moveTo>
                <a:lnTo>
                  <a:pt x="57711" y="92242"/>
                </a:lnTo>
                <a:lnTo>
                  <a:pt x="57693" y="92862"/>
                </a:lnTo>
                <a:lnTo>
                  <a:pt x="57671" y="93463"/>
                </a:lnTo>
                <a:lnTo>
                  <a:pt x="57646" y="94044"/>
                </a:lnTo>
                <a:lnTo>
                  <a:pt x="57618" y="94606"/>
                </a:lnTo>
                <a:lnTo>
                  <a:pt x="57586" y="95148"/>
                </a:lnTo>
                <a:lnTo>
                  <a:pt x="57551" y="95671"/>
                </a:lnTo>
                <a:lnTo>
                  <a:pt x="57513" y="96174"/>
                </a:lnTo>
                <a:lnTo>
                  <a:pt x="57471" y="96658"/>
                </a:lnTo>
                <a:lnTo>
                  <a:pt x="57426" y="97122"/>
                </a:lnTo>
                <a:lnTo>
                  <a:pt x="57377" y="97567"/>
                </a:lnTo>
                <a:lnTo>
                  <a:pt x="57325" y="97992"/>
                </a:lnTo>
                <a:lnTo>
                  <a:pt x="57270" y="98397"/>
                </a:lnTo>
                <a:lnTo>
                  <a:pt x="57212" y="98784"/>
                </a:lnTo>
                <a:lnTo>
                  <a:pt x="57150" y="99150"/>
                </a:lnTo>
                <a:lnTo>
                  <a:pt x="57085" y="99497"/>
                </a:lnTo>
                <a:lnTo>
                  <a:pt x="57016" y="99825"/>
                </a:lnTo>
                <a:lnTo>
                  <a:pt x="56944" y="100133"/>
                </a:lnTo>
                <a:lnTo>
                  <a:pt x="56869" y="100422"/>
                </a:lnTo>
                <a:lnTo>
                  <a:pt x="56791" y="100691"/>
                </a:lnTo>
                <a:lnTo>
                  <a:pt x="56669" y="101085"/>
                </a:lnTo>
                <a:lnTo>
                  <a:pt x="56536" y="101473"/>
                </a:lnTo>
                <a:lnTo>
                  <a:pt x="56393" y="101857"/>
                </a:lnTo>
                <a:lnTo>
                  <a:pt x="56239" y="102236"/>
                </a:lnTo>
                <a:lnTo>
                  <a:pt x="56074" y="102609"/>
                </a:lnTo>
                <a:lnTo>
                  <a:pt x="55899" y="102978"/>
                </a:lnTo>
                <a:lnTo>
                  <a:pt x="55713" y="103341"/>
                </a:lnTo>
                <a:lnTo>
                  <a:pt x="55517" y="103699"/>
                </a:lnTo>
                <a:lnTo>
                  <a:pt x="55310" y="104052"/>
                </a:lnTo>
                <a:lnTo>
                  <a:pt x="55092" y="104400"/>
                </a:lnTo>
                <a:lnTo>
                  <a:pt x="54864" y="104743"/>
                </a:lnTo>
                <a:lnTo>
                  <a:pt x="54625" y="105080"/>
                </a:lnTo>
                <a:lnTo>
                  <a:pt x="54375" y="105413"/>
                </a:lnTo>
                <a:lnTo>
                  <a:pt x="54115" y="105740"/>
                </a:lnTo>
                <a:lnTo>
                  <a:pt x="53844" y="106063"/>
                </a:lnTo>
                <a:lnTo>
                  <a:pt x="53563" y="106380"/>
                </a:lnTo>
                <a:lnTo>
                  <a:pt x="53271" y="106692"/>
                </a:lnTo>
                <a:lnTo>
                  <a:pt x="52968" y="106999"/>
                </a:lnTo>
                <a:lnTo>
                  <a:pt x="52654" y="107301"/>
                </a:lnTo>
                <a:lnTo>
                  <a:pt x="52330" y="107597"/>
                </a:lnTo>
                <a:lnTo>
                  <a:pt x="51996" y="107889"/>
                </a:lnTo>
                <a:lnTo>
                  <a:pt x="51650" y="108175"/>
                </a:lnTo>
                <a:lnTo>
                  <a:pt x="51294" y="108457"/>
                </a:lnTo>
                <a:lnTo>
                  <a:pt x="50928" y="108733"/>
                </a:lnTo>
                <a:lnTo>
                  <a:pt x="50424" y="109086"/>
                </a:lnTo>
                <a:lnTo>
                  <a:pt x="49917" y="109423"/>
                </a:lnTo>
                <a:lnTo>
                  <a:pt x="49409" y="109746"/>
                </a:lnTo>
                <a:lnTo>
                  <a:pt x="48898" y="110054"/>
                </a:lnTo>
                <a:lnTo>
                  <a:pt x="48385" y="110347"/>
                </a:lnTo>
                <a:lnTo>
                  <a:pt x="47871" y="110624"/>
                </a:lnTo>
                <a:lnTo>
                  <a:pt x="47354" y="110887"/>
                </a:lnTo>
                <a:lnTo>
                  <a:pt x="46835" y="111135"/>
                </a:lnTo>
                <a:lnTo>
                  <a:pt x="46313" y="111367"/>
                </a:lnTo>
                <a:lnTo>
                  <a:pt x="45790" y="111585"/>
                </a:lnTo>
                <a:lnTo>
                  <a:pt x="45264" y="111788"/>
                </a:lnTo>
                <a:lnTo>
                  <a:pt x="44737" y="111975"/>
                </a:lnTo>
                <a:lnTo>
                  <a:pt x="44207" y="112148"/>
                </a:lnTo>
                <a:lnTo>
                  <a:pt x="43675" y="112306"/>
                </a:lnTo>
                <a:lnTo>
                  <a:pt x="43141" y="112448"/>
                </a:lnTo>
                <a:lnTo>
                  <a:pt x="42605" y="112576"/>
                </a:lnTo>
                <a:lnTo>
                  <a:pt x="42067" y="112688"/>
                </a:lnTo>
                <a:lnTo>
                  <a:pt x="41526" y="112786"/>
                </a:lnTo>
                <a:lnTo>
                  <a:pt x="40984" y="112869"/>
                </a:lnTo>
                <a:lnTo>
                  <a:pt x="40439" y="112936"/>
                </a:lnTo>
                <a:lnTo>
                  <a:pt x="39893" y="112989"/>
                </a:lnTo>
                <a:lnTo>
                  <a:pt x="39344" y="113026"/>
                </a:lnTo>
                <a:lnTo>
                  <a:pt x="38793" y="113049"/>
                </a:lnTo>
                <a:lnTo>
                  <a:pt x="38240" y="113056"/>
                </a:lnTo>
                <a:lnTo>
                  <a:pt x="37747" y="113050"/>
                </a:lnTo>
                <a:lnTo>
                  <a:pt x="37262" y="113030"/>
                </a:lnTo>
                <a:lnTo>
                  <a:pt x="36785" y="112998"/>
                </a:lnTo>
                <a:lnTo>
                  <a:pt x="36314" y="112953"/>
                </a:lnTo>
                <a:lnTo>
                  <a:pt x="35851" y="112895"/>
                </a:lnTo>
                <a:lnTo>
                  <a:pt x="35396" y="112824"/>
                </a:lnTo>
                <a:lnTo>
                  <a:pt x="34947" y="112740"/>
                </a:lnTo>
                <a:lnTo>
                  <a:pt x="34506" y="112643"/>
                </a:lnTo>
                <a:lnTo>
                  <a:pt x="34072" y="112534"/>
                </a:lnTo>
                <a:lnTo>
                  <a:pt x="33646" y="112411"/>
                </a:lnTo>
                <a:lnTo>
                  <a:pt x="33226" y="112276"/>
                </a:lnTo>
                <a:lnTo>
                  <a:pt x="32814" y="112127"/>
                </a:lnTo>
                <a:lnTo>
                  <a:pt x="32410" y="111966"/>
                </a:lnTo>
                <a:lnTo>
                  <a:pt x="32012" y="111792"/>
                </a:lnTo>
                <a:lnTo>
                  <a:pt x="31622" y="111605"/>
                </a:lnTo>
                <a:lnTo>
                  <a:pt x="31239" y="111405"/>
                </a:lnTo>
                <a:lnTo>
                  <a:pt x="30864" y="111192"/>
                </a:lnTo>
                <a:lnTo>
                  <a:pt x="30495" y="110966"/>
                </a:lnTo>
                <a:lnTo>
                  <a:pt x="30134" y="110727"/>
                </a:lnTo>
                <a:lnTo>
                  <a:pt x="29781" y="110475"/>
                </a:lnTo>
                <a:lnTo>
                  <a:pt x="29434" y="110211"/>
                </a:lnTo>
                <a:lnTo>
                  <a:pt x="29095" y="109934"/>
                </a:lnTo>
                <a:lnTo>
                  <a:pt x="28764" y="109643"/>
                </a:lnTo>
                <a:lnTo>
                  <a:pt x="28439" y="109340"/>
                </a:lnTo>
                <a:lnTo>
                  <a:pt x="28125" y="109028"/>
                </a:lnTo>
                <a:lnTo>
                  <a:pt x="27824" y="108711"/>
                </a:lnTo>
                <a:lnTo>
                  <a:pt x="27537" y="108389"/>
                </a:lnTo>
                <a:lnTo>
                  <a:pt x="27263" y="108062"/>
                </a:lnTo>
                <a:lnTo>
                  <a:pt x="27002" y="107730"/>
                </a:lnTo>
                <a:lnTo>
                  <a:pt x="26755" y="107394"/>
                </a:lnTo>
                <a:lnTo>
                  <a:pt x="26521" y="107053"/>
                </a:lnTo>
                <a:lnTo>
                  <a:pt x="26300" y="106707"/>
                </a:lnTo>
                <a:lnTo>
                  <a:pt x="26093" y="106356"/>
                </a:lnTo>
                <a:lnTo>
                  <a:pt x="25899" y="106001"/>
                </a:lnTo>
                <a:lnTo>
                  <a:pt x="25719" y="105640"/>
                </a:lnTo>
                <a:lnTo>
                  <a:pt x="25551" y="105275"/>
                </a:lnTo>
                <a:lnTo>
                  <a:pt x="25398" y="104905"/>
                </a:lnTo>
                <a:lnTo>
                  <a:pt x="25257" y="104530"/>
                </a:lnTo>
                <a:lnTo>
                  <a:pt x="25130" y="104151"/>
                </a:lnTo>
                <a:lnTo>
                  <a:pt x="25017" y="103766"/>
                </a:lnTo>
                <a:lnTo>
                  <a:pt x="24916" y="103377"/>
                </a:lnTo>
                <a:lnTo>
                  <a:pt x="24829" y="102983"/>
                </a:lnTo>
                <a:lnTo>
                  <a:pt x="24756" y="102584"/>
                </a:lnTo>
                <a:lnTo>
                  <a:pt x="24696" y="102181"/>
                </a:lnTo>
                <a:lnTo>
                  <a:pt x="24649" y="101772"/>
                </a:lnTo>
                <a:lnTo>
                  <a:pt x="24616" y="101359"/>
                </a:lnTo>
                <a:lnTo>
                  <a:pt x="24596" y="100941"/>
                </a:lnTo>
                <a:lnTo>
                  <a:pt x="24589" y="100518"/>
                </a:lnTo>
                <a:lnTo>
                  <a:pt x="24597" y="100089"/>
                </a:lnTo>
                <a:lnTo>
                  <a:pt x="24622" y="99666"/>
                </a:lnTo>
                <a:lnTo>
                  <a:pt x="24664" y="99250"/>
                </a:lnTo>
                <a:lnTo>
                  <a:pt x="24723" y="98840"/>
                </a:lnTo>
                <a:lnTo>
                  <a:pt x="24798" y="98436"/>
                </a:lnTo>
                <a:lnTo>
                  <a:pt x="24890" y="98038"/>
                </a:lnTo>
                <a:lnTo>
                  <a:pt x="24998" y="97647"/>
                </a:lnTo>
                <a:lnTo>
                  <a:pt x="25124" y="97262"/>
                </a:lnTo>
                <a:lnTo>
                  <a:pt x="25266" y="96883"/>
                </a:lnTo>
                <a:lnTo>
                  <a:pt x="25424" y="96511"/>
                </a:lnTo>
                <a:lnTo>
                  <a:pt x="25600" y="96145"/>
                </a:lnTo>
                <a:lnTo>
                  <a:pt x="25792" y="95785"/>
                </a:lnTo>
                <a:lnTo>
                  <a:pt x="26001" y="95431"/>
                </a:lnTo>
                <a:lnTo>
                  <a:pt x="26227" y="95084"/>
                </a:lnTo>
                <a:lnTo>
                  <a:pt x="26469" y="94743"/>
                </a:lnTo>
                <a:lnTo>
                  <a:pt x="26728" y="94409"/>
                </a:lnTo>
                <a:lnTo>
                  <a:pt x="27004" y="94081"/>
                </a:lnTo>
                <a:lnTo>
                  <a:pt x="27296" y="93759"/>
                </a:lnTo>
                <a:lnTo>
                  <a:pt x="27605" y="93443"/>
                </a:lnTo>
                <a:lnTo>
                  <a:pt x="27931" y="93134"/>
                </a:lnTo>
                <a:lnTo>
                  <a:pt x="28274" y="92831"/>
                </a:lnTo>
                <a:lnTo>
                  <a:pt x="28633" y="92534"/>
                </a:lnTo>
                <a:lnTo>
                  <a:pt x="29009" y="92243"/>
                </a:lnTo>
                <a:lnTo>
                  <a:pt x="29402" y="91959"/>
                </a:lnTo>
                <a:lnTo>
                  <a:pt x="29676" y="91786"/>
                </a:lnTo>
                <a:lnTo>
                  <a:pt x="29976" y="91613"/>
                </a:lnTo>
                <a:lnTo>
                  <a:pt x="30300" y="91439"/>
                </a:lnTo>
                <a:lnTo>
                  <a:pt x="30649" y="91265"/>
                </a:lnTo>
                <a:lnTo>
                  <a:pt x="31022" y="91091"/>
                </a:lnTo>
                <a:lnTo>
                  <a:pt x="31420" y="90916"/>
                </a:lnTo>
                <a:lnTo>
                  <a:pt x="31842" y="90741"/>
                </a:lnTo>
                <a:lnTo>
                  <a:pt x="32289" y="90566"/>
                </a:lnTo>
                <a:lnTo>
                  <a:pt x="32761" y="90391"/>
                </a:lnTo>
                <a:lnTo>
                  <a:pt x="33257" y="90215"/>
                </a:lnTo>
                <a:lnTo>
                  <a:pt x="33778" y="90039"/>
                </a:lnTo>
                <a:lnTo>
                  <a:pt x="34324" y="89863"/>
                </a:lnTo>
                <a:lnTo>
                  <a:pt x="34894" y="89686"/>
                </a:lnTo>
                <a:lnTo>
                  <a:pt x="35489" y="89509"/>
                </a:lnTo>
                <a:lnTo>
                  <a:pt x="36108" y="89332"/>
                </a:lnTo>
                <a:lnTo>
                  <a:pt x="36752" y="89154"/>
                </a:lnTo>
                <a:lnTo>
                  <a:pt x="37421" y="88977"/>
                </a:lnTo>
                <a:lnTo>
                  <a:pt x="38114" y="88798"/>
                </a:lnTo>
                <a:lnTo>
                  <a:pt x="38832" y="88620"/>
                </a:lnTo>
                <a:lnTo>
                  <a:pt x="39574" y="88441"/>
                </a:lnTo>
                <a:lnTo>
                  <a:pt x="40341" y="88262"/>
                </a:lnTo>
                <a:lnTo>
                  <a:pt x="41133" y="88083"/>
                </a:lnTo>
                <a:lnTo>
                  <a:pt x="41949" y="87903"/>
                </a:lnTo>
                <a:lnTo>
                  <a:pt x="42790" y="87724"/>
                </a:lnTo>
                <a:lnTo>
                  <a:pt x="43633" y="87544"/>
                </a:lnTo>
                <a:lnTo>
                  <a:pt x="44458" y="87367"/>
                </a:lnTo>
                <a:lnTo>
                  <a:pt x="45263" y="87192"/>
                </a:lnTo>
                <a:lnTo>
                  <a:pt x="46049" y="87019"/>
                </a:lnTo>
                <a:lnTo>
                  <a:pt x="46816" y="86849"/>
                </a:lnTo>
                <a:lnTo>
                  <a:pt x="47564" y="86680"/>
                </a:lnTo>
                <a:lnTo>
                  <a:pt x="48293" y="86513"/>
                </a:lnTo>
                <a:lnTo>
                  <a:pt x="49003" y="86349"/>
                </a:lnTo>
                <a:lnTo>
                  <a:pt x="49693" y="86187"/>
                </a:lnTo>
                <a:lnTo>
                  <a:pt x="50364" y="86026"/>
                </a:lnTo>
                <a:lnTo>
                  <a:pt x="51017" y="85868"/>
                </a:lnTo>
                <a:lnTo>
                  <a:pt x="51650" y="85712"/>
                </a:lnTo>
                <a:lnTo>
                  <a:pt x="52264" y="85558"/>
                </a:lnTo>
                <a:lnTo>
                  <a:pt x="52858" y="85407"/>
                </a:lnTo>
                <a:lnTo>
                  <a:pt x="53434" y="85257"/>
                </a:lnTo>
                <a:lnTo>
                  <a:pt x="53990" y="85109"/>
                </a:lnTo>
                <a:lnTo>
                  <a:pt x="54528" y="84964"/>
                </a:lnTo>
                <a:lnTo>
                  <a:pt x="55046" y="84821"/>
                </a:lnTo>
                <a:lnTo>
                  <a:pt x="55545" y="84679"/>
                </a:lnTo>
                <a:lnTo>
                  <a:pt x="56025" y="84540"/>
                </a:lnTo>
                <a:lnTo>
                  <a:pt x="56486" y="84403"/>
                </a:lnTo>
                <a:lnTo>
                  <a:pt x="56927" y="84268"/>
                </a:lnTo>
                <a:lnTo>
                  <a:pt x="57350" y="84135"/>
                </a:lnTo>
                <a:lnTo>
                  <a:pt x="57753" y="84005"/>
                </a:lnTo>
                <a:lnTo>
                  <a:pt x="57753" y="88847"/>
                </a:lnTo>
                <a:lnTo>
                  <a:pt x="57751" y="89565"/>
                </a:lnTo>
                <a:lnTo>
                  <a:pt x="57746" y="90264"/>
                </a:lnTo>
                <a:lnTo>
                  <a:pt x="57738" y="90942"/>
                </a:lnTo>
                <a:lnTo>
                  <a:pt x="57726" y="91602"/>
                </a:lnTo>
                <a:close/>
                <a:moveTo>
                  <a:pt x="379630" y="86966"/>
                </a:moveTo>
                <a:lnTo>
                  <a:pt x="379745" y="88208"/>
                </a:lnTo>
                <a:lnTo>
                  <a:pt x="379882" y="89432"/>
                </a:lnTo>
                <a:lnTo>
                  <a:pt x="380039" y="90640"/>
                </a:lnTo>
                <a:lnTo>
                  <a:pt x="380217" y="91831"/>
                </a:lnTo>
                <a:lnTo>
                  <a:pt x="380416" y="93006"/>
                </a:lnTo>
                <a:lnTo>
                  <a:pt x="380636" y="94163"/>
                </a:lnTo>
                <a:lnTo>
                  <a:pt x="380877" y="95304"/>
                </a:lnTo>
                <a:lnTo>
                  <a:pt x="381140" y="96427"/>
                </a:lnTo>
                <a:lnTo>
                  <a:pt x="381423" y="97534"/>
                </a:lnTo>
                <a:lnTo>
                  <a:pt x="381727" y="98624"/>
                </a:lnTo>
                <a:lnTo>
                  <a:pt x="382051" y="99697"/>
                </a:lnTo>
                <a:lnTo>
                  <a:pt x="382397" y="100753"/>
                </a:lnTo>
                <a:lnTo>
                  <a:pt x="382764" y="101793"/>
                </a:lnTo>
                <a:lnTo>
                  <a:pt x="383152" y="102815"/>
                </a:lnTo>
                <a:lnTo>
                  <a:pt x="383561" y="103821"/>
                </a:lnTo>
                <a:lnTo>
                  <a:pt x="383991" y="104810"/>
                </a:lnTo>
                <a:lnTo>
                  <a:pt x="384441" y="105781"/>
                </a:lnTo>
                <a:lnTo>
                  <a:pt x="384913" y="106736"/>
                </a:lnTo>
                <a:lnTo>
                  <a:pt x="385406" y="107675"/>
                </a:lnTo>
                <a:lnTo>
                  <a:pt x="385919" y="108595"/>
                </a:lnTo>
                <a:lnTo>
                  <a:pt x="386451" y="109497"/>
                </a:lnTo>
                <a:lnTo>
                  <a:pt x="387002" y="110380"/>
                </a:lnTo>
                <a:lnTo>
                  <a:pt x="387573" y="111244"/>
                </a:lnTo>
                <a:lnTo>
                  <a:pt x="388163" y="112090"/>
                </a:lnTo>
                <a:lnTo>
                  <a:pt x="388772" y="112917"/>
                </a:lnTo>
                <a:lnTo>
                  <a:pt x="389401" y="113725"/>
                </a:lnTo>
                <a:lnTo>
                  <a:pt x="390048" y="114515"/>
                </a:lnTo>
                <a:lnTo>
                  <a:pt x="390716" y="115286"/>
                </a:lnTo>
                <a:lnTo>
                  <a:pt x="391402" y="116038"/>
                </a:lnTo>
                <a:lnTo>
                  <a:pt x="392108" y="116771"/>
                </a:lnTo>
                <a:lnTo>
                  <a:pt x="392833" y="117486"/>
                </a:lnTo>
                <a:lnTo>
                  <a:pt x="393577" y="118182"/>
                </a:lnTo>
                <a:lnTo>
                  <a:pt x="394341" y="118860"/>
                </a:lnTo>
                <a:lnTo>
                  <a:pt x="395124" y="119519"/>
                </a:lnTo>
                <a:lnTo>
                  <a:pt x="395926" y="120159"/>
                </a:lnTo>
                <a:lnTo>
                  <a:pt x="396747" y="120780"/>
                </a:lnTo>
                <a:lnTo>
                  <a:pt x="397588" y="121383"/>
                </a:lnTo>
                <a:lnTo>
                  <a:pt x="398448" y="121967"/>
                </a:lnTo>
                <a:lnTo>
                  <a:pt x="399328" y="122532"/>
                </a:lnTo>
                <a:lnTo>
                  <a:pt x="400226" y="123079"/>
                </a:lnTo>
                <a:lnTo>
                  <a:pt x="401144" y="123607"/>
                </a:lnTo>
                <a:lnTo>
                  <a:pt x="402081" y="124116"/>
                </a:lnTo>
                <a:lnTo>
                  <a:pt x="403038" y="124607"/>
                </a:lnTo>
                <a:lnTo>
                  <a:pt x="404006" y="125078"/>
                </a:lnTo>
                <a:lnTo>
                  <a:pt x="404979" y="125529"/>
                </a:lnTo>
                <a:lnTo>
                  <a:pt x="405955" y="125960"/>
                </a:lnTo>
                <a:lnTo>
                  <a:pt x="406936" y="126372"/>
                </a:lnTo>
                <a:lnTo>
                  <a:pt x="407920" y="126763"/>
                </a:lnTo>
                <a:lnTo>
                  <a:pt x="408909" y="127134"/>
                </a:lnTo>
                <a:lnTo>
                  <a:pt x="409902" y="127484"/>
                </a:lnTo>
                <a:lnTo>
                  <a:pt x="410899" y="127815"/>
                </a:lnTo>
                <a:lnTo>
                  <a:pt x="411900" y="128126"/>
                </a:lnTo>
                <a:lnTo>
                  <a:pt x="412905" y="128417"/>
                </a:lnTo>
                <a:lnTo>
                  <a:pt x="413914" y="128688"/>
                </a:lnTo>
                <a:lnTo>
                  <a:pt x="414928" y="128938"/>
                </a:lnTo>
                <a:lnTo>
                  <a:pt x="415945" y="129169"/>
                </a:lnTo>
                <a:lnTo>
                  <a:pt x="416967" y="129379"/>
                </a:lnTo>
                <a:lnTo>
                  <a:pt x="417992" y="129570"/>
                </a:lnTo>
                <a:lnTo>
                  <a:pt x="419022" y="129740"/>
                </a:lnTo>
                <a:lnTo>
                  <a:pt x="420056" y="129891"/>
                </a:lnTo>
                <a:lnTo>
                  <a:pt x="421094" y="130021"/>
                </a:lnTo>
                <a:lnTo>
                  <a:pt x="422136" y="130131"/>
                </a:lnTo>
                <a:lnTo>
                  <a:pt x="423182" y="130222"/>
                </a:lnTo>
                <a:lnTo>
                  <a:pt x="424233" y="130292"/>
                </a:lnTo>
                <a:lnTo>
                  <a:pt x="425287" y="130342"/>
                </a:lnTo>
                <a:lnTo>
                  <a:pt x="426346" y="130372"/>
                </a:lnTo>
                <a:lnTo>
                  <a:pt x="427408" y="130382"/>
                </a:lnTo>
                <a:lnTo>
                  <a:pt x="429117" y="130358"/>
                </a:lnTo>
                <a:lnTo>
                  <a:pt x="430801" y="130286"/>
                </a:lnTo>
                <a:lnTo>
                  <a:pt x="432461" y="130165"/>
                </a:lnTo>
                <a:lnTo>
                  <a:pt x="434096" y="129997"/>
                </a:lnTo>
                <a:lnTo>
                  <a:pt x="435707" y="129780"/>
                </a:lnTo>
                <a:lnTo>
                  <a:pt x="437293" y="129515"/>
                </a:lnTo>
                <a:lnTo>
                  <a:pt x="438855" y="129202"/>
                </a:lnTo>
                <a:lnTo>
                  <a:pt x="440393" y="128841"/>
                </a:lnTo>
                <a:lnTo>
                  <a:pt x="441906" y="128432"/>
                </a:lnTo>
                <a:lnTo>
                  <a:pt x="443394" y="127974"/>
                </a:lnTo>
                <a:lnTo>
                  <a:pt x="444859" y="127469"/>
                </a:lnTo>
                <a:lnTo>
                  <a:pt x="446298" y="126915"/>
                </a:lnTo>
                <a:lnTo>
                  <a:pt x="447713" y="126313"/>
                </a:lnTo>
                <a:lnTo>
                  <a:pt x="449104" y="125663"/>
                </a:lnTo>
                <a:lnTo>
                  <a:pt x="450470" y="124964"/>
                </a:lnTo>
                <a:lnTo>
                  <a:pt x="451812" y="124218"/>
                </a:lnTo>
                <a:lnTo>
                  <a:pt x="453130" y="123423"/>
                </a:lnTo>
                <a:lnTo>
                  <a:pt x="454423" y="122581"/>
                </a:lnTo>
                <a:lnTo>
                  <a:pt x="455691" y="121690"/>
                </a:lnTo>
                <a:lnTo>
                  <a:pt x="456935" y="120751"/>
                </a:lnTo>
                <a:lnTo>
                  <a:pt x="458154" y="119763"/>
                </a:lnTo>
                <a:lnTo>
                  <a:pt x="459350" y="118728"/>
                </a:lnTo>
                <a:lnTo>
                  <a:pt x="460520" y="117644"/>
                </a:lnTo>
                <a:lnTo>
                  <a:pt x="461666" y="116513"/>
                </a:lnTo>
                <a:lnTo>
                  <a:pt x="462777" y="115344"/>
                </a:lnTo>
                <a:lnTo>
                  <a:pt x="463840" y="114151"/>
                </a:lnTo>
                <a:lnTo>
                  <a:pt x="464855" y="112932"/>
                </a:lnTo>
                <a:lnTo>
                  <a:pt x="465824" y="111689"/>
                </a:lnTo>
                <a:lnTo>
                  <a:pt x="466745" y="110420"/>
                </a:lnTo>
                <a:lnTo>
                  <a:pt x="467619" y="109127"/>
                </a:lnTo>
                <a:lnTo>
                  <a:pt x="468446" y="107808"/>
                </a:lnTo>
                <a:lnTo>
                  <a:pt x="469226" y="106464"/>
                </a:lnTo>
                <a:lnTo>
                  <a:pt x="469958" y="105095"/>
                </a:lnTo>
                <a:lnTo>
                  <a:pt x="470643" y="103701"/>
                </a:lnTo>
                <a:lnTo>
                  <a:pt x="471281" y="102282"/>
                </a:lnTo>
                <a:lnTo>
                  <a:pt x="471872" y="100838"/>
                </a:lnTo>
                <a:lnTo>
                  <a:pt x="472415" y="99369"/>
                </a:lnTo>
                <a:lnTo>
                  <a:pt x="472911" y="97875"/>
                </a:lnTo>
                <a:lnTo>
                  <a:pt x="473360" y="96356"/>
                </a:lnTo>
                <a:lnTo>
                  <a:pt x="473761" y="94811"/>
                </a:lnTo>
                <a:lnTo>
                  <a:pt x="474116" y="93242"/>
                </a:lnTo>
                <a:lnTo>
                  <a:pt x="474423" y="91648"/>
                </a:lnTo>
                <a:lnTo>
                  <a:pt x="474683" y="90028"/>
                </a:lnTo>
                <a:lnTo>
                  <a:pt x="474895" y="88383"/>
                </a:lnTo>
                <a:lnTo>
                  <a:pt x="475061" y="86714"/>
                </a:lnTo>
                <a:lnTo>
                  <a:pt x="475179" y="85019"/>
                </a:lnTo>
                <a:lnTo>
                  <a:pt x="475250" y="83299"/>
                </a:lnTo>
                <a:lnTo>
                  <a:pt x="475273" y="81554"/>
                </a:lnTo>
                <a:lnTo>
                  <a:pt x="475250" y="79824"/>
                </a:lnTo>
                <a:lnTo>
                  <a:pt x="475180" y="78119"/>
                </a:lnTo>
                <a:lnTo>
                  <a:pt x="475063" y="76439"/>
                </a:lnTo>
                <a:lnTo>
                  <a:pt x="474899" y="74784"/>
                </a:lnTo>
                <a:lnTo>
                  <a:pt x="474688" y="73154"/>
                </a:lnTo>
                <a:lnTo>
                  <a:pt x="474431" y="71549"/>
                </a:lnTo>
                <a:lnTo>
                  <a:pt x="474127" y="69969"/>
                </a:lnTo>
                <a:lnTo>
                  <a:pt x="473776" y="68414"/>
                </a:lnTo>
                <a:lnTo>
                  <a:pt x="473378" y="66884"/>
                </a:lnTo>
                <a:lnTo>
                  <a:pt x="472934" y="65380"/>
                </a:lnTo>
                <a:lnTo>
                  <a:pt x="472442" y="63900"/>
                </a:lnTo>
                <a:lnTo>
                  <a:pt x="471904" y="62446"/>
                </a:lnTo>
                <a:lnTo>
                  <a:pt x="471319" y="61016"/>
                </a:lnTo>
                <a:lnTo>
                  <a:pt x="470688" y="59612"/>
                </a:lnTo>
                <a:lnTo>
                  <a:pt x="470009" y="58232"/>
                </a:lnTo>
                <a:lnTo>
                  <a:pt x="469284" y="56878"/>
                </a:lnTo>
                <a:lnTo>
                  <a:pt x="468512" y="55549"/>
                </a:lnTo>
                <a:lnTo>
                  <a:pt x="467693" y="54245"/>
                </a:lnTo>
                <a:lnTo>
                  <a:pt x="466828" y="52966"/>
                </a:lnTo>
                <a:lnTo>
                  <a:pt x="465915" y="51712"/>
                </a:lnTo>
                <a:lnTo>
                  <a:pt x="464956" y="50483"/>
                </a:lnTo>
                <a:lnTo>
                  <a:pt x="463950" y="49279"/>
                </a:lnTo>
                <a:lnTo>
                  <a:pt x="462897" y="48100"/>
                </a:lnTo>
                <a:lnTo>
                  <a:pt x="461798" y="46946"/>
                </a:lnTo>
                <a:lnTo>
                  <a:pt x="460661" y="45829"/>
                </a:lnTo>
                <a:lnTo>
                  <a:pt x="459499" y="44759"/>
                </a:lnTo>
                <a:lnTo>
                  <a:pt x="458310" y="43737"/>
                </a:lnTo>
                <a:lnTo>
                  <a:pt x="457094" y="42762"/>
                </a:lnTo>
                <a:lnTo>
                  <a:pt x="455852" y="41835"/>
                </a:lnTo>
                <a:lnTo>
                  <a:pt x="454584" y="40955"/>
                </a:lnTo>
                <a:lnTo>
                  <a:pt x="453289" y="40123"/>
                </a:lnTo>
                <a:lnTo>
                  <a:pt x="451968" y="39338"/>
                </a:lnTo>
                <a:lnTo>
                  <a:pt x="450620" y="38601"/>
                </a:lnTo>
                <a:lnTo>
                  <a:pt x="449246" y="37912"/>
                </a:lnTo>
                <a:lnTo>
                  <a:pt x="447846" y="37270"/>
                </a:lnTo>
                <a:lnTo>
                  <a:pt x="446419" y="36675"/>
                </a:lnTo>
                <a:lnTo>
                  <a:pt x="444965" y="36129"/>
                </a:lnTo>
                <a:lnTo>
                  <a:pt x="443485" y="35629"/>
                </a:lnTo>
                <a:lnTo>
                  <a:pt x="441979" y="35178"/>
                </a:lnTo>
                <a:lnTo>
                  <a:pt x="440446" y="34773"/>
                </a:lnTo>
                <a:lnTo>
                  <a:pt x="438887" y="34417"/>
                </a:lnTo>
                <a:lnTo>
                  <a:pt x="437302" y="34108"/>
                </a:lnTo>
                <a:lnTo>
                  <a:pt x="435690" y="33846"/>
                </a:lnTo>
                <a:lnTo>
                  <a:pt x="434051" y="33632"/>
                </a:lnTo>
                <a:lnTo>
                  <a:pt x="432386" y="33466"/>
                </a:lnTo>
                <a:lnTo>
                  <a:pt x="430695" y="33347"/>
                </a:lnTo>
                <a:lnTo>
                  <a:pt x="428977" y="33276"/>
                </a:lnTo>
                <a:lnTo>
                  <a:pt x="427233" y="33252"/>
                </a:lnTo>
                <a:lnTo>
                  <a:pt x="426100" y="33262"/>
                </a:lnTo>
                <a:lnTo>
                  <a:pt x="424976" y="33294"/>
                </a:lnTo>
                <a:lnTo>
                  <a:pt x="423861" y="33346"/>
                </a:lnTo>
                <a:lnTo>
                  <a:pt x="422755" y="33420"/>
                </a:lnTo>
                <a:lnTo>
                  <a:pt x="421657" y="33514"/>
                </a:lnTo>
                <a:lnTo>
                  <a:pt x="420569" y="33629"/>
                </a:lnTo>
                <a:lnTo>
                  <a:pt x="419490" y="33765"/>
                </a:lnTo>
                <a:lnTo>
                  <a:pt x="418419" y="33923"/>
                </a:lnTo>
                <a:lnTo>
                  <a:pt x="417358" y="34101"/>
                </a:lnTo>
                <a:lnTo>
                  <a:pt x="416306" y="34300"/>
                </a:lnTo>
                <a:lnTo>
                  <a:pt x="415262" y="34520"/>
                </a:lnTo>
                <a:lnTo>
                  <a:pt x="414228" y="34761"/>
                </a:lnTo>
                <a:lnTo>
                  <a:pt x="413202" y="35023"/>
                </a:lnTo>
                <a:lnTo>
                  <a:pt x="412186" y="35306"/>
                </a:lnTo>
                <a:lnTo>
                  <a:pt x="411178" y="35610"/>
                </a:lnTo>
                <a:lnTo>
                  <a:pt x="410179" y="35935"/>
                </a:lnTo>
                <a:lnTo>
                  <a:pt x="409190" y="36281"/>
                </a:lnTo>
                <a:lnTo>
                  <a:pt x="408209" y="36648"/>
                </a:lnTo>
                <a:lnTo>
                  <a:pt x="407237" y="37036"/>
                </a:lnTo>
                <a:lnTo>
                  <a:pt x="406275" y="37445"/>
                </a:lnTo>
                <a:lnTo>
                  <a:pt x="405321" y="37875"/>
                </a:lnTo>
                <a:lnTo>
                  <a:pt x="404376" y="38325"/>
                </a:lnTo>
                <a:lnTo>
                  <a:pt x="403440" y="38797"/>
                </a:lnTo>
                <a:lnTo>
                  <a:pt x="402513" y="39290"/>
                </a:lnTo>
                <a:lnTo>
                  <a:pt x="401599" y="39802"/>
                </a:lnTo>
                <a:lnTo>
                  <a:pt x="400703" y="40334"/>
                </a:lnTo>
                <a:lnTo>
                  <a:pt x="399824" y="40884"/>
                </a:lnTo>
                <a:lnTo>
                  <a:pt x="398963" y="41453"/>
                </a:lnTo>
                <a:lnTo>
                  <a:pt x="398119" y="42041"/>
                </a:lnTo>
                <a:lnTo>
                  <a:pt x="397293" y="42648"/>
                </a:lnTo>
                <a:lnTo>
                  <a:pt x="396484" y="43273"/>
                </a:lnTo>
                <a:lnTo>
                  <a:pt x="395693" y="43918"/>
                </a:lnTo>
                <a:lnTo>
                  <a:pt x="394919" y="44581"/>
                </a:lnTo>
                <a:lnTo>
                  <a:pt x="394162" y="45263"/>
                </a:lnTo>
                <a:lnTo>
                  <a:pt x="393423" y="45964"/>
                </a:lnTo>
                <a:lnTo>
                  <a:pt x="392702" y="46684"/>
                </a:lnTo>
                <a:lnTo>
                  <a:pt x="391997" y="47422"/>
                </a:lnTo>
                <a:lnTo>
                  <a:pt x="391311" y="48180"/>
                </a:lnTo>
                <a:lnTo>
                  <a:pt x="390642" y="48956"/>
                </a:lnTo>
                <a:lnTo>
                  <a:pt x="389990" y="49751"/>
                </a:lnTo>
                <a:lnTo>
                  <a:pt x="389356" y="50565"/>
                </a:lnTo>
                <a:lnTo>
                  <a:pt x="388739" y="51398"/>
                </a:lnTo>
                <a:lnTo>
                  <a:pt x="388140" y="52250"/>
                </a:lnTo>
                <a:lnTo>
                  <a:pt x="387558" y="53120"/>
                </a:lnTo>
                <a:lnTo>
                  <a:pt x="386994" y="54010"/>
                </a:lnTo>
                <a:lnTo>
                  <a:pt x="386447" y="54918"/>
                </a:lnTo>
                <a:lnTo>
                  <a:pt x="385918" y="55845"/>
                </a:lnTo>
                <a:lnTo>
                  <a:pt x="385406" y="56791"/>
                </a:lnTo>
                <a:lnTo>
                  <a:pt x="384913" y="57747"/>
                </a:lnTo>
                <a:lnTo>
                  <a:pt x="384441" y="58707"/>
                </a:lnTo>
                <a:lnTo>
                  <a:pt x="383991" y="59669"/>
                </a:lnTo>
                <a:lnTo>
                  <a:pt x="383561" y="60634"/>
                </a:lnTo>
                <a:lnTo>
                  <a:pt x="383152" y="61601"/>
                </a:lnTo>
                <a:lnTo>
                  <a:pt x="382764" y="62571"/>
                </a:lnTo>
                <a:lnTo>
                  <a:pt x="382397" y="63544"/>
                </a:lnTo>
                <a:lnTo>
                  <a:pt x="382051" y="64520"/>
                </a:lnTo>
                <a:lnTo>
                  <a:pt x="381727" y="65499"/>
                </a:lnTo>
                <a:lnTo>
                  <a:pt x="381423" y="66480"/>
                </a:lnTo>
                <a:lnTo>
                  <a:pt x="381140" y="67464"/>
                </a:lnTo>
                <a:lnTo>
                  <a:pt x="380877" y="68451"/>
                </a:lnTo>
                <a:lnTo>
                  <a:pt x="380636" y="69440"/>
                </a:lnTo>
                <a:lnTo>
                  <a:pt x="380416" y="70432"/>
                </a:lnTo>
                <a:lnTo>
                  <a:pt x="380217" y="71427"/>
                </a:lnTo>
                <a:lnTo>
                  <a:pt x="380039" y="72425"/>
                </a:lnTo>
                <a:lnTo>
                  <a:pt x="379882" y="73425"/>
                </a:lnTo>
                <a:lnTo>
                  <a:pt x="379745" y="74428"/>
                </a:lnTo>
                <a:lnTo>
                  <a:pt x="379630" y="75434"/>
                </a:lnTo>
                <a:lnTo>
                  <a:pt x="379536" y="76443"/>
                </a:lnTo>
                <a:lnTo>
                  <a:pt x="379462" y="77454"/>
                </a:lnTo>
                <a:lnTo>
                  <a:pt x="379410" y="78468"/>
                </a:lnTo>
                <a:lnTo>
                  <a:pt x="379378" y="79485"/>
                </a:lnTo>
                <a:lnTo>
                  <a:pt x="379368" y="80504"/>
                </a:lnTo>
                <a:lnTo>
                  <a:pt x="379378" y="81830"/>
                </a:lnTo>
                <a:lnTo>
                  <a:pt x="379410" y="83140"/>
                </a:lnTo>
                <a:lnTo>
                  <a:pt x="379462" y="84432"/>
                </a:lnTo>
                <a:lnTo>
                  <a:pt x="379536" y="85707"/>
                </a:lnTo>
                <a:lnTo>
                  <a:pt x="379630" y="86966"/>
                </a:lnTo>
                <a:close/>
                <a:moveTo>
                  <a:pt x="404854" y="76355"/>
                </a:moveTo>
                <a:lnTo>
                  <a:pt x="404980" y="75329"/>
                </a:lnTo>
                <a:lnTo>
                  <a:pt x="405128" y="74326"/>
                </a:lnTo>
                <a:lnTo>
                  <a:pt x="405299" y="73346"/>
                </a:lnTo>
                <a:lnTo>
                  <a:pt x="405492" y="72388"/>
                </a:lnTo>
                <a:lnTo>
                  <a:pt x="405709" y="71452"/>
                </a:lnTo>
                <a:lnTo>
                  <a:pt x="405948" y="70539"/>
                </a:lnTo>
                <a:lnTo>
                  <a:pt x="406210" y="69648"/>
                </a:lnTo>
                <a:lnTo>
                  <a:pt x="406495" y="68780"/>
                </a:lnTo>
                <a:lnTo>
                  <a:pt x="406803" y="67934"/>
                </a:lnTo>
                <a:lnTo>
                  <a:pt x="407133" y="67110"/>
                </a:lnTo>
                <a:lnTo>
                  <a:pt x="407486" y="66309"/>
                </a:lnTo>
                <a:lnTo>
                  <a:pt x="407862" y="65530"/>
                </a:lnTo>
                <a:lnTo>
                  <a:pt x="408261" y="64774"/>
                </a:lnTo>
                <a:lnTo>
                  <a:pt x="408683" y="64040"/>
                </a:lnTo>
                <a:lnTo>
                  <a:pt x="409127" y="63329"/>
                </a:lnTo>
                <a:lnTo>
                  <a:pt x="409594" y="62639"/>
                </a:lnTo>
                <a:lnTo>
                  <a:pt x="410084" y="61973"/>
                </a:lnTo>
                <a:lnTo>
                  <a:pt x="410597" y="61328"/>
                </a:lnTo>
                <a:lnTo>
                  <a:pt x="411132" y="60706"/>
                </a:lnTo>
                <a:lnTo>
                  <a:pt x="411684" y="60108"/>
                </a:lnTo>
                <a:lnTo>
                  <a:pt x="412247" y="59536"/>
                </a:lnTo>
                <a:lnTo>
                  <a:pt x="412821" y="58989"/>
                </a:lnTo>
                <a:lnTo>
                  <a:pt x="413405" y="58467"/>
                </a:lnTo>
                <a:lnTo>
                  <a:pt x="414000" y="57971"/>
                </a:lnTo>
                <a:lnTo>
                  <a:pt x="414605" y="57500"/>
                </a:lnTo>
                <a:lnTo>
                  <a:pt x="415221" y="57055"/>
                </a:lnTo>
                <a:lnTo>
                  <a:pt x="415848" y="56635"/>
                </a:lnTo>
                <a:lnTo>
                  <a:pt x="416485" y="56241"/>
                </a:lnTo>
                <a:lnTo>
                  <a:pt x="417133" y="55872"/>
                </a:lnTo>
                <a:lnTo>
                  <a:pt x="417792" y="55528"/>
                </a:lnTo>
                <a:lnTo>
                  <a:pt x="418461" y="55210"/>
                </a:lnTo>
                <a:lnTo>
                  <a:pt x="419141" y="54917"/>
                </a:lnTo>
                <a:lnTo>
                  <a:pt x="419831" y="54650"/>
                </a:lnTo>
                <a:lnTo>
                  <a:pt x="420532" y="54408"/>
                </a:lnTo>
                <a:lnTo>
                  <a:pt x="421244" y="54192"/>
                </a:lnTo>
                <a:lnTo>
                  <a:pt x="421966" y="54001"/>
                </a:lnTo>
                <a:lnTo>
                  <a:pt x="422699" y="53836"/>
                </a:lnTo>
                <a:lnTo>
                  <a:pt x="423443" y="53696"/>
                </a:lnTo>
                <a:lnTo>
                  <a:pt x="424197" y="53581"/>
                </a:lnTo>
                <a:lnTo>
                  <a:pt x="424962" y="53492"/>
                </a:lnTo>
                <a:lnTo>
                  <a:pt x="425738" y="53429"/>
                </a:lnTo>
                <a:lnTo>
                  <a:pt x="426524" y="53391"/>
                </a:lnTo>
                <a:lnTo>
                  <a:pt x="427321" y="53378"/>
                </a:lnTo>
                <a:lnTo>
                  <a:pt x="428117" y="53391"/>
                </a:lnTo>
                <a:lnTo>
                  <a:pt x="428903" y="53429"/>
                </a:lnTo>
                <a:lnTo>
                  <a:pt x="429678" y="53492"/>
                </a:lnTo>
                <a:lnTo>
                  <a:pt x="430443" y="53581"/>
                </a:lnTo>
                <a:lnTo>
                  <a:pt x="431196" y="53696"/>
                </a:lnTo>
                <a:lnTo>
                  <a:pt x="431939" y="53836"/>
                </a:lnTo>
                <a:lnTo>
                  <a:pt x="432671" y="54001"/>
                </a:lnTo>
                <a:lnTo>
                  <a:pt x="433392" y="54192"/>
                </a:lnTo>
                <a:lnTo>
                  <a:pt x="434103" y="54408"/>
                </a:lnTo>
                <a:lnTo>
                  <a:pt x="434803" y="54650"/>
                </a:lnTo>
                <a:lnTo>
                  <a:pt x="435491" y="54917"/>
                </a:lnTo>
                <a:lnTo>
                  <a:pt x="436170" y="55210"/>
                </a:lnTo>
                <a:lnTo>
                  <a:pt x="436837" y="55528"/>
                </a:lnTo>
                <a:lnTo>
                  <a:pt x="437493" y="55872"/>
                </a:lnTo>
                <a:lnTo>
                  <a:pt x="438139" y="56241"/>
                </a:lnTo>
                <a:lnTo>
                  <a:pt x="438774" y="56635"/>
                </a:lnTo>
                <a:lnTo>
                  <a:pt x="439398" y="57055"/>
                </a:lnTo>
                <a:lnTo>
                  <a:pt x="440012" y="57500"/>
                </a:lnTo>
                <a:lnTo>
                  <a:pt x="440614" y="57971"/>
                </a:lnTo>
                <a:lnTo>
                  <a:pt x="441206" y="58467"/>
                </a:lnTo>
                <a:lnTo>
                  <a:pt x="441787" y="58989"/>
                </a:lnTo>
                <a:lnTo>
                  <a:pt x="442357" y="59536"/>
                </a:lnTo>
                <a:lnTo>
                  <a:pt x="442917" y="60108"/>
                </a:lnTo>
                <a:lnTo>
                  <a:pt x="443465" y="60706"/>
                </a:lnTo>
                <a:lnTo>
                  <a:pt x="443997" y="61328"/>
                </a:lnTo>
                <a:lnTo>
                  <a:pt x="444507" y="61971"/>
                </a:lnTo>
                <a:lnTo>
                  <a:pt x="444993" y="62637"/>
                </a:lnTo>
                <a:lnTo>
                  <a:pt x="445457" y="63324"/>
                </a:lnTo>
                <a:lnTo>
                  <a:pt x="445899" y="64033"/>
                </a:lnTo>
                <a:lnTo>
                  <a:pt x="446317" y="64763"/>
                </a:lnTo>
                <a:lnTo>
                  <a:pt x="446714" y="65516"/>
                </a:lnTo>
                <a:lnTo>
                  <a:pt x="447087" y="66290"/>
                </a:lnTo>
                <a:lnTo>
                  <a:pt x="447438" y="67086"/>
                </a:lnTo>
                <a:lnTo>
                  <a:pt x="447766" y="67904"/>
                </a:lnTo>
                <a:lnTo>
                  <a:pt x="448072" y="68743"/>
                </a:lnTo>
                <a:lnTo>
                  <a:pt x="448355" y="69605"/>
                </a:lnTo>
                <a:lnTo>
                  <a:pt x="448615" y="70488"/>
                </a:lnTo>
                <a:lnTo>
                  <a:pt x="448853" y="71393"/>
                </a:lnTo>
                <a:lnTo>
                  <a:pt x="449068" y="72320"/>
                </a:lnTo>
                <a:lnTo>
                  <a:pt x="449260" y="73268"/>
                </a:lnTo>
                <a:lnTo>
                  <a:pt x="449430" y="74239"/>
                </a:lnTo>
                <a:lnTo>
                  <a:pt x="449577" y="75231"/>
                </a:lnTo>
                <a:lnTo>
                  <a:pt x="449701" y="76245"/>
                </a:lnTo>
                <a:lnTo>
                  <a:pt x="449803" y="77281"/>
                </a:lnTo>
                <a:lnTo>
                  <a:pt x="449883" y="78338"/>
                </a:lnTo>
                <a:lnTo>
                  <a:pt x="449939" y="79418"/>
                </a:lnTo>
                <a:lnTo>
                  <a:pt x="449973" y="80519"/>
                </a:lnTo>
                <a:lnTo>
                  <a:pt x="449984" y="81642"/>
                </a:lnTo>
                <a:lnTo>
                  <a:pt x="449973" y="82794"/>
                </a:lnTo>
                <a:lnTo>
                  <a:pt x="449939" y="83922"/>
                </a:lnTo>
                <a:lnTo>
                  <a:pt x="449883" y="85028"/>
                </a:lnTo>
                <a:lnTo>
                  <a:pt x="449803" y="86110"/>
                </a:lnTo>
                <a:lnTo>
                  <a:pt x="449701" y="87170"/>
                </a:lnTo>
                <a:lnTo>
                  <a:pt x="449577" y="88206"/>
                </a:lnTo>
                <a:lnTo>
                  <a:pt x="449430" y="89220"/>
                </a:lnTo>
                <a:lnTo>
                  <a:pt x="449260" y="90210"/>
                </a:lnTo>
                <a:lnTo>
                  <a:pt x="449068" y="91178"/>
                </a:lnTo>
                <a:lnTo>
                  <a:pt x="448853" y="92122"/>
                </a:lnTo>
                <a:lnTo>
                  <a:pt x="448615" y="93043"/>
                </a:lnTo>
                <a:lnTo>
                  <a:pt x="448355" y="93942"/>
                </a:lnTo>
                <a:lnTo>
                  <a:pt x="448072" y="94817"/>
                </a:lnTo>
                <a:lnTo>
                  <a:pt x="447766" y="95670"/>
                </a:lnTo>
                <a:lnTo>
                  <a:pt x="447438" y="96499"/>
                </a:lnTo>
                <a:lnTo>
                  <a:pt x="447087" y="97305"/>
                </a:lnTo>
                <a:lnTo>
                  <a:pt x="446714" y="98089"/>
                </a:lnTo>
                <a:lnTo>
                  <a:pt x="446317" y="98849"/>
                </a:lnTo>
                <a:lnTo>
                  <a:pt x="445899" y="99586"/>
                </a:lnTo>
                <a:lnTo>
                  <a:pt x="445457" y="100301"/>
                </a:lnTo>
                <a:lnTo>
                  <a:pt x="444993" y="100992"/>
                </a:lnTo>
                <a:lnTo>
                  <a:pt x="444507" y="101660"/>
                </a:lnTo>
                <a:lnTo>
                  <a:pt x="443997" y="102305"/>
                </a:lnTo>
                <a:lnTo>
                  <a:pt x="443465" y="102928"/>
                </a:lnTo>
                <a:lnTo>
                  <a:pt x="442917" y="103526"/>
                </a:lnTo>
                <a:lnTo>
                  <a:pt x="442357" y="104098"/>
                </a:lnTo>
                <a:lnTo>
                  <a:pt x="441787" y="104645"/>
                </a:lnTo>
                <a:lnTo>
                  <a:pt x="441206" y="105167"/>
                </a:lnTo>
                <a:lnTo>
                  <a:pt x="440614" y="105663"/>
                </a:lnTo>
                <a:lnTo>
                  <a:pt x="440012" y="106134"/>
                </a:lnTo>
                <a:lnTo>
                  <a:pt x="439398" y="106579"/>
                </a:lnTo>
                <a:lnTo>
                  <a:pt x="438774" y="106999"/>
                </a:lnTo>
                <a:lnTo>
                  <a:pt x="438139" y="107393"/>
                </a:lnTo>
                <a:lnTo>
                  <a:pt x="437493" y="107762"/>
                </a:lnTo>
                <a:lnTo>
                  <a:pt x="436837" y="108106"/>
                </a:lnTo>
                <a:lnTo>
                  <a:pt x="436170" y="108424"/>
                </a:lnTo>
                <a:lnTo>
                  <a:pt x="435491" y="108717"/>
                </a:lnTo>
                <a:lnTo>
                  <a:pt x="434803" y="108984"/>
                </a:lnTo>
                <a:lnTo>
                  <a:pt x="434103" y="109225"/>
                </a:lnTo>
                <a:lnTo>
                  <a:pt x="433392" y="109442"/>
                </a:lnTo>
                <a:lnTo>
                  <a:pt x="432671" y="109633"/>
                </a:lnTo>
                <a:lnTo>
                  <a:pt x="431939" y="109798"/>
                </a:lnTo>
                <a:lnTo>
                  <a:pt x="431196" y="109938"/>
                </a:lnTo>
                <a:lnTo>
                  <a:pt x="430443" y="110052"/>
                </a:lnTo>
                <a:lnTo>
                  <a:pt x="429678" y="110142"/>
                </a:lnTo>
                <a:lnTo>
                  <a:pt x="428903" y="110205"/>
                </a:lnTo>
                <a:lnTo>
                  <a:pt x="428117" y="110243"/>
                </a:lnTo>
                <a:lnTo>
                  <a:pt x="427321" y="110256"/>
                </a:lnTo>
                <a:lnTo>
                  <a:pt x="426524" y="110243"/>
                </a:lnTo>
                <a:lnTo>
                  <a:pt x="425738" y="110205"/>
                </a:lnTo>
                <a:lnTo>
                  <a:pt x="424962" y="110142"/>
                </a:lnTo>
                <a:lnTo>
                  <a:pt x="424197" y="110052"/>
                </a:lnTo>
                <a:lnTo>
                  <a:pt x="423443" y="109938"/>
                </a:lnTo>
                <a:lnTo>
                  <a:pt x="422699" y="109798"/>
                </a:lnTo>
                <a:lnTo>
                  <a:pt x="421966" y="109633"/>
                </a:lnTo>
                <a:lnTo>
                  <a:pt x="421244" y="109442"/>
                </a:lnTo>
                <a:lnTo>
                  <a:pt x="420532" y="109225"/>
                </a:lnTo>
                <a:lnTo>
                  <a:pt x="419831" y="108984"/>
                </a:lnTo>
                <a:lnTo>
                  <a:pt x="419141" y="108717"/>
                </a:lnTo>
                <a:lnTo>
                  <a:pt x="418461" y="108424"/>
                </a:lnTo>
                <a:lnTo>
                  <a:pt x="417792" y="108106"/>
                </a:lnTo>
                <a:lnTo>
                  <a:pt x="417133" y="107762"/>
                </a:lnTo>
                <a:lnTo>
                  <a:pt x="416485" y="107393"/>
                </a:lnTo>
                <a:lnTo>
                  <a:pt x="415848" y="106999"/>
                </a:lnTo>
                <a:lnTo>
                  <a:pt x="415221" y="106579"/>
                </a:lnTo>
                <a:lnTo>
                  <a:pt x="414605" y="106134"/>
                </a:lnTo>
                <a:lnTo>
                  <a:pt x="414000" y="105663"/>
                </a:lnTo>
                <a:lnTo>
                  <a:pt x="413405" y="105167"/>
                </a:lnTo>
                <a:lnTo>
                  <a:pt x="412821" y="104645"/>
                </a:lnTo>
                <a:lnTo>
                  <a:pt x="412247" y="104098"/>
                </a:lnTo>
                <a:lnTo>
                  <a:pt x="411684" y="103526"/>
                </a:lnTo>
                <a:lnTo>
                  <a:pt x="411132" y="102928"/>
                </a:lnTo>
                <a:lnTo>
                  <a:pt x="410597" y="102306"/>
                </a:lnTo>
                <a:lnTo>
                  <a:pt x="410084" y="101661"/>
                </a:lnTo>
                <a:lnTo>
                  <a:pt x="409594" y="100995"/>
                </a:lnTo>
                <a:lnTo>
                  <a:pt x="409127" y="100305"/>
                </a:lnTo>
                <a:lnTo>
                  <a:pt x="408683" y="99594"/>
                </a:lnTo>
                <a:lnTo>
                  <a:pt x="408261" y="98860"/>
                </a:lnTo>
                <a:lnTo>
                  <a:pt x="407862" y="98104"/>
                </a:lnTo>
                <a:lnTo>
                  <a:pt x="407486" y="97325"/>
                </a:lnTo>
                <a:lnTo>
                  <a:pt x="407133" y="96524"/>
                </a:lnTo>
                <a:lnTo>
                  <a:pt x="406803" y="95700"/>
                </a:lnTo>
                <a:lnTo>
                  <a:pt x="406495" y="94854"/>
                </a:lnTo>
                <a:lnTo>
                  <a:pt x="406210" y="93986"/>
                </a:lnTo>
                <a:lnTo>
                  <a:pt x="405948" y="93095"/>
                </a:lnTo>
                <a:lnTo>
                  <a:pt x="405709" y="92182"/>
                </a:lnTo>
                <a:lnTo>
                  <a:pt x="405492" y="91246"/>
                </a:lnTo>
                <a:lnTo>
                  <a:pt x="405299" y="90288"/>
                </a:lnTo>
                <a:lnTo>
                  <a:pt x="405128" y="89307"/>
                </a:lnTo>
                <a:lnTo>
                  <a:pt x="404980" y="88305"/>
                </a:lnTo>
                <a:lnTo>
                  <a:pt x="404854" y="87279"/>
                </a:lnTo>
                <a:lnTo>
                  <a:pt x="404752" y="86232"/>
                </a:lnTo>
                <a:lnTo>
                  <a:pt x="404672" y="85162"/>
                </a:lnTo>
                <a:lnTo>
                  <a:pt x="404615" y="84069"/>
                </a:lnTo>
                <a:lnTo>
                  <a:pt x="404581" y="82954"/>
                </a:lnTo>
                <a:lnTo>
                  <a:pt x="404569" y="81817"/>
                </a:lnTo>
                <a:lnTo>
                  <a:pt x="404581" y="80680"/>
                </a:lnTo>
                <a:lnTo>
                  <a:pt x="404615" y="79565"/>
                </a:lnTo>
                <a:lnTo>
                  <a:pt x="404672" y="78472"/>
                </a:lnTo>
                <a:lnTo>
                  <a:pt x="404752" y="77402"/>
                </a:lnTo>
                <a:lnTo>
                  <a:pt x="404854" y="76355"/>
                </a:lnTo>
                <a:close/>
                <a:moveTo>
                  <a:pt x="693205" y="61957"/>
                </a:moveTo>
                <a:lnTo>
                  <a:pt x="693417" y="61468"/>
                </a:lnTo>
                <a:lnTo>
                  <a:pt x="693633" y="60992"/>
                </a:lnTo>
                <a:lnTo>
                  <a:pt x="693854" y="60530"/>
                </a:lnTo>
                <a:lnTo>
                  <a:pt x="694081" y="60082"/>
                </a:lnTo>
                <a:lnTo>
                  <a:pt x="694311" y="59648"/>
                </a:lnTo>
                <a:lnTo>
                  <a:pt x="694547" y="59228"/>
                </a:lnTo>
                <a:lnTo>
                  <a:pt x="694788" y="58821"/>
                </a:lnTo>
                <a:lnTo>
                  <a:pt x="695033" y="58429"/>
                </a:lnTo>
                <a:lnTo>
                  <a:pt x="695284" y="58050"/>
                </a:lnTo>
                <a:lnTo>
                  <a:pt x="695539" y="57685"/>
                </a:lnTo>
                <a:lnTo>
                  <a:pt x="695799" y="57333"/>
                </a:lnTo>
                <a:lnTo>
                  <a:pt x="696064" y="56996"/>
                </a:lnTo>
                <a:lnTo>
                  <a:pt x="696334" y="56672"/>
                </a:lnTo>
                <a:lnTo>
                  <a:pt x="696608" y="56363"/>
                </a:lnTo>
                <a:lnTo>
                  <a:pt x="696888" y="56067"/>
                </a:lnTo>
                <a:lnTo>
                  <a:pt x="697172" y="55785"/>
                </a:lnTo>
                <a:lnTo>
                  <a:pt x="697462" y="55516"/>
                </a:lnTo>
                <a:lnTo>
                  <a:pt x="697756" y="55262"/>
                </a:lnTo>
                <a:lnTo>
                  <a:pt x="698055" y="55021"/>
                </a:lnTo>
                <a:lnTo>
                  <a:pt x="698359" y="54794"/>
                </a:lnTo>
                <a:lnTo>
                  <a:pt x="698670" y="54579"/>
                </a:lnTo>
                <a:lnTo>
                  <a:pt x="698991" y="54372"/>
                </a:lnTo>
                <a:lnTo>
                  <a:pt x="699322" y="54175"/>
                </a:lnTo>
                <a:lnTo>
                  <a:pt x="699664" y="53987"/>
                </a:lnTo>
                <a:lnTo>
                  <a:pt x="700015" y="53808"/>
                </a:lnTo>
                <a:lnTo>
                  <a:pt x="700377" y="53639"/>
                </a:lnTo>
                <a:lnTo>
                  <a:pt x="700748" y="53478"/>
                </a:lnTo>
                <a:lnTo>
                  <a:pt x="701130" y="53327"/>
                </a:lnTo>
                <a:lnTo>
                  <a:pt x="701521" y="53185"/>
                </a:lnTo>
                <a:lnTo>
                  <a:pt x="701923" y="53052"/>
                </a:lnTo>
                <a:lnTo>
                  <a:pt x="702334" y="52928"/>
                </a:lnTo>
                <a:lnTo>
                  <a:pt x="702756" y="52813"/>
                </a:lnTo>
                <a:lnTo>
                  <a:pt x="703187" y="52708"/>
                </a:lnTo>
                <a:lnTo>
                  <a:pt x="703629" y="52611"/>
                </a:lnTo>
                <a:lnTo>
                  <a:pt x="704081" y="52524"/>
                </a:lnTo>
                <a:lnTo>
                  <a:pt x="704542" y="52446"/>
                </a:lnTo>
                <a:lnTo>
                  <a:pt x="705014" y="52378"/>
                </a:lnTo>
                <a:lnTo>
                  <a:pt x="705496" y="52318"/>
                </a:lnTo>
                <a:lnTo>
                  <a:pt x="705987" y="52268"/>
                </a:lnTo>
                <a:lnTo>
                  <a:pt x="706489" y="52226"/>
                </a:lnTo>
                <a:lnTo>
                  <a:pt x="707001" y="52194"/>
                </a:lnTo>
                <a:lnTo>
                  <a:pt x="707523" y="52171"/>
                </a:lnTo>
                <a:lnTo>
                  <a:pt x="708055" y="52157"/>
                </a:lnTo>
                <a:lnTo>
                  <a:pt x="708597" y="52153"/>
                </a:lnTo>
                <a:lnTo>
                  <a:pt x="709395" y="52158"/>
                </a:lnTo>
                <a:lnTo>
                  <a:pt x="710172" y="52174"/>
                </a:lnTo>
                <a:lnTo>
                  <a:pt x="710928" y="52201"/>
                </a:lnTo>
                <a:lnTo>
                  <a:pt x="711662" y="52238"/>
                </a:lnTo>
                <a:lnTo>
                  <a:pt x="712374" y="52285"/>
                </a:lnTo>
                <a:lnTo>
                  <a:pt x="713065" y="52344"/>
                </a:lnTo>
                <a:lnTo>
                  <a:pt x="713734" y="52413"/>
                </a:lnTo>
                <a:lnTo>
                  <a:pt x="714382" y="52492"/>
                </a:lnTo>
                <a:lnTo>
                  <a:pt x="715008" y="52582"/>
                </a:lnTo>
                <a:lnTo>
                  <a:pt x="715612" y="52683"/>
                </a:lnTo>
                <a:lnTo>
                  <a:pt x="716195" y="52795"/>
                </a:lnTo>
                <a:lnTo>
                  <a:pt x="716756" y="52916"/>
                </a:lnTo>
                <a:lnTo>
                  <a:pt x="717296" y="53049"/>
                </a:lnTo>
                <a:lnTo>
                  <a:pt x="717814" y="53192"/>
                </a:lnTo>
                <a:lnTo>
                  <a:pt x="718311" y="53346"/>
                </a:lnTo>
                <a:lnTo>
                  <a:pt x="718786" y="53510"/>
                </a:lnTo>
                <a:lnTo>
                  <a:pt x="719240" y="53685"/>
                </a:lnTo>
                <a:lnTo>
                  <a:pt x="719671" y="53871"/>
                </a:lnTo>
                <a:lnTo>
                  <a:pt x="720082" y="54067"/>
                </a:lnTo>
                <a:lnTo>
                  <a:pt x="720471" y="54274"/>
                </a:lnTo>
                <a:lnTo>
                  <a:pt x="720838" y="54491"/>
                </a:lnTo>
                <a:lnTo>
                  <a:pt x="721183" y="54719"/>
                </a:lnTo>
                <a:lnTo>
                  <a:pt x="721507" y="54958"/>
                </a:lnTo>
                <a:lnTo>
                  <a:pt x="721810" y="55207"/>
                </a:lnTo>
                <a:lnTo>
                  <a:pt x="722095" y="55469"/>
                </a:lnTo>
                <a:lnTo>
                  <a:pt x="722369" y="55745"/>
                </a:lnTo>
                <a:lnTo>
                  <a:pt x="722630" y="56035"/>
                </a:lnTo>
                <a:lnTo>
                  <a:pt x="722879" y="56339"/>
                </a:lnTo>
                <a:lnTo>
                  <a:pt x="723116" y="56657"/>
                </a:lnTo>
                <a:lnTo>
                  <a:pt x="723341" y="56990"/>
                </a:lnTo>
                <a:lnTo>
                  <a:pt x="723554" y="57338"/>
                </a:lnTo>
                <a:lnTo>
                  <a:pt x="723754" y="57699"/>
                </a:lnTo>
                <a:lnTo>
                  <a:pt x="723943" y="58075"/>
                </a:lnTo>
                <a:lnTo>
                  <a:pt x="724119" y="58465"/>
                </a:lnTo>
                <a:lnTo>
                  <a:pt x="724283" y="58869"/>
                </a:lnTo>
                <a:lnTo>
                  <a:pt x="724435" y="59288"/>
                </a:lnTo>
                <a:lnTo>
                  <a:pt x="724575" y="59721"/>
                </a:lnTo>
                <a:lnTo>
                  <a:pt x="724702" y="60168"/>
                </a:lnTo>
                <a:lnTo>
                  <a:pt x="724818" y="60630"/>
                </a:lnTo>
                <a:lnTo>
                  <a:pt x="724921" y="61105"/>
                </a:lnTo>
                <a:lnTo>
                  <a:pt x="725012" y="61595"/>
                </a:lnTo>
                <a:lnTo>
                  <a:pt x="725091" y="62100"/>
                </a:lnTo>
                <a:lnTo>
                  <a:pt x="725158" y="62619"/>
                </a:lnTo>
                <a:lnTo>
                  <a:pt x="725213" y="63151"/>
                </a:lnTo>
                <a:lnTo>
                  <a:pt x="725255" y="63699"/>
                </a:lnTo>
                <a:lnTo>
                  <a:pt x="725286" y="64260"/>
                </a:lnTo>
                <a:lnTo>
                  <a:pt x="725304" y="64836"/>
                </a:lnTo>
                <a:lnTo>
                  <a:pt x="725310" y="65426"/>
                </a:lnTo>
                <a:lnTo>
                  <a:pt x="725310" y="67904"/>
                </a:lnTo>
                <a:lnTo>
                  <a:pt x="724737" y="68137"/>
                </a:lnTo>
                <a:lnTo>
                  <a:pt x="724128" y="68372"/>
                </a:lnTo>
                <a:lnTo>
                  <a:pt x="723482" y="68608"/>
                </a:lnTo>
                <a:lnTo>
                  <a:pt x="722799" y="68846"/>
                </a:lnTo>
                <a:lnTo>
                  <a:pt x="722079" y="69085"/>
                </a:lnTo>
                <a:lnTo>
                  <a:pt x="721323" y="69326"/>
                </a:lnTo>
                <a:lnTo>
                  <a:pt x="720530" y="69568"/>
                </a:lnTo>
                <a:lnTo>
                  <a:pt x="719700" y="69812"/>
                </a:lnTo>
                <a:lnTo>
                  <a:pt x="718833" y="70057"/>
                </a:lnTo>
                <a:lnTo>
                  <a:pt x="717930" y="70304"/>
                </a:lnTo>
                <a:lnTo>
                  <a:pt x="716990" y="70552"/>
                </a:lnTo>
                <a:lnTo>
                  <a:pt x="716013" y="70802"/>
                </a:lnTo>
                <a:lnTo>
                  <a:pt x="714999" y="71053"/>
                </a:lnTo>
                <a:lnTo>
                  <a:pt x="713948" y="71306"/>
                </a:lnTo>
                <a:lnTo>
                  <a:pt x="712861" y="71560"/>
                </a:lnTo>
                <a:lnTo>
                  <a:pt x="711737" y="71816"/>
                </a:lnTo>
                <a:lnTo>
                  <a:pt x="710576" y="72073"/>
                </a:lnTo>
                <a:lnTo>
                  <a:pt x="709379" y="72332"/>
                </a:lnTo>
                <a:lnTo>
                  <a:pt x="708144" y="72592"/>
                </a:lnTo>
                <a:lnTo>
                  <a:pt x="706873" y="72854"/>
                </a:lnTo>
                <a:lnTo>
                  <a:pt x="705565" y="73118"/>
                </a:lnTo>
                <a:lnTo>
                  <a:pt x="704221" y="73383"/>
                </a:lnTo>
                <a:lnTo>
                  <a:pt x="702839" y="73649"/>
                </a:lnTo>
                <a:lnTo>
                  <a:pt x="701421" y="73917"/>
                </a:lnTo>
                <a:lnTo>
                  <a:pt x="700367" y="74122"/>
                </a:lnTo>
                <a:lnTo>
                  <a:pt x="699334" y="74329"/>
                </a:lnTo>
                <a:lnTo>
                  <a:pt x="698321" y="74540"/>
                </a:lnTo>
                <a:lnTo>
                  <a:pt x="697329" y="74753"/>
                </a:lnTo>
                <a:lnTo>
                  <a:pt x="696358" y="74969"/>
                </a:lnTo>
                <a:lnTo>
                  <a:pt x="695408" y="75188"/>
                </a:lnTo>
                <a:lnTo>
                  <a:pt x="694479" y="75410"/>
                </a:lnTo>
                <a:lnTo>
                  <a:pt x="693570" y="75635"/>
                </a:lnTo>
                <a:lnTo>
                  <a:pt x="692682" y="75863"/>
                </a:lnTo>
                <a:lnTo>
                  <a:pt x="691815" y="76093"/>
                </a:lnTo>
                <a:lnTo>
                  <a:pt x="690969" y="76327"/>
                </a:lnTo>
                <a:lnTo>
                  <a:pt x="690144" y="76563"/>
                </a:lnTo>
                <a:lnTo>
                  <a:pt x="689340" y="76803"/>
                </a:lnTo>
                <a:lnTo>
                  <a:pt x="688556" y="77045"/>
                </a:lnTo>
                <a:lnTo>
                  <a:pt x="687793" y="77290"/>
                </a:lnTo>
                <a:lnTo>
                  <a:pt x="687051" y="77537"/>
                </a:lnTo>
                <a:lnTo>
                  <a:pt x="686330" y="77788"/>
                </a:lnTo>
                <a:lnTo>
                  <a:pt x="685629" y="78042"/>
                </a:lnTo>
                <a:lnTo>
                  <a:pt x="684950" y="78298"/>
                </a:lnTo>
                <a:lnTo>
                  <a:pt x="684291" y="78558"/>
                </a:lnTo>
                <a:lnTo>
                  <a:pt x="683653" y="78820"/>
                </a:lnTo>
                <a:lnTo>
                  <a:pt x="683036" y="79085"/>
                </a:lnTo>
                <a:lnTo>
                  <a:pt x="682439" y="79353"/>
                </a:lnTo>
                <a:lnTo>
                  <a:pt x="681864" y="79624"/>
                </a:lnTo>
                <a:lnTo>
                  <a:pt x="681304" y="79901"/>
                </a:lnTo>
                <a:lnTo>
                  <a:pt x="680755" y="80188"/>
                </a:lnTo>
                <a:lnTo>
                  <a:pt x="680216" y="80486"/>
                </a:lnTo>
                <a:lnTo>
                  <a:pt x="679687" y="80793"/>
                </a:lnTo>
                <a:lnTo>
                  <a:pt x="679169" y="81110"/>
                </a:lnTo>
                <a:lnTo>
                  <a:pt x="678662" y="81438"/>
                </a:lnTo>
                <a:lnTo>
                  <a:pt x="678165" y="81775"/>
                </a:lnTo>
                <a:lnTo>
                  <a:pt x="677678" y="82122"/>
                </a:lnTo>
                <a:lnTo>
                  <a:pt x="677202" y="82479"/>
                </a:lnTo>
                <a:lnTo>
                  <a:pt x="676737" y="82846"/>
                </a:lnTo>
                <a:lnTo>
                  <a:pt x="676282" y="83224"/>
                </a:lnTo>
                <a:lnTo>
                  <a:pt x="675837" y="83611"/>
                </a:lnTo>
                <a:lnTo>
                  <a:pt x="675403" y="84008"/>
                </a:lnTo>
                <a:lnTo>
                  <a:pt x="674979" y="84415"/>
                </a:lnTo>
                <a:lnTo>
                  <a:pt x="674566" y="84832"/>
                </a:lnTo>
                <a:lnTo>
                  <a:pt x="674163" y="85259"/>
                </a:lnTo>
                <a:lnTo>
                  <a:pt x="673771" y="85697"/>
                </a:lnTo>
                <a:lnTo>
                  <a:pt x="673390" y="86144"/>
                </a:lnTo>
                <a:lnTo>
                  <a:pt x="673018" y="86601"/>
                </a:lnTo>
                <a:lnTo>
                  <a:pt x="672658" y="87068"/>
                </a:lnTo>
                <a:lnTo>
                  <a:pt x="672307" y="87545"/>
                </a:lnTo>
                <a:lnTo>
                  <a:pt x="671968" y="88032"/>
                </a:lnTo>
                <a:lnTo>
                  <a:pt x="671638" y="88529"/>
                </a:lnTo>
                <a:lnTo>
                  <a:pt x="671320" y="89036"/>
                </a:lnTo>
                <a:lnTo>
                  <a:pt x="671013" y="89551"/>
                </a:lnTo>
                <a:lnTo>
                  <a:pt x="670719" y="90072"/>
                </a:lnTo>
                <a:lnTo>
                  <a:pt x="670438" y="90598"/>
                </a:lnTo>
                <a:lnTo>
                  <a:pt x="670170" y="91131"/>
                </a:lnTo>
                <a:lnTo>
                  <a:pt x="669915" y="91669"/>
                </a:lnTo>
                <a:lnTo>
                  <a:pt x="669673" y="92213"/>
                </a:lnTo>
                <a:lnTo>
                  <a:pt x="669445" y="92764"/>
                </a:lnTo>
                <a:lnTo>
                  <a:pt x="669229" y="93320"/>
                </a:lnTo>
                <a:lnTo>
                  <a:pt x="669027" y="93882"/>
                </a:lnTo>
                <a:lnTo>
                  <a:pt x="668837" y="94450"/>
                </a:lnTo>
                <a:lnTo>
                  <a:pt x="668661" y="95023"/>
                </a:lnTo>
                <a:lnTo>
                  <a:pt x="668498" y="95603"/>
                </a:lnTo>
                <a:lnTo>
                  <a:pt x="668347" y="96189"/>
                </a:lnTo>
                <a:lnTo>
                  <a:pt x="668210" y="96780"/>
                </a:lnTo>
                <a:lnTo>
                  <a:pt x="668086" y="97378"/>
                </a:lnTo>
                <a:lnTo>
                  <a:pt x="667975" y="97981"/>
                </a:lnTo>
                <a:lnTo>
                  <a:pt x="667877" y="98590"/>
                </a:lnTo>
                <a:lnTo>
                  <a:pt x="667792" y="99205"/>
                </a:lnTo>
                <a:lnTo>
                  <a:pt x="667720" y="99827"/>
                </a:lnTo>
                <a:lnTo>
                  <a:pt x="667661" y="100454"/>
                </a:lnTo>
                <a:lnTo>
                  <a:pt x="667616" y="101086"/>
                </a:lnTo>
                <a:lnTo>
                  <a:pt x="667583" y="101725"/>
                </a:lnTo>
                <a:lnTo>
                  <a:pt x="667563" y="102370"/>
                </a:lnTo>
                <a:lnTo>
                  <a:pt x="667557" y="103020"/>
                </a:lnTo>
                <a:lnTo>
                  <a:pt x="667571" y="104001"/>
                </a:lnTo>
                <a:lnTo>
                  <a:pt x="667614" y="104967"/>
                </a:lnTo>
                <a:lnTo>
                  <a:pt x="667686" y="105919"/>
                </a:lnTo>
                <a:lnTo>
                  <a:pt x="667787" y="106857"/>
                </a:lnTo>
                <a:lnTo>
                  <a:pt x="667916" y="107781"/>
                </a:lnTo>
                <a:lnTo>
                  <a:pt x="668074" y="108690"/>
                </a:lnTo>
                <a:lnTo>
                  <a:pt x="668260" y="109585"/>
                </a:lnTo>
                <a:lnTo>
                  <a:pt x="668476" y="110466"/>
                </a:lnTo>
                <a:lnTo>
                  <a:pt x="668720" y="111333"/>
                </a:lnTo>
                <a:lnTo>
                  <a:pt x="668992" y="112186"/>
                </a:lnTo>
                <a:lnTo>
                  <a:pt x="669294" y="113024"/>
                </a:lnTo>
                <a:lnTo>
                  <a:pt x="669624" y="113848"/>
                </a:lnTo>
                <a:lnTo>
                  <a:pt x="669983" y="114658"/>
                </a:lnTo>
                <a:lnTo>
                  <a:pt x="670371" y="115453"/>
                </a:lnTo>
                <a:lnTo>
                  <a:pt x="670787" y="116235"/>
                </a:lnTo>
                <a:lnTo>
                  <a:pt x="671232" y="117002"/>
                </a:lnTo>
                <a:lnTo>
                  <a:pt x="671706" y="117755"/>
                </a:lnTo>
                <a:lnTo>
                  <a:pt x="672208" y="118493"/>
                </a:lnTo>
                <a:lnTo>
                  <a:pt x="672739" y="119218"/>
                </a:lnTo>
                <a:lnTo>
                  <a:pt x="673299" y="119928"/>
                </a:lnTo>
                <a:lnTo>
                  <a:pt x="673888" y="120624"/>
                </a:lnTo>
                <a:lnTo>
                  <a:pt x="674505" y="121306"/>
                </a:lnTo>
                <a:lnTo>
                  <a:pt x="675151" y="121974"/>
                </a:lnTo>
                <a:lnTo>
                  <a:pt x="675826" y="122627"/>
                </a:lnTo>
                <a:lnTo>
                  <a:pt x="676526" y="123260"/>
                </a:lnTo>
                <a:lnTo>
                  <a:pt x="677247" y="123866"/>
                </a:lnTo>
                <a:lnTo>
                  <a:pt x="677988" y="124445"/>
                </a:lnTo>
                <a:lnTo>
                  <a:pt x="678751" y="124997"/>
                </a:lnTo>
                <a:lnTo>
                  <a:pt x="679536" y="125522"/>
                </a:lnTo>
                <a:lnTo>
                  <a:pt x="680341" y="126020"/>
                </a:lnTo>
                <a:lnTo>
                  <a:pt x="681167" y="126491"/>
                </a:lnTo>
                <a:lnTo>
                  <a:pt x="682015" y="126935"/>
                </a:lnTo>
                <a:lnTo>
                  <a:pt x="682883" y="127353"/>
                </a:lnTo>
                <a:lnTo>
                  <a:pt x="683773" y="127743"/>
                </a:lnTo>
                <a:lnTo>
                  <a:pt x="684684" y="128107"/>
                </a:lnTo>
                <a:lnTo>
                  <a:pt x="685616" y="128443"/>
                </a:lnTo>
                <a:lnTo>
                  <a:pt x="686569" y="128753"/>
                </a:lnTo>
                <a:lnTo>
                  <a:pt x="687543" y="129036"/>
                </a:lnTo>
                <a:lnTo>
                  <a:pt x="688538" y="129292"/>
                </a:lnTo>
                <a:lnTo>
                  <a:pt x="689555" y="129520"/>
                </a:lnTo>
                <a:lnTo>
                  <a:pt x="690592" y="129722"/>
                </a:lnTo>
                <a:lnTo>
                  <a:pt x="691651" y="129897"/>
                </a:lnTo>
                <a:lnTo>
                  <a:pt x="692731" y="130046"/>
                </a:lnTo>
                <a:lnTo>
                  <a:pt x="693831" y="130167"/>
                </a:lnTo>
                <a:lnTo>
                  <a:pt x="694953" y="130261"/>
                </a:lnTo>
                <a:lnTo>
                  <a:pt x="696096" y="130328"/>
                </a:lnTo>
                <a:lnTo>
                  <a:pt x="697261" y="130369"/>
                </a:lnTo>
                <a:lnTo>
                  <a:pt x="698446" y="130382"/>
                </a:lnTo>
                <a:lnTo>
                  <a:pt x="699123" y="130377"/>
                </a:lnTo>
                <a:lnTo>
                  <a:pt x="699796" y="130361"/>
                </a:lnTo>
                <a:lnTo>
                  <a:pt x="700466" y="130334"/>
                </a:lnTo>
                <a:lnTo>
                  <a:pt x="701132" y="130297"/>
                </a:lnTo>
                <a:lnTo>
                  <a:pt x="701795" y="130249"/>
                </a:lnTo>
                <a:lnTo>
                  <a:pt x="702455" y="130191"/>
                </a:lnTo>
                <a:lnTo>
                  <a:pt x="703111" y="130122"/>
                </a:lnTo>
                <a:lnTo>
                  <a:pt x="703764" y="130042"/>
                </a:lnTo>
                <a:lnTo>
                  <a:pt x="704414" y="129951"/>
                </a:lnTo>
                <a:lnTo>
                  <a:pt x="705061" y="129850"/>
                </a:lnTo>
                <a:lnTo>
                  <a:pt x="705704" y="129739"/>
                </a:lnTo>
                <a:lnTo>
                  <a:pt x="706343" y="129616"/>
                </a:lnTo>
                <a:lnTo>
                  <a:pt x="706980" y="129484"/>
                </a:lnTo>
                <a:lnTo>
                  <a:pt x="707613" y="129340"/>
                </a:lnTo>
                <a:lnTo>
                  <a:pt x="708242" y="129186"/>
                </a:lnTo>
                <a:lnTo>
                  <a:pt x="708869" y="129021"/>
                </a:lnTo>
                <a:lnTo>
                  <a:pt x="709492" y="128845"/>
                </a:lnTo>
                <a:lnTo>
                  <a:pt x="710112" y="128659"/>
                </a:lnTo>
                <a:lnTo>
                  <a:pt x="710728" y="128463"/>
                </a:lnTo>
                <a:lnTo>
                  <a:pt x="711341" y="128255"/>
                </a:lnTo>
                <a:lnTo>
                  <a:pt x="711951" y="128037"/>
                </a:lnTo>
                <a:lnTo>
                  <a:pt x="712557" y="127809"/>
                </a:lnTo>
                <a:lnTo>
                  <a:pt x="713160" y="127569"/>
                </a:lnTo>
                <a:lnTo>
                  <a:pt x="713759" y="127319"/>
                </a:lnTo>
                <a:lnTo>
                  <a:pt x="714356" y="127059"/>
                </a:lnTo>
                <a:lnTo>
                  <a:pt x="714949" y="126788"/>
                </a:lnTo>
                <a:lnTo>
                  <a:pt x="715540" y="126506"/>
                </a:lnTo>
                <a:lnTo>
                  <a:pt x="716127" y="126214"/>
                </a:lnTo>
                <a:lnTo>
                  <a:pt x="716711" y="125910"/>
                </a:lnTo>
                <a:lnTo>
                  <a:pt x="717292" y="125597"/>
                </a:lnTo>
                <a:lnTo>
                  <a:pt x="717871" y="125272"/>
                </a:lnTo>
                <a:lnTo>
                  <a:pt x="718446" y="124937"/>
                </a:lnTo>
                <a:lnTo>
                  <a:pt x="719018" y="124592"/>
                </a:lnTo>
                <a:lnTo>
                  <a:pt x="719587" y="124236"/>
                </a:lnTo>
                <a:lnTo>
                  <a:pt x="720153" y="123869"/>
                </a:lnTo>
                <a:lnTo>
                  <a:pt x="720716" y="123491"/>
                </a:lnTo>
                <a:lnTo>
                  <a:pt x="721276" y="123103"/>
                </a:lnTo>
                <a:lnTo>
                  <a:pt x="721833" y="122704"/>
                </a:lnTo>
                <a:lnTo>
                  <a:pt x="722387" y="122295"/>
                </a:lnTo>
                <a:lnTo>
                  <a:pt x="722938" y="121875"/>
                </a:lnTo>
                <a:lnTo>
                  <a:pt x="723485" y="121444"/>
                </a:lnTo>
                <a:lnTo>
                  <a:pt x="724030" y="121003"/>
                </a:lnTo>
                <a:lnTo>
                  <a:pt x="724572" y="120551"/>
                </a:lnTo>
                <a:lnTo>
                  <a:pt x="725111" y="120088"/>
                </a:lnTo>
                <a:lnTo>
                  <a:pt x="725646" y="119615"/>
                </a:lnTo>
                <a:lnTo>
                  <a:pt x="726179" y="119131"/>
                </a:lnTo>
                <a:lnTo>
                  <a:pt x="726709" y="118637"/>
                </a:lnTo>
                <a:lnTo>
                  <a:pt x="727235" y="118131"/>
                </a:lnTo>
                <a:lnTo>
                  <a:pt x="727258" y="118192"/>
                </a:lnTo>
                <a:lnTo>
                  <a:pt x="727281" y="118258"/>
                </a:lnTo>
                <a:lnTo>
                  <a:pt x="727306" y="118330"/>
                </a:lnTo>
                <a:lnTo>
                  <a:pt x="727332" y="118406"/>
                </a:lnTo>
                <a:lnTo>
                  <a:pt x="727360" y="118488"/>
                </a:lnTo>
                <a:lnTo>
                  <a:pt x="727388" y="118574"/>
                </a:lnTo>
                <a:lnTo>
                  <a:pt x="727418" y="118666"/>
                </a:lnTo>
                <a:lnTo>
                  <a:pt x="727449" y="118763"/>
                </a:lnTo>
                <a:lnTo>
                  <a:pt x="727481" y="118866"/>
                </a:lnTo>
                <a:lnTo>
                  <a:pt x="727515" y="118973"/>
                </a:lnTo>
                <a:lnTo>
                  <a:pt x="727549" y="119086"/>
                </a:lnTo>
                <a:lnTo>
                  <a:pt x="727585" y="119203"/>
                </a:lnTo>
                <a:lnTo>
                  <a:pt x="727622" y="119326"/>
                </a:lnTo>
                <a:lnTo>
                  <a:pt x="727661" y="119454"/>
                </a:lnTo>
                <a:lnTo>
                  <a:pt x="727700" y="119588"/>
                </a:lnTo>
                <a:lnTo>
                  <a:pt x="727741" y="119726"/>
                </a:lnTo>
                <a:lnTo>
                  <a:pt x="727783" y="119870"/>
                </a:lnTo>
                <a:lnTo>
                  <a:pt x="727826" y="120018"/>
                </a:lnTo>
                <a:lnTo>
                  <a:pt x="727870" y="120172"/>
                </a:lnTo>
                <a:lnTo>
                  <a:pt x="727916" y="120331"/>
                </a:lnTo>
                <a:lnTo>
                  <a:pt x="727963" y="120495"/>
                </a:lnTo>
                <a:lnTo>
                  <a:pt x="728011" y="120665"/>
                </a:lnTo>
                <a:lnTo>
                  <a:pt x="728060" y="120839"/>
                </a:lnTo>
                <a:lnTo>
                  <a:pt x="728110" y="121019"/>
                </a:lnTo>
                <a:lnTo>
                  <a:pt x="728226" y="121416"/>
                </a:lnTo>
                <a:lnTo>
                  <a:pt x="728340" y="121805"/>
                </a:lnTo>
                <a:lnTo>
                  <a:pt x="728453" y="122185"/>
                </a:lnTo>
                <a:lnTo>
                  <a:pt x="728565" y="122558"/>
                </a:lnTo>
                <a:lnTo>
                  <a:pt x="728675" y="122922"/>
                </a:lnTo>
                <a:lnTo>
                  <a:pt x="728783" y="123278"/>
                </a:lnTo>
                <a:lnTo>
                  <a:pt x="728890" y="123626"/>
                </a:lnTo>
                <a:lnTo>
                  <a:pt x="728995" y="123965"/>
                </a:lnTo>
                <a:lnTo>
                  <a:pt x="729099" y="124296"/>
                </a:lnTo>
                <a:lnTo>
                  <a:pt x="729201" y="124620"/>
                </a:lnTo>
                <a:lnTo>
                  <a:pt x="729302" y="124935"/>
                </a:lnTo>
                <a:lnTo>
                  <a:pt x="729401" y="125241"/>
                </a:lnTo>
                <a:lnTo>
                  <a:pt x="729499" y="125540"/>
                </a:lnTo>
                <a:lnTo>
                  <a:pt x="729595" y="125830"/>
                </a:lnTo>
                <a:lnTo>
                  <a:pt x="729689" y="126112"/>
                </a:lnTo>
                <a:lnTo>
                  <a:pt x="729782" y="126386"/>
                </a:lnTo>
                <a:lnTo>
                  <a:pt x="729874" y="126652"/>
                </a:lnTo>
                <a:lnTo>
                  <a:pt x="729964" y="126909"/>
                </a:lnTo>
                <a:lnTo>
                  <a:pt x="730053" y="127159"/>
                </a:lnTo>
                <a:lnTo>
                  <a:pt x="730140" y="127400"/>
                </a:lnTo>
                <a:lnTo>
                  <a:pt x="730225" y="127633"/>
                </a:lnTo>
                <a:lnTo>
                  <a:pt x="730309" y="127857"/>
                </a:lnTo>
                <a:lnTo>
                  <a:pt x="730392" y="128074"/>
                </a:lnTo>
                <a:lnTo>
                  <a:pt x="730473" y="128282"/>
                </a:lnTo>
                <a:lnTo>
                  <a:pt x="754799" y="128282"/>
                </a:lnTo>
                <a:lnTo>
                  <a:pt x="754533" y="127729"/>
                </a:lnTo>
                <a:lnTo>
                  <a:pt x="754274" y="127179"/>
                </a:lnTo>
                <a:lnTo>
                  <a:pt x="754022" y="126632"/>
                </a:lnTo>
                <a:lnTo>
                  <a:pt x="753777" y="126088"/>
                </a:lnTo>
                <a:lnTo>
                  <a:pt x="753539" y="125547"/>
                </a:lnTo>
                <a:lnTo>
                  <a:pt x="753309" y="125009"/>
                </a:lnTo>
                <a:lnTo>
                  <a:pt x="753085" y="124473"/>
                </a:lnTo>
                <a:lnTo>
                  <a:pt x="752869" y="123941"/>
                </a:lnTo>
                <a:lnTo>
                  <a:pt x="752660" y="123411"/>
                </a:lnTo>
                <a:lnTo>
                  <a:pt x="752458" y="122884"/>
                </a:lnTo>
                <a:lnTo>
                  <a:pt x="752263" y="122360"/>
                </a:lnTo>
                <a:lnTo>
                  <a:pt x="752076" y="121839"/>
                </a:lnTo>
                <a:lnTo>
                  <a:pt x="751895" y="121321"/>
                </a:lnTo>
                <a:lnTo>
                  <a:pt x="751722" y="120806"/>
                </a:lnTo>
                <a:lnTo>
                  <a:pt x="751555" y="120294"/>
                </a:lnTo>
                <a:lnTo>
                  <a:pt x="751396" y="119784"/>
                </a:lnTo>
                <a:lnTo>
                  <a:pt x="751244" y="119278"/>
                </a:lnTo>
                <a:lnTo>
                  <a:pt x="751099" y="118774"/>
                </a:lnTo>
                <a:lnTo>
                  <a:pt x="750962" y="118273"/>
                </a:lnTo>
                <a:lnTo>
                  <a:pt x="750831" y="117775"/>
                </a:lnTo>
                <a:lnTo>
                  <a:pt x="750708" y="117280"/>
                </a:lnTo>
                <a:lnTo>
                  <a:pt x="750591" y="116788"/>
                </a:lnTo>
                <a:lnTo>
                  <a:pt x="750482" y="116299"/>
                </a:lnTo>
                <a:lnTo>
                  <a:pt x="750380" y="115813"/>
                </a:lnTo>
                <a:lnTo>
                  <a:pt x="750284" y="115317"/>
                </a:lnTo>
                <a:lnTo>
                  <a:pt x="750191" y="114798"/>
                </a:lnTo>
                <a:lnTo>
                  <a:pt x="750103" y="114257"/>
                </a:lnTo>
                <a:lnTo>
                  <a:pt x="750019" y="113694"/>
                </a:lnTo>
                <a:lnTo>
                  <a:pt x="749939" y="113109"/>
                </a:lnTo>
                <a:lnTo>
                  <a:pt x="749863" y="112501"/>
                </a:lnTo>
                <a:lnTo>
                  <a:pt x="749792" y="111871"/>
                </a:lnTo>
                <a:lnTo>
                  <a:pt x="749724" y="111219"/>
                </a:lnTo>
                <a:lnTo>
                  <a:pt x="749660" y="110544"/>
                </a:lnTo>
                <a:lnTo>
                  <a:pt x="749601" y="109847"/>
                </a:lnTo>
                <a:lnTo>
                  <a:pt x="749545" y="109127"/>
                </a:lnTo>
                <a:lnTo>
                  <a:pt x="749494" y="108386"/>
                </a:lnTo>
                <a:lnTo>
                  <a:pt x="749447" y="107622"/>
                </a:lnTo>
                <a:lnTo>
                  <a:pt x="749404" y="106835"/>
                </a:lnTo>
                <a:lnTo>
                  <a:pt x="749365" y="106026"/>
                </a:lnTo>
                <a:lnTo>
                  <a:pt x="749330" y="105195"/>
                </a:lnTo>
                <a:lnTo>
                  <a:pt x="749299" y="104342"/>
                </a:lnTo>
                <a:lnTo>
                  <a:pt x="749273" y="103466"/>
                </a:lnTo>
                <a:lnTo>
                  <a:pt x="749250" y="102568"/>
                </a:lnTo>
                <a:lnTo>
                  <a:pt x="749232" y="101648"/>
                </a:lnTo>
                <a:lnTo>
                  <a:pt x="749217" y="100705"/>
                </a:lnTo>
                <a:lnTo>
                  <a:pt x="749207" y="99740"/>
                </a:lnTo>
                <a:lnTo>
                  <a:pt x="749201" y="98753"/>
                </a:lnTo>
                <a:lnTo>
                  <a:pt x="749199" y="97743"/>
                </a:lnTo>
                <a:lnTo>
                  <a:pt x="749461" y="69041"/>
                </a:lnTo>
                <a:lnTo>
                  <a:pt x="749456" y="67724"/>
                </a:lnTo>
                <a:lnTo>
                  <a:pt x="749439" y="66442"/>
                </a:lnTo>
                <a:lnTo>
                  <a:pt x="749410" y="65194"/>
                </a:lnTo>
                <a:lnTo>
                  <a:pt x="749370" y="63982"/>
                </a:lnTo>
                <a:lnTo>
                  <a:pt x="749319" y="62804"/>
                </a:lnTo>
                <a:lnTo>
                  <a:pt x="749256" y="61661"/>
                </a:lnTo>
                <a:lnTo>
                  <a:pt x="749182" y="60552"/>
                </a:lnTo>
                <a:lnTo>
                  <a:pt x="749097" y="59479"/>
                </a:lnTo>
                <a:lnTo>
                  <a:pt x="749000" y="58440"/>
                </a:lnTo>
                <a:lnTo>
                  <a:pt x="748892" y="57436"/>
                </a:lnTo>
                <a:lnTo>
                  <a:pt x="748772" y="56467"/>
                </a:lnTo>
                <a:lnTo>
                  <a:pt x="748641" y="55533"/>
                </a:lnTo>
                <a:lnTo>
                  <a:pt x="748499" y="54633"/>
                </a:lnTo>
                <a:lnTo>
                  <a:pt x="748345" y="53768"/>
                </a:lnTo>
                <a:lnTo>
                  <a:pt x="748180" y="52938"/>
                </a:lnTo>
                <a:lnTo>
                  <a:pt x="748003" y="52143"/>
                </a:lnTo>
                <a:lnTo>
                  <a:pt x="747815" y="51383"/>
                </a:lnTo>
                <a:lnTo>
                  <a:pt x="747616" y="50657"/>
                </a:lnTo>
                <a:lnTo>
                  <a:pt x="747405" y="49966"/>
                </a:lnTo>
                <a:lnTo>
                  <a:pt x="747183" y="49310"/>
                </a:lnTo>
                <a:lnTo>
                  <a:pt x="746949" y="48689"/>
                </a:lnTo>
                <a:lnTo>
                  <a:pt x="746704" y="48102"/>
                </a:lnTo>
                <a:lnTo>
                  <a:pt x="746448" y="47551"/>
                </a:lnTo>
                <a:lnTo>
                  <a:pt x="746180" y="47034"/>
                </a:lnTo>
                <a:lnTo>
                  <a:pt x="745898" y="46538"/>
                </a:lnTo>
                <a:lnTo>
                  <a:pt x="745600" y="46049"/>
                </a:lnTo>
                <a:lnTo>
                  <a:pt x="745285" y="45568"/>
                </a:lnTo>
                <a:lnTo>
                  <a:pt x="744954" y="45094"/>
                </a:lnTo>
                <a:lnTo>
                  <a:pt x="744606" y="44627"/>
                </a:lnTo>
                <a:lnTo>
                  <a:pt x="744241" y="44168"/>
                </a:lnTo>
                <a:lnTo>
                  <a:pt x="743860" y="43716"/>
                </a:lnTo>
                <a:lnTo>
                  <a:pt x="743462" y="43271"/>
                </a:lnTo>
                <a:lnTo>
                  <a:pt x="743048" y="42834"/>
                </a:lnTo>
                <a:lnTo>
                  <a:pt x="742617" y="42403"/>
                </a:lnTo>
                <a:lnTo>
                  <a:pt x="742170" y="41980"/>
                </a:lnTo>
                <a:lnTo>
                  <a:pt x="741706" y="41565"/>
                </a:lnTo>
                <a:lnTo>
                  <a:pt x="741226" y="41156"/>
                </a:lnTo>
                <a:lnTo>
                  <a:pt x="740729" y="40755"/>
                </a:lnTo>
                <a:lnTo>
                  <a:pt x="740215" y="40362"/>
                </a:lnTo>
                <a:lnTo>
                  <a:pt x="739685" y="39975"/>
                </a:lnTo>
                <a:lnTo>
                  <a:pt x="739138" y="39596"/>
                </a:lnTo>
                <a:lnTo>
                  <a:pt x="738575" y="39224"/>
                </a:lnTo>
                <a:lnTo>
                  <a:pt x="737995" y="38859"/>
                </a:lnTo>
                <a:lnTo>
                  <a:pt x="737399" y="38502"/>
                </a:lnTo>
                <a:lnTo>
                  <a:pt x="736786" y="38152"/>
                </a:lnTo>
                <a:lnTo>
                  <a:pt x="736157" y="37809"/>
                </a:lnTo>
                <a:lnTo>
                  <a:pt x="735511" y="37474"/>
                </a:lnTo>
                <a:lnTo>
                  <a:pt x="734848" y="37146"/>
                </a:lnTo>
                <a:lnTo>
                  <a:pt x="734163" y="36828"/>
                </a:lnTo>
                <a:lnTo>
                  <a:pt x="733448" y="36524"/>
                </a:lnTo>
                <a:lnTo>
                  <a:pt x="732704" y="36233"/>
                </a:lnTo>
                <a:lnTo>
                  <a:pt x="731931" y="35956"/>
                </a:lnTo>
                <a:lnTo>
                  <a:pt x="731129" y="35692"/>
                </a:lnTo>
                <a:lnTo>
                  <a:pt x="730298" y="35442"/>
                </a:lnTo>
                <a:lnTo>
                  <a:pt x="729437" y="35206"/>
                </a:lnTo>
                <a:lnTo>
                  <a:pt x="728548" y="34982"/>
                </a:lnTo>
                <a:lnTo>
                  <a:pt x="727629" y="34773"/>
                </a:lnTo>
                <a:lnTo>
                  <a:pt x="726681" y="34577"/>
                </a:lnTo>
                <a:lnTo>
                  <a:pt x="725704" y="34394"/>
                </a:lnTo>
                <a:lnTo>
                  <a:pt x="724697" y="34225"/>
                </a:lnTo>
                <a:lnTo>
                  <a:pt x="723662" y="34070"/>
                </a:lnTo>
                <a:lnTo>
                  <a:pt x="722597" y="33928"/>
                </a:lnTo>
                <a:lnTo>
                  <a:pt x="721504" y="33799"/>
                </a:lnTo>
                <a:lnTo>
                  <a:pt x="720381" y="33684"/>
                </a:lnTo>
                <a:lnTo>
                  <a:pt x="719228" y="33583"/>
                </a:lnTo>
                <a:lnTo>
                  <a:pt x="718047" y="33495"/>
                </a:lnTo>
                <a:lnTo>
                  <a:pt x="716837" y="33421"/>
                </a:lnTo>
                <a:lnTo>
                  <a:pt x="715597" y="33360"/>
                </a:lnTo>
                <a:lnTo>
                  <a:pt x="714328" y="33313"/>
                </a:lnTo>
                <a:lnTo>
                  <a:pt x="713030" y="33279"/>
                </a:lnTo>
                <a:lnTo>
                  <a:pt x="711703" y="33259"/>
                </a:lnTo>
                <a:lnTo>
                  <a:pt x="710347" y="33252"/>
                </a:lnTo>
                <a:lnTo>
                  <a:pt x="708853" y="33263"/>
                </a:lnTo>
                <a:lnTo>
                  <a:pt x="707390" y="33297"/>
                </a:lnTo>
                <a:lnTo>
                  <a:pt x="705958" y="33354"/>
                </a:lnTo>
                <a:lnTo>
                  <a:pt x="704557" y="33434"/>
                </a:lnTo>
                <a:lnTo>
                  <a:pt x="703187" y="33537"/>
                </a:lnTo>
                <a:lnTo>
                  <a:pt x="701848" y="33662"/>
                </a:lnTo>
                <a:lnTo>
                  <a:pt x="700540" y="33810"/>
                </a:lnTo>
                <a:lnTo>
                  <a:pt x="699263" y="33981"/>
                </a:lnTo>
                <a:lnTo>
                  <a:pt x="698017" y="34175"/>
                </a:lnTo>
                <a:lnTo>
                  <a:pt x="696802" y="34391"/>
                </a:lnTo>
                <a:lnTo>
                  <a:pt x="695618" y="34630"/>
                </a:lnTo>
                <a:lnTo>
                  <a:pt x="694465" y="34893"/>
                </a:lnTo>
                <a:lnTo>
                  <a:pt x="693343" y="35177"/>
                </a:lnTo>
                <a:lnTo>
                  <a:pt x="692251" y="35485"/>
                </a:lnTo>
                <a:lnTo>
                  <a:pt x="691191" y="35815"/>
                </a:lnTo>
                <a:lnTo>
                  <a:pt x="690162" y="36169"/>
                </a:lnTo>
                <a:lnTo>
                  <a:pt x="689164" y="36545"/>
                </a:lnTo>
                <a:lnTo>
                  <a:pt x="688197" y="36943"/>
                </a:lnTo>
                <a:lnTo>
                  <a:pt x="687261" y="37365"/>
                </a:lnTo>
                <a:lnTo>
                  <a:pt x="686356" y="37809"/>
                </a:lnTo>
                <a:lnTo>
                  <a:pt x="685482" y="38277"/>
                </a:lnTo>
                <a:lnTo>
                  <a:pt x="684639" y="38766"/>
                </a:lnTo>
                <a:lnTo>
                  <a:pt x="683826" y="39279"/>
                </a:lnTo>
                <a:lnTo>
                  <a:pt x="683045" y="39815"/>
                </a:lnTo>
                <a:lnTo>
                  <a:pt x="682289" y="40374"/>
                </a:lnTo>
                <a:lnTo>
                  <a:pt x="681552" y="40957"/>
                </a:lnTo>
                <a:lnTo>
                  <a:pt x="680833" y="41566"/>
                </a:lnTo>
                <a:lnTo>
                  <a:pt x="680133" y="42198"/>
                </a:lnTo>
                <a:lnTo>
                  <a:pt x="679452" y="42856"/>
                </a:lnTo>
                <a:lnTo>
                  <a:pt x="678790" y="43538"/>
                </a:lnTo>
                <a:lnTo>
                  <a:pt x="678147" y="44245"/>
                </a:lnTo>
                <a:lnTo>
                  <a:pt x="677523" y="44976"/>
                </a:lnTo>
                <a:lnTo>
                  <a:pt x="676917" y="45732"/>
                </a:lnTo>
                <a:lnTo>
                  <a:pt x="676330" y="46513"/>
                </a:lnTo>
                <a:lnTo>
                  <a:pt x="675763" y="47318"/>
                </a:lnTo>
                <a:lnTo>
                  <a:pt x="675214" y="48148"/>
                </a:lnTo>
                <a:lnTo>
                  <a:pt x="674683" y="49003"/>
                </a:lnTo>
                <a:lnTo>
                  <a:pt x="674172" y="49882"/>
                </a:lnTo>
                <a:lnTo>
                  <a:pt x="673679" y="50786"/>
                </a:lnTo>
                <a:lnTo>
                  <a:pt x="673206" y="51714"/>
                </a:lnTo>
                <a:lnTo>
                  <a:pt x="672751" y="52667"/>
                </a:lnTo>
                <a:lnTo>
                  <a:pt x="672315" y="53645"/>
                </a:lnTo>
                <a:lnTo>
                  <a:pt x="671898" y="54647"/>
                </a:lnTo>
                <a:lnTo>
                  <a:pt x="671499" y="55674"/>
                </a:lnTo>
                <a:lnTo>
                  <a:pt x="671120" y="56726"/>
                </a:lnTo>
                <a:lnTo>
                  <a:pt x="670759" y="57802"/>
                </a:lnTo>
                <a:lnTo>
                  <a:pt x="670417" y="58903"/>
                </a:lnTo>
                <a:lnTo>
                  <a:pt x="670095" y="60028"/>
                </a:lnTo>
                <a:lnTo>
                  <a:pt x="692408" y="64054"/>
                </a:lnTo>
                <a:lnTo>
                  <a:pt x="692600" y="63509"/>
                </a:lnTo>
                <a:lnTo>
                  <a:pt x="692797" y="62978"/>
                </a:lnTo>
                <a:lnTo>
                  <a:pt x="692999" y="62461"/>
                </a:lnTo>
                <a:lnTo>
                  <a:pt x="693205" y="61957"/>
                </a:lnTo>
                <a:close/>
                <a:moveTo>
                  <a:pt x="725295" y="90942"/>
                </a:moveTo>
                <a:lnTo>
                  <a:pt x="725283" y="91602"/>
                </a:lnTo>
                <a:lnTo>
                  <a:pt x="725268" y="92242"/>
                </a:lnTo>
                <a:lnTo>
                  <a:pt x="725250" y="92862"/>
                </a:lnTo>
                <a:lnTo>
                  <a:pt x="725228" y="93463"/>
                </a:lnTo>
                <a:lnTo>
                  <a:pt x="725203" y="94044"/>
                </a:lnTo>
                <a:lnTo>
                  <a:pt x="725175" y="94606"/>
                </a:lnTo>
                <a:lnTo>
                  <a:pt x="725143" y="95148"/>
                </a:lnTo>
                <a:lnTo>
                  <a:pt x="725108" y="95671"/>
                </a:lnTo>
                <a:lnTo>
                  <a:pt x="725069" y="96174"/>
                </a:lnTo>
                <a:lnTo>
                  <a:pt x="725028" y="96658"/>
                </a:lnTo>
                <a:lnTo>
                  <a:pt x="724982" y="97122"/>
                </a:lnTo>
                <a:lnTo>
                  <a:pt x="724934" y="97567"/>
                </a:lnTo>
                <a:lnTo>
                  <a:pt x="724882" y="97992"/>
                </a:lnTo>
                <a:lnTo>
                  <a:pt x="724827" y="98397"/>
                </a:lnTo>
                <a:lnTo>
                  <a:pt x="724769" y="98784"/>
                </a:lnTo>
                <a:lnTo>
                  <a:pt x="724707" y="99150"/>
                </a:lnTo>
                <a:lnTo>
                  <a:pt x="724642" y="99497"/>
                </a:lnTo>
                <a:lnTo>
                  <a:pt x="724573" y="99825"/>
                </a:lnTo>
                <a:lnTo>
                  <a:pt x="724501" y="100133"/>
                </a:lnTo>
                <a:lnTo>
                  <a:pt x="724426" y="100422"/>
                </a:lnTo>
                <a:lnTo>
                  <a:pt x="724347" y="100691"/>
                </a:lnTo>
                <a:lnTo>
                  <a:pt x="724225" y="101085"/>
                </a:lnTo>
                <a:lnTo>
                  <a:pt x="724093" y="101473"/>
                </a:lnTo>
                <a:lnTo>
                  <a:pt x="723950" y="101857"/>
                </a:lnTo>
                <a:lnTo>
                  <a:pt x="723796" y="102236"/>
                </a:lnTo>
                <a:lnTo>
                  <a:pt x="723631" y="102609"/>
                </a:lnTo>
                <a:lnTo>
                  <a:pt x="723456" y="102978"/>
                </a:lnTo>
                <a:lnTo>
                  <a:pt x="723270" y="103341"/>
                </a:lnTo>
                <a:lnTo>
                  <a:pt x="723074" y="103699"/>
                </a:lnTo>
                <a:lnTo>
                  <a:pt x="722867" y="104052"/>
                </a:lnTo>
                <a:lnTo>
                  <a:pt x="722649" y="104400"/>
                </a:lnTo>
                <a:lnTo>
                  <a:pt x="722421" y="104743"/>
                </a:lnTo>
                <a:lnTo>
                  <a:pt x="722182" y="105080"/>
                </a:lnTo>
                <a:lnTo>
                  <a:pt x="721932" y="105413"/>
                </a:lnTo>
                <a:lnTo>
                  <a:pt x="721672" y="105740"/>
                </a:lnTo>
                <a:lnTo>
                  <a:pt x="721401" y="106063"/>
                </a:lnTo>
                <a:lnTo>
                  <a:pt x="721120" y="106380"/>
                </a:lnTo>
                <a:lnTo>
                  <a:pt x="720827" y="106692"/>
                </a:lnTo>
                <a:lnTo>
                  <a:pt x="720525" y="106999"/>
                </a:lnTo>
                <a:lnTo>
                  <a:pt x="720211" y="107301"/>
                </a:lnTo>
                <a:lnTo>
                  <a:pt x="719887" y="107597"/>
                </a:lnTo>
                <a:lnTo>
                  <a:pt x="719552" y="107889"/>
                </a:lnTo>
                <a:lnTo>
                  <a:pt x="719207" y="108175"/>
                </a:lnTo>
                <a:lnTo>
                  <a:pt x="718851" y="108457"/>
                </a:lnTo>
                <a:lnTo>
                  <a:pt x="718485" y="108733"/>
                </a:lnTo>
                <a:lnTo>
                  <a:pt x="717980" y="109086"/>
                </a:lnTo>
                <a:lnTo>
                  <a:pt x="717474" y="109423"/>
                </a:lnTo>
                <a:lnTo>
                  <a:pt x="716966" y="109746"/>
                </a:lnTo>
                <a:lnTo>
                  <a:pt x="716455" y="110054"/>
                </a:lnTo>
                <a:lnTo>
                  <a:pt x="715942" y="110347"/>
                </a:lnTo>
                <a:lnTo>
                  <a:pt x="715427" y="110624"/>
                </a:lnTo>
                <a:lnTo>
                  <a:pt x="714910" y="110887"/>
                </a:lnTo>
                <a:lnTo>
                  <a:pt x="714391" y="111135"/>
                </a:lnTo>
                <a:lnTo>
                  <a:pt x="713870" y="111367"/>
                </a:lnTo>
                <a:lnTo>
                  <a:pt x="713347" y="111585"/>
                </a:lnTo>
                <a:lnTo>
                  <a:pt x="712821" y="111788"/>
                </a:lnTo>
                <a:lnTo>
                  <a:pt x="712294" y="111975"/>
                </a:lnTo>
                <a:lnTo>
                  <a:pt x="711764" y="112148"/>
                </a:lnTo>
                <a:lnTo>
                  <a:pt x="711232" y="112306"/>
                </a:lnTo>
                <a:lnTo>
                  <a:pt x="710698" y="112448"/>
                </a:lnTo>
                <a:lnTo>
                  <a:pt x="710162" y="112576"/>
                </a:lnTo>
                <a:lnTo>
                  <a:pt x="709624" y="112688"/>
                </a:lnTo>
                <a:lnTo>
                  <a:pt x="709083" y="112786"/>
                </a:lnTo>
                <a:lnTo>
                  <a:pt x="708541" y="112869"/>
                </a:lnTo>
                <a:lnTo>
                  <a:pt x="707996" y="112936"/>
                </a:lnTo>
                <a:lnTo>
                  <a:pt x="707449" y="112989"/>
                </a:lnTo>
                <a:lnTo>
                  <a:pt x="706901" y="113026"/>
                </a:lnTo>
                <a:lnTo>
                  <a:pt x="706350" y="113049"/>
                </a:lnTo>
                <a:lnTo>
                  <a:pt x="705796" y="113056"/>
                </a:lnTo>
                <a:lnTo>
                  <a:pt x="705304" y="113050"/>
                </a:lnTo>
                <a:lnTo>
                  <a:pt x="704819" y="113030"/>
                </a:lnTo>
                <a:lnTo>
                  <a:pt x="704342" y="112998"/>
                </a:lnTo>
                <a:lnTo>
                  <a:pt x="703871" y="112953"/>
                </a:lnTo>
                <a:lnTo>
                  <a:pt x="703408" y="112895"/>
                </a:lnTo>
                <a:lnTo>
                  <a:pt x="702953" y="112824"/>
                </a:lnTo>
                <a:lnTo>
                  <a:pt x="702504" y="112740"/>
                </a:lnTo>
                <a:lnTo>
                  <a:pt x="702063" y="112643"/>
                </a:lnTo>
                <a:lnTo>
                  <a:pt x="701629" y="112534"/>
                </a:lnTo>
                <a:lnTo>
                  <a:pt x="701202" y="112411"/>
                </a:lnTo>
                <a:lnTo>
                  <a:pt x="700783" y="112276"/>
                </a:lnTo>
                <a:lnTo>
                  <a:pt x="700371" y="112127"/>
                </a:lnTo>
                <a:lnTo>
                  <a:pt x="699966" y="111966"/>
                </a:lnTo>
                <a:lnTo>
                  <a:pt x="699569" y="111792"/>
                </a:lnTo>
                <a:lnTo>
                  <a:pt x="699179" y="111605"/>
                </a:lnTo>
                <a:lnTo>
                  <a:pt x="698796" y="111405"/>
                </a:lnTo>
                <a:lnTo>
                  <a:pt x="698421" y="111192"/>
                </a:lnTo>
                <a:lnTo>
                  <a:pt x="698052" y="110966"/>
                </a:lnTo>
                <a:lnTo>
                  <a:pt x="697691" y="110727"/>
                </a:lnTo>
                <a:lnTo>
                  <a:pt x="697338" y="110475"/>
                </a:lnTo>
                <a:lnTo>
                  <a:pt x="696991" y="110211"/>
                </a:lnTo>
                <a:lnTo>
                  <a:pt x="696652" y="109934"/>
                </a:lnTo>
                <a:lnTo>
                  <a:pt x="696320" y="109643"/>
                </a:lnTo>
                <a:lnTo>
                  <a:pt x="695996" y="109340"/>
                </a:lnTo>
                <a:lnTo>
                  <a:pt x="695682" y="109028"/>
                </a:lnTo>
                <a:lnTo>
                  <a:pt x="695381" y="108711"/>
                </a:lnTo>
                <a:lnTo>
                  <a:pt x="695094" y="108389"/>
                </a:lnTo>
                <a:lnTo>
                  <a:pt x="694819" y="108062"/>
                </a:lnTo>
                <a:lnTo>
                  <a:pt x="694559" y="107730"/>
                </a:lnTo>
                <a:lnTo>
                  <a:pt x="694311" y="107394"/>
                </a:lnTo>
                <a:lnTo>
                  <a:pt x="694078" y="107053"/>
                </a:lnTo>
                <a:lnTo>
                  <a:pt x="693857" y="106707"/>
                </a:lnTo>
                <a:lnTo>
                  <a:pt x="693650" y="106356"/>
                </a:lnTo>
                <a:lnTo>
                  <a:pt x="693456" y="106001"/>
                </a:lnTo>
                <a:lnTo>
                  <a:pt x="693275" y="105640"/>
                </a:lnTo>
                <a:lnTo>
                  <a:pt x="693108" y="105275"/>
                </a:lnTo>
                <a:lnTo>
                  <a:pt x="692955" y="104905"/>
                </a:lnTo>
                <a:lnTo>
                  <a:pt x="692814" y="104530"/>
                </a:lnTo>
                <a:lnTo>
                  <a:pt x="692687" y="104151"/>
                </a:lnTo>
                <a:lnTo>
                  <a:pt x="692574" y="103766"/>
                </a:lnTo>
                <a:lnTo>
                  <a:pt x="692473" y="103377"/>
                </a:lnTo>
                <a:lnTo>
                  <a:pt x="692386" y="102983"/>
                </a:lnTo>
                <a:lnTo>
                  <a:pt x="692313" y="102584"/>
                </a:lnTo>
                <a:lnTo>
                  <a:pt x="692253" y="102181"/>
                </a:lnTo>
                <a:lnTo>
                  <a:pt x="692206" y="101772"/>
                </a:lnTo>
                <a:lnTo>
                  <a:pt x="692172" y="101359"/>
                </a:lnTo>
                <a:lnTo>
                  <a:pt x="692152" y="100941"/>
                </a:lnTo>
                <a:lnTo>
                  <a:pt x="692146" y="100518"/>
                </a:lnTo>
                <a:lnTo>
                  <a:pt x="692154" y="100089"/>
                </a:lnTo>
                <a:lnTo>
                  <a:pt x="692179" y="99666"/>
                </a:lnTo>
                <a:lnTo>
                  <a:pt x="692221" y="99250"/>
                </a:lnTo>
                <a:lnTo>
                  <a:pt x="692279" y="98840"/>
                </a:lnTo>
                <a:lnTo>
                  <a:pt x="692355" y="98436"/>
                </a:lnTo>
                <a:lnTo>
                  <a:pt x="692447" y="98038"/>
                </a:lnTo>
                <a:lnTo>
                  <a:pt x="692555" y="97647"/>
                </a:lnTo>
                <a:lnTo>
                  <a:pt x="692680" y="97262"/>
                </a:lnTo>
                <a:lnTo>
                  <a:pt x="692823" y="96883"/>
                </a:lnTo>
                <a:lnTo>
                  <a:pt x="692981" y="96511"/>
                </a:lnTo>
                <a:lnTo>
                  <a:pt x="693157" y="96145"/>
                </a:lnTo>
                <a:lnTo>
                  <a:pt x="693349" y="95785"/>
                </a:lnTo>
                <a:lnTo>
                  <a:pt x="693558" y="95431"/>
                </a:lnTo>
                <a:lnTo>
                  <a:pt x="693783" y="95084"/>
                </a:lnTo>
                <a:lnTo>
                  <a:pt x="694026" y="94743"/>
                </a:lnTo>
                <a:lnTo>
                  <a:pt x="694285" y="94409"/>
                </a:lnTo>
                <a:lnTo>
                  <a:pt x="694560" y="94081"/>
                </a:lnTo>
                <a:lnTo>
                  <a:pt x="694853" y="93759"/>
                </a:lnTo>
                <a:lnTo>
                  <a:pt x="695162" y="93443"/>
                </a:lnTo>
                <a:lnTo>
                  <a:pt x="695488" y="93134"/>
                </a:lnTo>
                <a:lnTo>
                  <a:pt x="695830" y="92831"/>
                </a:lnTo>
                <a:lnTo>
                  <a:pt x="696190" y="92534"/>
                </a:lnTo>
                <a:lnTo>
                  <a:pt x="696566" y="92243"/>
                </a:lnTo>
                <a:lnTo>
                  <a:pt x="696958" y="91959"/>
                </a:lnTo>
                <a:lnTo>
                  <a:pt x="697233" y="91786"/>
                </a:lnTo>
                <a:lnTo>
                  <a:pt x="697533" y="91613"/>
                </a:lnTo>
                <a:lnTo>
                  <a:pt x="697857" y="91439"/>
                </a:lnTo>
                <a:lnTo>
                  <a:pt x="698205" y="91265"/>
                </a:lnTo>
                <a:lnTo>
                  <a:pt x="698579" y="91091"/>
                </a:lnTo>
                <a:lnTo>
                  <a:pt x="698977" y="90916"/>
                </a:lnTo>
                <a:lnTo>
                  <a:pt x="699399" y="90741"/>
                </a:lnTo>
                <a:lnTo>
                  <a:pt x="699846" y="90566"/>
                </a:lnTo>
                <a:lnTo>
                  <a:pt x="700318" y="90391"/>
                </a:lnTo>
                <a:lnTo>
                  <a:pt x="700814" y="90215"/>
                </a:lnTo>
                <a:lnTo>
                  <a:pt x="701335" y="90039"/>
                </a:lnTo>
                <a:lnTo>
                  <a:pt x="701881" y="89863"/>
                </a:lnTo>
                <a:lnTo>
                  <a:pt x="702451" y="89686"/>
                </a:lnTo>
                <a:lnTo>
                  <a:pt x="703046" y="89509"/>
                </a:lnTo>
                <a:lnTo>
                  <a:pt x="703665" y="89332"/>
                </a:lnTo>
                <a:lnTo>
                  <a:pt x="704309" y="89154"/>
                </a:lnTo>
                <a:lnTo>
                  <a:pt x="704977" y="88977"/>
                </a:lnTo>
                <a:lnTo>
                  <a:pt x="705671" y="88798"/>
                </a:lnTo>
                <a:lnTo>
                  <a:pt x="706388" y="88620"/>
                </a:lnTo>
                <a:lnTo>
                  <a:pt x="707131" y="88441"/>
                </a:lnTo>
                <a:lnTo>
                  <a:pt x="707898" y="88262"/>
                </a:lnTo>
                <a:lnTo>
                  <a:pt x="708690" y="88083"/>
                </a:lnTo>
                <a:lnTo>
                  <a:pt x="709506" y="87903"/>
                </a:lnTo>
                <a:lnTo>
                  <a:pt x="710347" y="87724"/>
                </a:lnTo>
                <a:lnTo>
                  <a:pt x="711190" y="87544"/>
                </a:lnTo>
                <a:lnTo>
                  <a:pt x="712015" y="87367"/>
                </a:lnTo>
                <a:lnTo>
                  <a:pt x="712820" y="87192"/>
                </a:lnTo>
                <a:lnTo>
                  <a:pt x="713606" y="87019"/>
                </a:lnTo>
                <a:lnTo>
                  <a:pt x="714373" y="86849"/>
                </a:lnTo>
                <a:lnTo>
                  <a:pt x="715121" y="86680"/>
                </a:lnTo>
                <a:lnTo>
                  <a:pt x="715850" y="86513"/>
                </a:lnTo>
                <a:lnTo>
                  <a:pt x="716560" y="86349"/>
                </a:lnTo>
                <a:lnTo>
                  <a:pt x="717250" y="86187"/>
                </a:lnTo>
                <a:lnTo>
                  <a:pt x="717921" y="86026"/>
                </a:lnTo>
                <a:lnTo>
                  <a:pt x="718574" y="85868"/>
                </a:lnTo>
                <a:lnTo>
                  <a:pt x="719207" y="85712"/>
                </a:lnTo>
                <a:lnTo>
                  <a:pt x="719820" y="85558"/>
                </a:lnTo>
                <a:lnTo>
                  <a:pt x="720415" y="85407"/>
                </a:lnTo>
                <a:lnTo>
                  <a:pt x="720991" y="85257"/>
                </a:lnTo>
                <a:lnTo>
                  <a:pt x="721547" y="85109"/>
                </a:lnTo>
                <a:lnTo>
                  <a:pt x="722085" y="84964"/>
                </a:lnTo>
                <a:lnTo>
                  <a:pt x="722603" y="84821"/>
                </a:lnTo>
                <a:lnTo>
                  <a:pt x="723102" y="84679"/>
                </a:lnTo>
                <a:lnTo>
                  <a:pt x="723582" y="84540"/>
                </a:lnTo>
                <a:lnTo>
                  <a:pt x="724043" y="84403"/>
                </a:lnTo>
                <a:lnTo>
                  <a:pt x="724484" y="84268"/>
                </a:lnTo>
                <a:lnTo>
                  <a:pt x="724907" y="84135"/>
                </a:lnTo>
                <a:lnTo>
                  <a:pt x="725310" y="84005"/>
                </a:lnTo>
                <a:lnTo>
                  <a:pt x="725310" y="88847"/>
                </a:lnTo>
                <a:lnTo>
                  <a:pt x="725308" y="89565"/>
                </a:lnTo>
                <a:lnTo>
                  <a:pt x="725303" y="90264"/>
                </a:lnTo>
                <a:lnTo>
                  <a:pt x="725295" y="90942"/>
                </a:lnTo>
                <a:close/>
                <a:moveTo>
                  <a:pt x="588855" y="128282"/>
                </a:moveTo>
                <a:lnTo>
                  <a:pt x="588855" y="35352"/>
                </a:lnTo>
                <a:lnTo>
                  <a:pt x="564266" y="35352"/>
                </a:lnTo>
                <a:lnTo>
                  <a:pt x="564266" y="128282"/>
                </a:lnTo>
                <a:lnTo>
                  <a:pt x="588855" y="128282"/>
                </a:lnTo>
                <a:close/>
                <a:moveTo>
                  <a:pt x="165199" y="76097"/>
                </a:moveTo>
                <a:lnTo>
                  <a:pt x="165190" y="77679"/>
                </a:lnTo>
                <a:lnTo>
                  <a:pt x="165174" y="79209"/>
                </a:lnTo>
                <a:lnTo>
                  <a:pt x="165152" y="80688"/>
                </a:lnTo>
                <a:lnTo>
                  <a:pt x="165123" y="82115"/>
                </a:lnTo>
                <a:lnTo>
                  <a:pt x="165088" y="83491"/>
                </a:lnTo>
                <a:lnTo>
                  <a:pt x="165046" y="84816"/>
                </a:lnTo>
                <a:lnTo>
                  <a:pt x="164998" y="86090"/>
                </a:lnTo>
                <a:lnTo>
                  <a:pt x="164944" y="87312"/>
                </a:lnTo>
                <a:lnTo>
                  <a:pt x="164884" y="88482"/>
                </a:lnTo>
                <a:lnTo>
                  <a:pt x="164817" y="89601"/>
                </a:lnTo>
                <a:lnTo>
                  <a:pt x="164743" y="90669"/>
                </a:lnTo>
                <a:lnTo>
                  <a:pt x="164664" y="91686"/>
                </a:lnTo>
                <a:lnTo>
                  <a:pt x="164577" y="92651"/>
                </a:lnTo>
                <a:lnTo>
                  <a:pt x="164485" y="93565"/>
                </a:lnTo>
                <a:lnTo>
                  <a:pt x="164386" y="94427"/>
                </a:lnTo>
                <a:lnTo>
                  <a:pt x="164281" y="95238"/>
                </a:lnTo>
                <a:lnTo>
                  <a:pt x="164169" y="95998"/>
                </a:lnTo>
                <a:lnTo>
                  <a:pt x="164051" y="96706"/>
                </a:lnTo>
                <a:lnTo>
                  <a:pt x="163927" y="97363"/>
                </a:lnTo>
                <a:lnTo>
                  <a:pt x="163796" y="97968"/>
                </a:lnTo>
                <a:lnTo>
                  <a:pt x="163659" y="98522"/>
                </a:lnTo>
                <a:lnTo>
                  <a:pt x="163515" y="99025"/>
                </a:lnTo>
                <a:lnTo>
                  <a:pt x="163365" y="99477"/>
                </a:lnTo>
                <a:lnTo>
                  <a:pt x="163206" y="99899"/>
                </a:lnTo>
                <a:lnTo>
                  <a:pt x="163037" y="100316"/>
                </a:lnTo>
                <a:lnTo>
                  <a:pt x="162856" y="100728"/>
                </a:lnTo>
                <a:lnTo>
                  <a:pt x="162665" y="101133"/>
                </a:lnTo>
                <a:lnTo>
                  <a:pt x="162463" y="101533"/>
                </a:lnTo>
                <a:lnTo>
                  <a:pt x="162249" y="101927"/>
                </a:lnTo>
                <a:lnTo>
                  <a:pt x="162025" y="102315"/>
                </a:lnTo>
                <a:lnTo>
                  <a:pt x="161790" y="102698"/>
                </a:lnTo>
                <a:lnTo>
                  <a:pt x="161544" y="103074"/>
                </a:lnTo>
                <a:lnTo>
                  <a:pt x="161287" y="103445"/>
                </a:lnTo>
                <a:lnTo>
                  <a:pt x="161019" y="103810"/>
                </a:lnTo>
                <a:lnTo>
                  <a:pt x="160740" y="104170"/>
                </a:lnTo>
                <a:lnTo>
                  <a:pt x="160450" y="104523"/>
                </a:lnTo>
                <a:lnTo>
                  <a:pt x="160149" y="104871"/>
                </a:lnTo>
                <a:lnTo>
                  <a:pt x="159838" y="105213"/>
                </a:lnTo>
                <a:lnTo>
                  <a:pt x="159515" y="105550"/>
                </a:lnTo>
                <a:lnTo>
                  <a:pt x="159181" y="105880"/>
                </a:lnTo>
                <a:lnTo>
                  <a:pt x="158837" y="106205"/>
                </a:lnTo>
                <a:lnTo>
                  <a:pt x="158481" y="106524"/>
                </a:lnTo>
                <a:lnTo>
                  <a:pt x="158115" y="106837"/>
                </a:lnTo>
                <a:lnTo>
                  <a:pt x="157737" y="107145"/>
                </a:lnTo>
                <a:lnTo>
                  <a:pt x="157349" y="107447"/>
                </a:lnTo>
                <a:lnTo>
                  <a:pt x="156950" y="107743"/>
                </a:lnTo>
                <a:lnTo>
                  <a:pt x="156540" y="108033"/>
                </a:lnTo>
                <a:lnTo>
                  <a:pt x="156122" y="108314"/>
                </a:lnTo>
                <a:lnTo>
                  <a:pt x="155699" y="108584"/>
                </a:lnTo>
                <a:lnTo>
                  <a:pt x="155272" y="108841"/>
                </a:lnTo>
                <a:lnTo>
                  <a:pt x="154841" y="109087"/>
                </a:lnTo>
                <a:lnTo>
                  <a:pt x="154404" y="109320"/>
                </a:lnTo>
                <a:lnTo>
                  <a:pt x="153964" y="109541"/>
                </a:lnTo>
                <a:lnTo>
                  <a:pt x="153519" y="109751"/>
                </a:lnTo>
                <a:lnTo>
                  <a:pt x="153069" y="109949"/>
                </a:lnTo>
                <a:lnTo>
                  <a:pt x="152614" y="110134"/>
                </a:lnTo>
                <a:lnTo>
                  <a:pt x="152155" y="110308"/>
                </a:lnTo>
                <a:lnTo>
                  <a:pt x="151692" y="110469"/>
                </a:lnTo>
                <a:lnTo>
                  <a:pt x="151224" y="110619"/>
                </a:lnTo>
                <a:lnTo>
                  <a:pt x="150751" y="110757"/>
                </a:lnTo>
                <a:lnTo>
                  <a:pt x="150274" y="110882"/>
                </a:lnTo>
                <a:lnTo>
                  <a:pt x="149792" y="110996"/>
                </a:lnTo>
                <a:lnTo>
                  <a:pt x="149306" y="111098"/>
                </a:lnTo>
                <a:lnTo>
                  <a:pt x="148815" y="111188"/>
                </a:lnTo>
                <a:lnTo>
                  <a:pt x="148320" y="111266"/>
                </a:lnTo>
                <a:lnTo>
                  <a:pt x="147820" y="111331"/>
                </a:lnTo>
                <a:lnTo>
                  <a:pt x="147315" y="111385"/>
                </a:lnTo>
                <a:lnTo>
                  <a:pt x="146806" y="111427"/>
                </a:lnTo>
                <a:lnTo>
                  <a:pt x="146293" y="111457"/>
                </a:lnTo>
                <a:lnTo>
                  <a:pt x="145774" y="111475"/>
                </a:lnTo>
                <a:lnTo>
                  <a:pt x="145252" y="111481"/>
                </a:lnTo>
                <a:lnTo>
                  <a:pt x="144796" y="111477"/>
                </a:lnTo>
                <a:lnTo>
                  <a:pt x="144346" y="111463"/>
                </a:lnTo>
                <a:lnTo>
                  <a:pt x="143903" y="111441"/>
                </a:lnTo>
                <a:lnTo>
                  <a:pt x="143467" y="111410"/>
                </a:lnTo>
                <a:lnTo>
                  <a:pt x="143038" y="111369"/>
                </a:lnTo>
                <a:lnTo>
                  <a:pt x="142615" y="111320"/>
                </a:lnTo>
                <a:lnTo>
                  <a:pt x="142200" y="111262"/>
                </a:lnTo>
                <a:lnTo>
                  <a:pt x="141790" y="111195"/>
                </a:lnTo>
                <a:lnTo>
                  <a:pt x="141388" y="111119"/>
                </a:lnTo>
                <a:lnTo>
                  <a:pt x="140992" y="111034"/>
                </a:lnTo>
                <a:lnTo>
                  <a:pt x="140603" y="110940"/>
                </a:lnTo>
                <a:lnTo>
                  <a:pt x="140220" y="110837"/>
                </a:lnTo>
                <a:lnTo>
                  <a:pt x="139844" y="110725"/>
                </a:lnTo>
                <a:lnTo>
                  <a:pt x="139475" y="110605"/>
                </a:lnTo>
                <a:lnTo>
                  <a:pt x="139113" y="110475"/>
                </a:lnTo>
                <a:lnTo>
                  <a:pt x="138757" y="110336"/>
                </a:lnTo>
                <a:lnTo>
                  <a:pt x="138408" y="110189"/>
                </a:lnTo>
                <a:lnTo>
                  <a:pt x="138065" y="110032"/>
                </a:lnTo>
                <a:lnTo>
                  <a:pt x="137730" y="109867"/>
                </a:lnTo>
                <a:lnTo>
                  <a:pt x="137400" y="109692"/>
                </a:lnTo>
                <a:lnTo>
                  <a:pt x="137078" y="109509"/>
                </a:lnTo>
                <a:lnTo>
                  <a:pt x="136762" y="109317"/>
                </a:lnTo>
                <a:lnTo>
                  <a:pt x="136453" y="109115"/>
                </a:lnTo>
                <a:lnTo>
                  <a:pt x="136151" y="108905"/>
                </a:lnTo>
                <a:lnTo>
                  <a:pt x="135856" y="108687"/>
                </a:lnTo>
                <a:lnTo>
                  <a:pt x="135569" y="108463"/>
                </a:lnTo>
                <a:lnTo>
                  <a:pt x="135289" y="108233"/>
                </a:lnTo>
                <a:lnTo>
                  <a:pt x="135017" y="107996"/>
                </a:lnTo>
                <a:lnTo>
                  <a:pt x="134753" y="107752"/>
                </a:lnTo>
                <a:lnTo>
                  <a:pt x="134497" y="107503"/>
                </a:lnTo>
                <a:lnTo>
                  <a:pt x="134248" y="107247"/>
                </a:lnTo>
                <a:lnTo>
                  <a:pt x="134007" y="106984"/>
                </a:lnTo>
                <a:lnTo>
                  <a:pt x="133774" y="106716"/>
                </a:lnTo>
                <a:lnTo>
                  <a:pt x="133549" y="106441"/>
                </a:lnTo>
                <a:lnTo>
                  <a:pt x="133331" y="106159"/>
                </a:lnTo>
                <a:lnTo>
                  <a:pt x="133121" y="105871"/>
                </a:lnTo>
                <a:lnTo>
                  <a:pt x="132919" y="105577"/>
                </a:lnTo>
                <a:lnTo>
                  <a:pt x="132725" y="105277"/>
                </a:lnTo>
                <a:lnTo>
                  <a:pt x="132538" y="104970"/>
                </a:lnTo>
                <a:lnTo>
                  <a:pt x="132359" y="104656"/>
                </a:lnTo>
                <a:lnTo>
                  <a:pt x="132188" y="104337"/>
                </a:lnTo>
                <a:lnTo>
                  <a:pt x="132025" y="104011"/>
                </a:lnTo>
                <a:lnTo>
                  <a:pt x="131869" y="103678"/>
                </a:lnTo>
                <a:lnTo>
                  <a:pt x="131721" y="103340"/>
                </a:lnTo>
                <a:lnTo>
                  <a:pt x="131581" y="102995"/>
                </a:lnTo>
                <a:lnTo>
                  <a:pt x="131449" y="102643"/>
                </a:lnTo>
                <a:lnTo>
                  <a:pt x="131324" y="102285"/>
                </a:lnTo>
                <a:lnTo>
                  <a:pt x="131207" y="101921"/>
                </a:lnTo>
                <a:lnTo>
                  <a:pt x="131096" y="101528"/>
                </a:lnTo>
                <a:lnTo>
                  <a:pt x="130990" y="101081"/>
                </a:lnTo>
                <a:lnTo>
                  <a:pt x="130889" y="100582"/>
                </a:lnTo>
                <a:lnTo>
                  <a:pt x="130793" y="100031"/>
                </a:lnTo>
                <a:lnTo>
                  <a:pt x="130701" y="99427"/>
                </a:lnTo>
                <a:lnTo>
                  <a:pt x="130614" y="98770"/>
                </a:lnTo>
                <a:lnTo>
                  <a:pt x="130531" y="98061"/>
                </a:lnTo>
                <a:lnTo>
                  <a:pt x="130454" y="97299"/>
                </a:lnTo>
                <a:lnTo>
                  <a:pt x="130381" y="96485"/>
                </a:lnTo>
                <a:lnTo>
                  <a:pt x="130312" y="95618"/>
                </a:lnTo>
                <a:lnTo>
                  <a:pt x="130249" y="94698"/>
                </a:lnTo>
                <a:lnTo>
                  <a:pt x="130190" y="93726"/>
                </a:lnTo>
                <a:lnTo>
                  <a:pt x="130136" y="92701"/>
                </a:lnTo>
                <a:lnTo>
                  <a:pt x="130086" y="91624"/>
                </a:lnTo>
                <a:lnTo>
                  <a:pt x="130041" y="90493"/>
                </a:lnTo>
                <a:lnTo>
                  <a:pt x="130001" y="89311"/>
                </a:lnTo>
                <a:lnTo>
                  <a:pt x="129966" y="88076"/>
                </a:lnTo>
                <a:lnTo>
                  <a:pt x="129936" y="86788"/>
                </a:lnTo>
                <a:lnTo>
                  <a:pt x="129910" y="85447"/>
                </a:lnTo>
                <a:lnTo>
                  <a:pt x="129888" y="84054"/>
                </a:lnTo>
                <a:lnTo>
                  <a:pt x="129872" y="82608"/>
                </a:lnTo>
                <a:lnTo>
                  <a:pt x="129860" y="81110"/>
                </a:lnTo>
                <a:lnTo>
                  <a:pt x="129853" y="79559"/>
                </a:lnTo>
                <a:lnTo>
                  <a:pt x="129851" y="77956"/>
                </a:lnTo>
                <a:lnTo>
                  <a:pt x="129851" y="35352"/>
                </a:lnTo>
                <a:lnTo>
                  <a:pt x="105262" y="35352"/>
                </a:lnTo>
                <a:lnTo>
                  <a:pt x="105262" y="94155"/>
                </a:lnTo>
                <a:lnTo>
                  <a:pt x="105268" y="95239"/>
                </a:lnTo>
                <a:lnTo>
                  <a:pt x="105285" y="96303"/>
                </a:lnTo>
                <a:lnTo>
                  <a:pt x="105314" y="97348"/>
                </a:lnTo>
                <a:lnTo>
                  <a:pt x="105354" y="98372"/>
                </a:lnTo>
                <a:lnTo>
                  <a:pt x="105406" y="99377"/>
                </a:lnTo>
                <a:lnTo>
                  <a:pt x="105470" y="100363"/>
                </a:lnTo>
                <a:lnTo>
                  <a:pt x="105545" y="101328"/>
                </a:lnTo>
                <a:lnTo>
                  <a:pt x="105631" y="102274"/>
                </a:lnTo>
                <a:lnTo>
                  <a:pt x="105729" y="103200"/>
                </a:lnTo>
                <a:lnTo>
                  <a:pt x="105839" y="104106"/>
                </a:lnTo>
                <a:lnTo>
                  <a:pt x="105960" y="104992"/>
                </a:lnTo>
                <a:lnTo>
                  <a:pt x="106093" y="105859"/>
                </a:lnTo>
                <a:lnTo>
                  <a:pt x="106238" y="106706"/>
                </a:lnTo>
                <a:lnTo>
                  <a:pt x="106393" y="107533"/>
                </a:lnTo>
                <a:lnTo>
                  <a:pt x="106561" y="108341"/>
                </a:lnTo>
                <a:lnTo>
                  <a:pt x="106740" y="109128"/>
                </a:lnTo>
                <a:lnTo>
                  <a:pt x="106930" y="109896"/>
                </a:lnTo>
                <a:lnTo>
                  <a:pt x="107132" y="110644"/>
                </a:lnTo>
                <a:lnTo>
                  <a:pt x="107346" y="111373"/>
                </a:lnTo>
                <a:lnTo>
                  <a:pt x="107571" y="112081"/>
                </a:lnTo>
                <a:lnTo>
                  <a:pt x="107808" y="112770"/>
                </a:lnTo>
                <a:lnTo>
                  <a:pt x="108056" y="113440"/>
                </a:lnTo>
                <a:lnTo>
                  <a:pt x="108316" y="114089"/>
                </a:lnTo>
                <a:lnTo>
                  <a:pt x="108587" y="114719"/>
                </a:lnTo>
                <a:lnTo>
                  <a:pt x="108871" y="115333"/>
                </a:lnTo>
                <a:lnTo>
                  <a:pt x="109170" y="115935"/>
                </a:lnTo>
                <a:lnTo>
                  <a:pt x="109483" y="116526"/>
                </a:lnTo>
                <a:lnTo>
                  <a:pt x="109810" y="117106"/>
                </a:lnTo>
                <a:lnTo>
                  <a:pt x="110151" y="117674"/>
                </a:lnTo>
                <a:lnTo>
                  <a:pt x="110507" y="118230"/>
                </a:lnTo>
                <a:lnTo>
                  <a:pt x="110877" y="118775"/>
                </a:lnTo>
                <a:lnTo>
                  <a:pt x="111261" y="119308"/>
                </a:lnTo>
                <a:lnTo>
                  <a:pt x="111659" y="119830"/>
                </a:lnTo>
                <a:lnTo>
                  <a:pt x="112072" y="120340"/>
                </a:lnTo>
                <a:lnTo>
                  <a:pt x="112499" y="120838"/>
                </a:lnTo>
                <a:lnTo>
                  <a:pt x="112940" y="121325"/>
                </a:lnTo>
                <a:lnTo>
                  <a:pt x="113396" y="121801"/>
                </a:lnTo>
                <a:lnTo>
                  <a:pt x="113866" y="122265"/>
                </a:lnTo>
                <a:lnTo>
                  <a:pt x="114350" y="122717"/>
                </a:lnTo>
                <a:lnTo>
                  <a:pt x="114849" y="123158"/>
                </a:lnTo>
                <a:lnTo>
                  <a:pt x="115361" y="123587"/>
                </a:lnTo>
                <a:lnTo>
                  <a:pt x="115888" y="124005"/>
                </a:lnTo>
                <a:lnTo>
                  <a:pt x="116430" y="124411"/>
                </a:lnTo>
                <a:lnTo>
                  <a:pt x="116985" y="124806"/>
                </a:lnTo>
                <a:lnTo>
                  <a:pt x="117555" y="125189"/>
                </a:lnTo>
                <a:lnTo>
                  <a:pt x="118139" y="125561"/>
                </a:lnTo>
                <a:lnTo>
                  <a:pt x="118737" y="125921"/>
                </a:lnTo>
                <a:lnTo>
                  <a:pt x="119350" y="126269"/>
                </a:lnTo>
                <a:lnTo>
                  <a:pt x="119973" y="126605"/>
                </a:lnTo>
                <a:lnTo>
                  <a:pt x="120603" y="126926"/>
                </a:lnTo>
                <a:lnTo>
                  <a:pt x="121240" y="127233"/>
                </a:lnTo>
                <a:lnTo>
                  <a:pt x="121883" y="127526"/>
                </a:lnTo>
                <a:lnTo>
                  <a:pt x="122533" y="127805"/>
                </a:lnTo>
                <a:lnTo>
                  <a:pt x="123189" y="128069"/>
                </a:lnTo>
                <a:lnTo>
                  <a:pt x="123853" y="128319"/>
                </a:lnTo>
                <a:lnTo>
                  <a:pt x="124523" y="128554"/>
                </a:lnTo>
                <a:lnTo>
                  <a:pt x="125199" y="128776"/>
                </a:lnTo>
                <a:lnTo>
                  <a:pt x="125883" y="128983"/>
                </a:lnTo>
                <a:lnTo>
                  <a:pt x="126573" y="129175"/>
                </a:lnTo>
                <a:lnTo>
                  <a:pt x="127269" y="129354"/>
                </a:lnTo>
                <a:lnTo>
                  <a:pt x="127973" y="129518"/>
                </a:lnTo>
                <a:lnTo>
                  <a:pt x="128683" y="129668"/>
                </a:lnTo>
                <a:lnTo>
                  <a:pt x="129400" y="129804"/>
                </a:lnTo>
                <a:lnTo>
                  <a:pt x="130123" y="129925"/>
                </a:lnTo>
                <a:lnTo>
                  <a:pt x="130853" y="130032"/>
                </a:lnTo>
                <a:lnTo>
                  <a:pt x="131590" y="130125"/>
                </a:lnTo>
                <a:lnTo>
                  <a:pt x="132333" y="130204"/>
                </a:lnTo>
                <a:lnTo>
                  <a:pt x="133084" y="130268"/>
                </a:lnTo>
                <a:lnTo>
                  <a:pt x="133840" y="130318"/>
                </a:lnTo>
                <a:lnTo>
                  <a:pt x="134604" y="130354"/>
                </a:lnTo>
                <a:lnTo>
                  <a:pt x="135374" y="130375"/>
                </a:lnTo>
                <a:lnTo>
                  <a:pt x="136151" y="130382"/>
                </a:lnTo>
                <a:lnTo>
                  <a:pt x="136915" y="130375"/>
                </a:lnTo>
                <a:lnTo>
                  <a:pt x="137676" y="130352"/>
                </a:lnTo>
                <a:lnTo>
                  <a:pt x="138434" y="130315"/>
                </a:lnTo>
                <a:lnTo>
                  <a:pt x="139188" y="130263"/>
                </a:lnTo>
                <a:lnTo>
                  <a:pt x="139940" y="130196"/>
                </a:lnTo>
                <a:lnTo>
                  <a:pt x="140688" y="130114"/>
                </a:lnTo>
                <a:lnTo>
                  <a:pt x="141433" y="130017"/>
                </a:lnTo>
                <a:lnTo>
                  <a:pt x="142174" y="129906"/>
                </a:lnTo>
                <a:lnTo>
                  <a:pt x="142913" y="129779"/>
                </a:lnTo>
                <a:lnTo>
                  <a:pt x="143648" y="129638"/>
                </a:lnTo>
                <a:lnTo>
                  <a:pt x="144380" y="129481"/>
                </a:lnTo>
                <a:lnTo>
                  <a:pt x="145109" y="129310"/>
                </a:lnTo>
                <a:lnTo>
                  <a:pt x="145835" y="129124"/>
                </a:lnTo>
                <a:lnTo>
                  <a:pt x="146558" y="128923"/>
                </a:lnTo>
                <a:lnTo>
                  <a:pt x="147277" y="128707"/>
                </a:lnTo>
                <a:lnTo>
                  <a:pt x="147993" y="128476"/>
                </a:lnTo>
                <a:lnTo>
                  <a:pt x="148706" y="128231"/>
                </a:lnTo>
                <a:lnTo>
                  <a:pt x="149416" y="127970"/>
                </a:lnTo>
                <a:lnTo>
                  <a:pt x="150123" y="127695"/>
                </a:lnTo>
                <a:lnTo>
                  <a:pt x="150826" y="127405"/>
                </a:lnTo>
                <a:lnTo>
                  <a:pt x="151527" y="127099"/>
                </a:lnTo>
                <a:lnTo>
                  <a:pt x="152224" y="126779"/>
                </a:lnTo>
                <a:lnTo>
                  <a:pt x="152918" y="126444"/>
                </a:lnTo>
                <a:lnTo>
                  <a:pt x="153608" y="126094"/>
                </a:lnTo>
                <a:lnTo>
                  <a:pt x="154292" y="125732"/>
                </a:lnTo>
                <a:lnTo>
                  <a:pt x="154964" y="125358"/>
                </a:lnTo>
                <a:lnTo>
                  <a:pt x="155626" y="124973"/>
                </a:lnTo>
                <a:lnTo>
                  <a:pt x="156276" y="124578"/>
                </a:lnTo>
                <a:lnTo>
                  <a:pt x="156915" y="124171"/>
                </a:lnTo>
                <a:lnTo>
                  <a:pt x="157543" y="123754"/>
                </a:lnTo>
                <a:lnTo>
                  <a:pt x="158160" y="123325"/>
                </a:lnTo>
                <a:lnTo>
                  <a:pt x="158766" y="122886"/>
                </a:lnTo>
                <a:lnTo>
                  <a:pt x="159361" y="122436"/>
                </a:lnTo>
                <a:lnTo>
                  <a:pt x="159945" y="121974"/>
                </a:lnTo>
                <a:lnTo>
                  <a:pt x="160517" y="121502"/>
                </a:lnTo>
                <a:lnTo>
                  <a:pt x="161079" y="121019"/>
                </a:lnTo>
                <a:lnTo>
                  <a:pt x="161629" y="120525"/>
                </a:lnTo>
                <a:lnTo>
                  <a:pt x="162169" y="120020"/>
                </a:lnTo>
                <a:lnTo>
                  <a:pt x="162697" y="119504"/>
                </a:lnTo>
                <a:lnTo>
                  <a:pt x="163214" y="118977"/>
                </a:lnTo>
                <a:lnTo>
                  <a:pt x="163720" y="118440"/>
                </a:lnTo>
                <a:lnTo>
                  <a:pt x="164216" y="117891"/>
                </a:lnTo>
                <a:lnTo>
                  <a:pt x="164699" y="117331"/>
                </a:lnTo>
                <a:lnTo>
                  <a:pt x="165172" y="116761"/>
                </a:lnTo>
                <a:lnTo>
                  <a:pt x="165634" y="116179"/>
                </a:lnTo>
                <a:lnTo>
                  <a:pt x="166085" y="115587"/>
                </a:lnTo>
                <a:lnTo>
                  <a:pt x="166524" y="114983"/>
                </a:lnTo>
                <a:lnTo>
                  <a:pt x="166953" y="114369"/>
                </a:lnTo>
                <a:lnTo>
                  <a:pt x="166953" y="128282"/>
                </a:lnTo>
                <a:lnTo>
                  <a:pt x="189792" y="128282"/>
                </a:lnTo>
                <a:lnTo>
                  <a:pt x="189792" y="35352"/>
                </a:lnTo>
                <a:lnTo>
                  <a:pt x="165203" y="35352"/>
                </a:lnTo>
                <a:lnTo>
                  <a:pt x="165203" y="74464"/>
                </a:lnTo>
                <a:lnTo>
                  <a:pt x="165199" y="76097"/>
                </a:lnTo>
                <a:close/>
                <a:moveTo>
                  <a:pt x="833081" y="22751"/>
                </a:moveTo>
                <a:lnTo>
                  <a:pt x="857670" y="22751"/>
                </a:lnTo>
                <a:lnTo>
                  <a:pt x="857670" y="0"/>
                </a:lnTo>
                <a:lnTo>
                  <a:pt x="833081" y="0"/>
                </a:lnTo>
                <a:lnTo>
                  <a:pt x="833081" y="22751"/>
                </a:lnTo>
                <a:close/>
                <a:moveTo>
                  <a:pt x="1387585" y="36803"/>
                </a:moveTo>
                <a:lnTo>
                  <a:pt x="1386929" y="36472"/>
                </a:lnTo>
                <a:lnTo>
                  <a:pt x="1386270" y="36158"/>
                </a:lnTo>
                <a:lnTo>
                  <a:pt x="1385610" y="35861"/>
                </a:lnTo>
                <a:lnTo>
                  <a:pt x="1384947" y="35579"/>
                </a:lnTo>
                <a:lnTo>
                  <a:pt x="1384282" y="35313"/>
                </a:lnTo>
                <a:lnTo>
                  <a:pt x="1383615" y="35063"/>
                </a:lnTo>
                <a:lnTo>
                  <a:pt x="1382946" y="34830"/>
                </a:lnTo>
                <a:lnTo>
                  <a:pt x="1382274" y="34613"/>
                </a:lnTo>
                <a:lnTo>
                  <a:pt x="1381601" y="34411"/>
                </a:lnTo>
                <a:lnTo>
                  <a:pt x="1380925" y="34226"/>
                </a:lnTo>
                <a:lnTo>
                  <a:pt x="1380247" y="34057"/>
                </a:lnTo>
                <a:lnTo>
                  <a:pt x="1379568" y="33904"/>
                </a:lnTo>
                <a:lnTo>
                  <a:pt x="1378886" y="33767"/>
                </a:lnTo>
                <a:lnTo>
                  <a:pt x="1378202" y="33646"/>
                </a:lnTo>
                <a:lnTo>
                  <a:pt x="1377515" y="33542"/>
                </a:lnTo>
                <a:lnTo>
                  <a:pt x="1376827" y="33453"/>
                </a:lnTo>
                <a:lnTo>
                  <a:pt x="1376137" y="33381"/>
                </a:lnTo>
                <a:lnTo>
                  <a:pt x="1375444" y="33324"/>
                </a:lnTo>
                <a:lnTo>
                  <a:pt x="1374749" y="33284"/>
                </a:lnTo>
                <a:lnTo>
                  <a:pt x="1374052" y="33260"/>
                </a:lnTo>
                <a:lnTo>
                  <a:pt x="1373353" y="33252"/>
                </a:lnTo>
                <a:lnTo>
                  <a:pt x="1372860" y="33257"/>
                </a:lnTo>
                <a:lnTo>
                  <a:pt x="1372370" y="33272"/>
                </a:lnTo>
                <a:lnTo>
                  <a:pt x="1371886" y="33298"/>
                </a:lnTo>
                <a:lnTo>
                  <a:pt x="1371405" y="33334"/>
                </a:lnTo>
                <a:lnTo>
                  <a:pt x="1370929" y="33381"/>
                </a:lnTo>
                <a:lnTo>
                  <a:pt x="1370458" y="33438"/>
                </a:lnTo>
                <a:lnTo>
                  <a:pt x="1369990" y="33505"/>
                </a:lnTo>
                <a:lnTo>
                  <a:pt x="1369527" y="33582"/>
                </a:lnTo>
                <a:lnTo>
                  <a:pt x="1369069" y="33670"/>
                </a:lnTo>
                <a:lnTo>
                  <a:pt x="1368615" y="33768"/>
                </a:lnTo>
                <a:lnTo>
                  <a:pt x="1368165" y="33877"/>
                </a:lnTo>
                <a:lnTo>
                  <a:pt x="1367720" y="33996"/>
                </a:lnTo>
                <a:lnTo>
                  <a:pt x="1367279" y="34125"/>
                </a:lnTo>
                <a:lnTo>
                  <a:pt x="1366843" y="34264"/>
                </a:lnTo>
                <a:lnTo>
                  <a:pt x="1366411" y="34414"/>
                </a:lnTo>
                <a:lnTo>
                  <a:pt x="1365984" y="34574"/>
                </a:lnTo>
                <a:lnTo>
                  <a:pt x="1365560" y="34745"/>
                </a:lnTo>
                <a:lnTo>
                  <a:pt x="1365142" y="34925"/>
                </a:lnTo>
                <a:lnTo>
                  <a:pt x="1364727" y="35116"/>
                </a:lnTo>
                <a:lnTo>
                  <a:pt x="1364317" y="35318"/>
                </a:lnTo>
                <a:lnTo>
                  <a:pt x="1363912" y="35530"/>
                </a:lnTo>
                <a:lnTo>
                  <a:pt x="1363511" y="35752"/>
                </a:lnTo>
                <a:lnTo>
                  <a:pt x="1363114" y="35984"/>
                </a:lnTo>
                <a:lnTo>
                  <a:pt x="1362722" y="36227"/>
                </a:lnTo>
                <a:lnTo>
                  <a:pt x="1362329" y="36486"/>
                </a:lnTo>
                <a:lnTo>
                  <a:pt x="1361933" y="36767"/>
                </a:lnTo>
                <a:lnTo>
                  <a:pt x="1361533" y="37071"/>
                </a:lnTo>
                <a:lnTo>
                  <a:pt x="1361128" y="37396"/>
                </a:lnTo>
                <a:lnTo>
                  <a:pt x="1360720" y="37744"/>
                </a:lnTo>
                <a:lnTo>
                  <a:pt x="1360307" y="38114"/>
                </a:lnTo>
                <a:lnTo>
                  <a:pt x="1359890" y="38506"/>
                </a:lnTo>
                <a:lnTo>
                  <a:pt x="1359469" y="38920"/>
                </a:lnTo>
                <a:lnTo>
                  <a:pt x="1359044" y="39357"/>
                </a:lnTo>
                <a:lnTo>
                  <a:pt x="1358615" y="39815"/>
                </a:lnTo>
                <a:lnTo>
                  <a:pt x="1358182" y="40296"/>
                </a:lnTo>
                <a:lnTo>
                  <a:pt x="1357745" y="40799"/>
                </a:lnTo>
                <a:lnTo>
                  <a:pt x="1357303" y="41324"/>
                </a:lnTo>
                <a:lnTo>
                  <a:pt x="1356858" y="41872"/>
                </a:lnTo>
                <a:lnTo>
                  <a:pt x="1356408" y="42441"/>
                </a:lnTo>
                <a:lnTo>
                  <a:pt x="1355955" y="43033"/>
                </a:lnTo>
                <a:lnTo>
                  <a:pt x="1355497" y="43647"/>
                </a:lnTo>
                <a:lnTo>
                  <a:pt x="1355035" y="44283"/>
                </a:lnTo>
                <a:lnTo>
                  <a:pt x="1354569" y="44941"/>
                </a:lnTo>
                <a:lnTo>
                  <a:pt x="1354099" y="45622"/>
                </a:lnTo>
                <a:lnTo>
                  <a:pt x="1353624" y="46324"/>
                </a:lnTo>
                <a:lnTo>
                  <a:pt x="1353146" y="47049"/>
                </a:lnTo>
                <a:lnTo>
                  <a:pt x="1352664" y="47796"/>
                </a:lnTo>
                <a:lnTo>
                  <a:pt x="1352177" y="48565"/>
                </a:lnTo>
                <a:lnTo>
                  <a:pt x="1352177" y="35352"/>
                </a:lnTo>
                <a:lnTo>
                  <a:pt x="1329338" y="35352"/>
                </a:lnTo>
                <a:lnTo>
                  <a:pt x="1329338" y="128282"/>
                </a:lnTo>
                <a:lnTo>
                  <a:pt x="1353927" y="128282"/>
                </a:lnTo>
                <a:lnTo>
                  <a:pt x="1353927" y="99580"/>
                </a:lnTo>
                <a:lnTo>
                  <a:pt x="1353931" y="97633"/>
                </a:lnTo>
                <a:lnTo>
                  <a:pt x="1353942" y="95741"/>
                </a:lnTo>
                <a:lnTo>
                  <a:pt x="1353959" y="93906"/>
                </a:lnTo>
                <a:lnTo>
                  <a:pt x="1353984" y="92128"/>
                </a:lnTo>
                <a:lnTo>
                  <a:pt x="1354017" y="90406"/>
                </a:lnTo>
                <a:lnTo>
                  <a:pt x="1354056" y="88741"/>
                </a:lnTo>
                <a:lnTo>
                  <a:pt x="1354102" y="87132"/>
                </a:lnTo>
                <a:lnTo>
                  <a:pt x="1354156" y="85580"/>
                </a:lnTo>
                <a:lnTo>
                  <a:pt x="1354217" y="84084"/>
                </a:lnTo>
                <a:lnTo>
                  <a:pt x="1354284" y="82645"/>
                </a:lnTo>
                <a:lnTo>
                  <a:pt x="1354359" y="81262"/>
                </a:lnTo>
                <a:lnTo>
                  <a:pt x="1354441" y="79936"/>
                </a:lnTo>
                <a:lnTo>
                  <a:pt x="1354531" y="78666"/>
                </a:lnTo>
                <a:lnTo>
                  <a:pt x="1354627" y="77453"/>
                </a:lnTo>
                <a:lnTo>
                  <a:pt x="1354731" y="76296"/>
                </a:lnTo>
                <a:lnTo>
                  <a:pt x="1354841" y="75196"/>
                </a:lnTo>
                <a:lnTo>
                  <a:pt x="1354959" y="74152"/>
                </a:lnTo>
                <a:lnTo>
                  <a:pt x="1355084" y="73165"/>
                </a:lnTo>
                <a:lnTo>
                  <a:pt x="1355216" y="72234"/>
                </a:lnTo>
                <a:lnTo>
                  <a:pt x="1355355" y="71360"/>
                </a:lnTo>
                <a:lnTo>
                  <a:pt x="1355502" y="70543"/>
                </a:lnTo>
                <a:lnTo>
                  <a:pt x="1355655" y="69781"/>
                </a:lnTo>
                <a:lnTo>
                  <a:pt x="1355816" y="69077"/>
                </a:lnTo>
                <a:lnTo>
                  <a:pt x="1355984" y="68429"/>
                </a:lnTo>
                <a:lnTo>
                  <a:pt x="1356158" y="67817"/>
                </a:lnTo>
                <a:lnTo>
                  <a:pt x="1356337" y="67221"/>
                </a:lnTo>
                <a:lnTo>
                  <a:pt x="1356522" y="66641"/>
                </a:lnTo>
                <a:lnTo>
                  <a:pt x="1356712" y="66077"/>
                </a:lnTo>
                <a:lnTo>
                  <a:pt x="1356907" y="65529"/>
                </a:lnTo>
                <a:lnTo>
                  <a:pt x="1357108" y="64997"/>
                </a:lnTo>
                <a:lnTo>
                  <a:pt x="1357314" y="64481"/>
                </a:lnTo>
                <a:lnTo>
                  <a:pt x="1357525" y="63981"/>
                </a:lnTo>
                <a:lnTo>
                  <a:pt x="1357741" y="63496"/>
                </a:lnTo>
                <a:lnTo>
                  <a:pt x="1357963" y="63028"/>
                </a:lnTo>
                <a:lnTo>
                  <a:pt x="1358190" y="62576"/>
                </a:lnTo>
                <a:lnTo>
                  <a:pt x="1358423" y="62139"/>
                </a:lnTo>
                <a:lnTo>
                  <a:pt x="1358661" y="61719"/>
                </a:lnTo>
                <a:lnTo>
                  <a:pt x="1358904" y="61314"/>
                </a:lnTo>
                <a:lnTo>
                  <a:pt x="1359152" y="60926"/>
                </a:lnTo>
                <a:lnTo>
                  <a:pt x="1359406" y="60553"/>
                </a:lnTo>
                <a:lnTo>
                  <a:pt x="1359665" y="60197"/>
                </a:lnTo>
                <a:lnTo>
                  <a:pt x="1359930" y="59856"/>
                </a:lnTo>
                <a:lnTo>
                  <a:pt x="1360199" y="59531"/>
                </a:lnTo>
                <a:lnTo>
                  <a:pt x="1360474" y="59223"/>
                </a:lnTo>
                <a:lnTo>
                  <a:pt x="1360755" y="58930"/>
                </a:lnTo>
                <a:lnTo>
                  <a:pt x="1361040" y="58653"/>
                </a:lnTo>
                <a:lnTo>
                  <a:pt x="1361331" y="58392"/>
                </a:lnTo>
                <a:lnTo>
                  <a:pt x="1361628" y="58147"/>
                </a:lnTo>
                <a:lnTo>
                  <a:pt x="1361929" y="57915"/>
                </a:lnTo>
                <a:lnTo>
                  <a:pt x="1362237" y="57693"/>
                </a:lnTo>
                <a:lnTo>
                  <a:pt x="1362549" y="57480"/>
                </a:lnTo>
                <a:lnTo>
                  <a:pt x="1362867" y="57278"/>
                </a:lnTo>
                <a:lnTo>
                  <a:pt x="1363191" y="57085"/>
                </a:lnTo>
                <a:lnTo>
                  <a:pt x="1363520" y="56903"/>
                </a:lnTo>
                <a:lnTo>
                  <a:pt x="1363855" y="56730"/>
                </a:lnTo>
                <a:lnTo>
                  <a:pt x="1364195" y="56567"/>
                </a:lnTo>
                <a:lnTo>
                  <a:pt x="1364540" y="56414"/>
                </a:lnTo>
                <a:lnTo>
                  <a:pt x="1364891" y="56271"/>
                </a:lnTo>
                <a:lnTo>
                  <a:pt x="1365247" y="56137"/>
                </a:lnTo>
                <a:lnTo>
                  <a:pt x="1365609" y="56014"/>
                </a:lnTo>
                <a:lnTo>
                  <a:pt x="1365977" y="55900"/>
                </a:lnTo>
                <a:lnTo>
                  <a:pt x="1366349" y="55797"/>
                </a:lnTo>
                <a:lnTo>
                  <a:pt x="1366728" y="55703"/>
                </a:lnTo>
                <a:lnTo>
                  <a:pt x="1367111" y="55619"/>
                </a:lnTo>
                <a:lnTo>
                  <a:pt x="1367501" y="55545"/>
                </a:lnTo>
                <a:lnTo>
                  <a:pt x="1367895" y="55481"/>
                </a:lnTo>
                <a:lnTo>
                  <a:pt x="1368295" y="55426"/>
                </a:lnTo>
                <a:lnTo>
                  <a:pt x="1368701" y="55382"/>
                </a:lnTo>
                <a:lnTo>
                  <a:pt x="1369112" y="55347"/>
                </a:lnTo>
                <a:lnTo>
                  <a:pt x="1369529" y="55323"/>
                </a:lnTo>
                <a:lnTo>
                  <a:pt x="1369951" y="55308"/>
                </a:lnTo>
                <a:lnTo>
                  <a:pt x="1370378" y="55303"/>
                </a:lnTo>
                <a:lnTo>
                  <a:pt x="1370825" y="55310"/>
                </a:lnTo>
                <a:lnTo>
                  <a:pt x="1371274" y="55331"/>
                </a:lnTo>
                <a:lnTo>
                  <a:pt x="1371726" y="55366"/>
                </a:lnTo>
                <a:lnTo>
                  <a:pt x="1372182" y="55415"/>
                </a:lnTo>
                <a:lnTo>
                  <a:pt x="1372640" y="55478"/>
                </a:lnTo>
                <a:lnTo>
                  <a:pt x="1373102" y="55555"/>
                </a:lnTo>
                <a:lnTo>
                  <a:pt x="1373566" y="55645"/>
                </a:lnTo>
                <a:lnTo>
                  <a:pt x="1374034" y="55750"/>
                </a:lnTo>
                <a:lnTo>
                  <a:pt x="1374505" y="55869"/>
                </a:lnTo>
                <a:lnTo>
                  <a:pt x="1374978" y="56002"/>
                </a:lnTo>
                <a:lnTo>
                  <a:pt x="1375455" y="56149"/>
                </a:lnTo>
                <a:lnTo>
                  <a:pt x="1375935" y="56309"/>
                </a:lnTo>
                <a:lnTo>
                  <a:pt x="1376418" y="56484"/>
                </a:lnTo>
                <a:lnTo>
                  <a:pt x="1376903" y="56673"/>
                </a:lnTo>
                <a:lnTo>
                  <a:pt x="1377392" y="56875"/>
                </a:lnTo>
                <a:lnTo>
                  <a:pt x="1377884" y="57092"/>
                </a:lnTo>
                <a:lnTo>
                  <a:pt x="1378379" y="57323"/>
                </a:lnTo>
                <a:lnTo>
                  <a:pt x="1378877" y="57567"/>
                </a:lnTo>
                <a:lnTo>
                  <a:pt x="1379378" y="57826"/>
                </a:lnTo>
                <a:lnTo>
                  <a:pt x="1379882" y="58098"/>
                </a:lnTo>
                <a:lnTo>
                  <a:pt x="1380389" y="58385"/>
                </a:lnTo>
                <a:lnTo>
                  <a:pt x="1380899" y="58685"/>
                </a:lnTo>
                <a:lnTo>
                  <a:pt x="1381413" y="59000"/>
                </a:lnTo>
                <a:lnTo>
                  <a:pt x="1381929" y="59328"/>
                </a:lnTo>
                <a:lnTo>
                  <a:pt x="1389267" y="38662"/>
                </a:lnTo>
                <a:lnTo>
                  <a:pt x="1425385" y="128282"/>
                </a:lnTo>
                <a:lnTo>
                  <a:pt x="1447524" y="128282"/>
                </a:lnTo>
                <a:lnTo>
                  <a:pt x="1484451" y="35352"/>
                </a:lnTo>
                <a:lnTo>
                  <a:pt x="1459162" y="35352"/>
                </a:lnTo>
                <a:lnTo>
                  <a:pt x="1441486" y="82780"/>
                </a:lnTo>
                <a:lnTo>
                  <a:pt x="1441370" y="83108"/>
                </a:lnTo>
                <a:lnTo>
                  <a:pt x="1441254" y="83436"/>
                </a:lnTo>
                <a:lnTo>
                  <a:pt x="1441139" y="83764"/>
                </a:lnTo>
                <a:lnTo>
                  <a:pt x="1441024" y="84092"/>
                </a:lnTo>
                <a:lnTo>
                  <a:pt x="1440910" y="84420"/>
                </a:lnTo>
                <a:lnTo>
                  <a:pt x="1440797" y="84748"/>
                </a:lnTo>
                <a:lnTo>
                  <a:pt x="1440684" y="85077"/>
                </a:lnTo>
                <a:lnTo>
                  <a:pt x="1440572" y="85405"/>
                </a:lnTo>
                <a:lnTo>
                  <a:pt x="1440461" y="85733"/>
                </a:lnTo>
                <a:lnTo>
                  <a:pt x="1440350" y="86061"/>
                </a:lnTo>
                <a:lnTo>
                  <a:pt x="1440239" y="86389"/>
                </a:lnTo>
                <a:lnTo>
                  <a:pt x="1440130" y="86717"/>
                </a:lnTo>
                <a:lnTo>
                  <a:pt x="1440021" y="87045"/>
                </a:lnTo>
                <a:lnTo>
                  <a:pt x="1439912" y="87374"/>
                </a:lnTo>
                <a:lnTo>
                  <a:pt x="1439804" y="87702"/>
                </a:lnTo>
                <a:lnTo>
                  <a:pt x="1439697" y="88030"/>
                </a:lnTo>
                <a:lnTo>
                  <a:pt x="1439590" y="88358"/>
                </a:lnTo>
                <a:lnTo>
                  <a:pt x="1439484" y="88686"/>
                </a:lnTo>
                <a:lnTo>
                  <a:pt x="1439379" y="89014"/>
                </a:lnTo>
                <a:lnTo>
                  <a:pt x="1439274" y="89342"/>
                </a:lnTo>
                <a:lnTo>
                  <a:pt x="1439170" y="89671"/>
                </a:lnTo>
                <a:lnTo>
                  <a:pt x="1439066" y="89999"/>
                </a:lnTo>
                <a:lnTo>
                  <a:pt x="1438963" y="90327"/>
                </a:lnTo>
                <a:lnTo>
                  <a:pt x="1438861" y="90655"/>
                </a:lnTo>
                <a:lnTo>
                  <a:pt x="1438815" y="90823"/>
                </a:lnTo>
                <a:lnTo>
                  <a:pt x="1438763" y="91004"/>
                </a:lnTo>
                <a:lnTo>
                  <a:pt x="1438706" y="91201"/>
                </a:lnTo>
                <a:lnTo>
                  <a:pt x="1438645" y="91411"/>
                </a:lnTo>
                <a:lnTo>
                  <a:pt x="1438578" y="91636"/>
                </a:lnTo>
                <a:lnTo>
                  <a:pt x="1438505" y="91875"/>
                </a:lnTo>
                <a:lnTo>
                  <a:pt x="1438428" y="92128"/>
                </a:lnTo>
                <a:lnTo>
                  <a:pt x="1438346" y="92395"/>
                </a:lnTo>
                <a:lnTo>
                  <a:pt x="1438258" y="92677"/>
                </a:lnTo>
                <a:lnTo>
                  <a:pt x="1438165" y="92973"/>
                </a:lnTo>
                <a:lnTo>
                  <a:pt x="1438067" y="93284"/>
                </a:lnTo>
                <a:lnTo>
                  <a:pt x="1437964" y="93608"/>
                </a:lnTo>
                <a:lnTo>
                  <a:pt x="1437856" y="93947"/>
                </a:lnTo>
                <a:lnTo>
                  <a:pt x="1437742" y="94300"/>
                </a:lnTo>
                <a:lnTo>
                  <a:pt x="1437624" y="94668"/>
                </a:lnTo>
                <a:lnTo>
                  <a:pt x="1437500" y="95050"/>
                </a:lnTo>
                <a:lnTo>
                  <a:pt x="1437371" y="95446"/>
                </a:lnTo>
                <a:lnTo>
                  <a:pt x="1437237" y="95856"/>
                </a:lnTo>
                <a:lnTo>
                  <a:pt x="1437097" y="96281"/>
                </a:lnTo>
                <a:lnTo>
                  <a:pt x="1436953" y="96720"/>
                </a:lnTo>
                <a:lnTo>
                  <a:pt x="1436803" y="97173"/>
                </a:lnTo>
                <a:lnTo>
                  <a:pt x="1436648" y="97640"/>
                </a:lnTo>
                <a:lnTo>
                  <a:pt x="1436488" y="98122"/>
                </a:lnTo>
                <a:lnTo>
                  <a:pt x="1436323" y="98618"/>
                </a:lnTo>
                <a:lnTo>
                  <a:pt x="1431248" y="82780"/>
                </a:lnTo>
                <a:lnTo>
                  <a:pt x="1413747" y="35352"/>
                </a:lnTo>
                <a:lnTo>
                  <a:pt x="1387933" y="35352"/>
                </a:lnTo>
                <a:lnTo>
                  <a:pt x="1388778" y="37448"/>
                </a:lnTo>
                <a:lnTo>
                  <a:pt x="1388240" y="37149"/>
                </a:lnTo>
                <a:lnTo>
                  <a:pt x="1387585" y="36803"/>
                </a:lnTo>
                <a:close/>
                <a:moveTo>
                  <a:pt x="1622054" y="92128"/>
                </a:moveTo>
                <a:lnTo>
                  <a:pt x="1622086" y="90406"/>
                </a:lnTo>
                <a:lnTo>
                  <a:pt x="1622125" y="88741"/>
                </a:lnTo>
                <a:lnTo>
                  <a:pt x="1622172" y="87132"/>
                </a:lnTo>
                <a:lnTo>
                  <a:pt x="1622225" y="85580"/>
                </a:lnTo>
                <a:lnTo>
                  <a:pt x="1622286" y="84084"/>
                </a:lnTo>
                <a:lnTo>
                  <a:pt x="1622354" y="82645"/>
                </a:lnTo>
                <a:lnTo>
                  <a:pt x="1622429" y="81262"/>
                </a:lnTo>
                <a:lnTo>
                  <a:pt x="1622511" y="79936"/>
                </a:lnTo>
                <a:lnTo>
                  <a:pt x="1622600" y="78666"/>
                </a:lnTo>
                <a:lnTo>
                  <a:pt x="1622697" y="77453"/>
                </a:lnTo>
                <a:lnTo>
                  <a:pt x="1622800" y="76296"/>
                </a:lnTo>
                <a:lnTo>
                  <a:pt x="1622911" y="75196"/>
                </a:lnTo>
                <a:lnTo>
                  <a:pt x="1623029" y="74152"/>
                </a:lnTo>
                <a:lnTo>
                  <a:pt x="1623154" y="73165"/>
                </a:lnTo>
                <a:lnTo>
                  <a:pt x="1623286" y="72234"/>
                </a:lnTo>
                <a:lnTo>
                  <a:pt x="1623425" y="71360"/>
                </a:lnTo>
                <a:lnTo>
                  <a:pt x="1623571" y="70543"/>
                </a:lnTo>
                <a:lnTo>
                  <a:pt x="1623725" y="69781"/>
                </a:lnTo>
                <a:lnTo>
                  <a:pt x="1623885" y="69077"/>
                </a:lnTo>
                <a:lnTo>
                  <a:pt x="1624053" y="68429"/>
                </a:lnTo>
                <a:lnTo>
                  <a:pt x="1624227" y="67817"/>
                </a:lnTo>
                <a:lnTo>
                  <a:pt x="1624407" y="67221"/>
                </a:lnTo>
                <a:lnTo>
                  <a:pt x="1624591" y="66641"/>
                </a:lnTo>
                <a:lnTo>
                  <a:pt x="1624781" y="66077"/>
                </a:lnTo>
                <a:lnTo>
                  <a:pt x="1624976" y="65529"/>
                </a:lnTo>
                <a:lnTo>
                  <a:pt x="1625177" y="64997"/>
                </a:lnTo>
                <a:lnTo>
                  <a:pt x="1625383" y="64481"/>
                </a:lnTo>
                <a:lnTo>
                  <a:pt x="1625594" y="63981"/>
                </a:lnTo>
                <a:lnTo>
                  <a:pt x="1625811" y="63496"/>
                </a:lnTo>
                <a:lnTo>
                  <a:pt x="1626033" y="63028"/>
                </a:lnTo>
                <a:lnTo>
                  <a:pt x="1626260" y="62576"/>
                </a:lnTo>
                <a:lnTo>
                  <a:pt x="1626492" y="62139"/>
                </a:lnTo>
                <a:lnTo>
                  <a:pt x="1626730" y="61719"/>
                </a:lnTo>
                <a:lnTo>
                  <a:pt x="1626973" y="61314"/>
                </a:lnTo>
                <a:lnTo>
                  <a:pt x="1627222" y="60926"/>
                </a:lnTo>
                <a:lnTo>
                  <a:pt x="1627476" y="60553"/>
                </a:lnTo>
                <a:lnTo>
                  <a:pt x="1627735" y="60197"/>
                </a:lnTo>
                <a:lnTo>
                  <a:pt x="1627999" y="59856"/>
                </a:lnTo>
                <a:lnTo>
                  <a:pt x="1628269" y="59531"/>
                </a:lnTo>
                <a:lnTo>
                  <a:pt x="1628544" y="59223"/>
                </a:lnTo>
                <a:lnTo>
                  <a:pt x="1628824" y="58930"/>
                </a:lnTo>
                <a:lnTo>
                  <a:pt x="1629110" y="58653"/>
                </a:lnTo>
                <a:lnTo>
                  <a:pt x="1629401" y="58392"/>
                </a:lnTo>
                <a:lnTo>
                  <a:pt x="1629697" y="58147"/>
                </a:lnTo>
                <a:lnTo>
                  <a:pt x="1629999" y="57915"/>
                </a:lnTo>
                <a:lnTo>
                  <a:pt x="1630306" y="57693"/>
                </a:lnTo>
                <a:lnTo>
                  <a:pt x="1630619" y="57480"/>
                </a:lnTo>
                <a:lnTo>
                  <a:pt x="1630937" y="57278"/>
                </a:lnTo>
                <a:lnTo>
                  <a:pt x="1631260" y="57085"/>
                </a:lnTo>
                <a:lnTo>
                  <a:pt x="1631590" y="56903"/>
                </a:lnTo>
                <a:lnTo>
                  <a:pt x="1631924" y="56730"/>
                </a:lnTo>
                <a:lnTo>
                  <a:pt x="1632264" y="56567"/>
                </a:lnTo>
                <a:lnTo>
                  <a:pt x="1632610" y="56414"/>
                </a:lnTo>
                <a:lnTo>
                  <a:pt x="1632960" y="56271"/>
                </a:lnTo>
                <a:lnTo>
                  <a:pt x="1633317" y="56137"/>
                </a:lnTo>
                <a:lnTo>
                  <a:pt x="1633679" y="56014"/>
                </a:lnTo>
                <a:lnTo>
                  <a:pt x="1634046" y="55900"/>
                </a:lnTo>
                <a:lnTo>
                  <a:pt x="1634419" y="55797"/>
                </a:lnTo>
                <a:lnTo>
                  <a:pt x="1634797" y="55703"/>
                </a:lnTo>
                <a:lnTo>
                  <a:pt x="1635181" y="55619"/>
                </a:lnTo>
                <a:lnTo>
                  <a:pt x="1635570" y="55545"/>
                </a:lnTo>
                <a:lnTo>
                  <a:pt x="1635965" y="55481"/>
                </a:lnTo>
                <a:lnTo>
                  <a:pt x="1636365" y="55426"/>
                </a:lnTo>
                <a:lnTo>
                  <a:pt x="1636771" y="55382"/>
                </a:lnTo>
                <a:lnTo>
                  <a:pt x="1637182" y="55347"/>
                </a:lnTo>
                <a:lnTo>
                  <a:pt x="1637598" y="55323"/>
                </a:lnTo>
                <a:lnTo>
                  <a:pt x="1638020" y="55308"/>
                </a:lnTo>
                <a:lnTo>
                  <a:pt x="1638448" y="55303"/>
                </a:lnTo>
                <a:lnTo>
                  <a:pt x="1638894" y="55310"/>
                </a:lnTo>
                <a:lnTo>
                  <a:pt x="1639343" y="55331"/>
                </a:lnTo>
                <a:lnTo>
                  <a:pt x="1639796" y="55366"/>
                </a:lnTo>
                <a:lnTo>
                  <a:pt x="1640251" y="55415"/>
                </a:lnTo>
                <a:lnTo>
                  <a:pt x="1640710" y="55478"/>
                </a:lnTo>
                <a:lnTo>
                  <a:pt x="1641171" y="55555"/>
                </a:lnTo>
                <a:lnTo>
                  <a:pt x="1641636" y="55645"/>
                </a:lnTo>
                <a:lnTo>
                  <a:pt x="1642103" y="55750"/>
                </a:lnTo>
                <a:lnTo>
                  <a:pt x="1642574" y="55869"/>
                </a:lnTo>
                <a:lnTo>
                  <a:pt x="1643048" y="56002"/>
                </a:lnTo>
                <a:lnTo>
                  <a:pt x="1643525" y="56149"/>
                </a:lnTo>
                <a:lnTo>
                  <a:pt x="1644004" y="56309"/>
                </a:lnTo>
                <a:lnTo>
                  <a:pt x="1644487" y="56484"/>
                </a:lnTo>
                <a:lnTo>
                  <a:pt x="1644973" y="56673"/>
                </a:lnTo>
                <a:lnTo>
                  <a:pt x="1645462" y="56875"/>
                </a:lnTo>
                <a:lnTo>
                  <a:pt x="1645954" y="57092"/>
                </a:lnTo>
                <a:lnTo>
                  <a:pt x="1646449" y="57323"/>
                </a:lnTo>
                <a:lnTo>
                  <a:pt x="1646947" y="57567"/>
                </a:lnTo>
                <a:lnTo>
                  <a:pt x="1647448" y="57826"/>
                </a:lnTo>
                <a:lnTo>
                  <a:pt x="1647952" y="58098"/>
                </a:lnTo>
                <a:lnTo>
                  <a:pt x="1648459" y="58385"/>
                </a:lnTo>
                <a:lnTo>
                  <a:pt x="1648969" y="58685"/>
                </a:lnTo>
                <a:lnTo>
                  <a:pt x="1649482" y="59000"/>
                </a:lnTo>
                <a:lnTo>
                  <a:pt x="1649998" y="59328"/>
                </a:lnTo>
                <a:lnTo>
                  <a:pt x="1657611" y="37890"/>
                </a:lnTo>
                <a:lnTo>
                  <a:pt x="1656961" y="37511"/>
                </a:lnTo>
                <a:lnTo>
                  <a:pt x="1656309" y="37149"/>
                </a:lnTo>
                <a:lnTo>
                  <a:pt x="1655655" y="36803"/>
                </a:lnTo>
                <a:lnTo>
                  <a:pt x="1654998" y="36472"/>
                </a:lnTo>
                <a:lnTo>
                  <a:pt x="1654340" y="36158"/>
                </a:lnTo>
                <a:lnTo>
                  <a:pt x="1653679" y="35861"/>
                </a:lnTo>
                <a:lnTo>
                  <a:pt x="1653016" y="35579"/>
                </a:lnTo>
                <a:lnTo>
                  <a:pt x="1652351" y="35313"/>
                </a:lnTo>
                <a:lnTo>
                  <a:pt x="1651684" y="35063"/>
                </a:lnTo>
                <a:lnTo>
                  <a:pt x="1651015" y="34830"/>
                </a:lnTo>
                <a:lnTo>
                  <a:pt x="1650344" y="34613"/>
                </a:lnTo>
                <a:lnTo>
                  <a:pt x="1649670" y="34411"/>
                </a:lnTo>
                <a:lnTo>
                  <a:pt x="1648995" y="34226"/>
                </a:lnTo>
                <a:lnTo>
                  <a:pt x="1648317" y="34057"/>
                </a:lnTo>
                <a:lnTo>
                  <a:pt x="1647637" y="33904"/>
                </a:lnTo>
                <a:lnTo>
                  <a:pt x="1646955" y="33767"/>
                </a:lnTo>
                <a:lnTo>
                  <a:pt x="1646271" y="33646"/>
                </a:lnTo>
                <a:lnTo>
                  <a:pt x="1645585" y="33542"/>
                </a:lnTo>
                <a:lnTo>
                  <a:pt x="1644897" y="33453"/>
                </a:lnTo>
                <a:lnTo>
                  <a:pt x="1644206" y="33381"/>
                </a:lnTo>
                <a:lnTo>
                  <a:pt x="1643513" y="33324"/>
                </a:lnTo>
                <a:lnTo>
                  <a:pt x="1642819" y="33284"/>
                </a:lnTo>
                <a:lnTo>
                  <a:pt x="1642122" y="33260"/>
                </a:lnTo>
                <a:lnTo>
                  <a:pt x="1641423" y="33252"/>
                </a:lnTo>
                <a:lnTo>
                  <a:pt x="1640929" y="33257"/>
                </a:lnTo>
                <a:lnTo>
                  <a:pt x="1640440" y="33272"/>
                </a:lnTo>
                <a:lnTo>
                  <a:pt x="1639955" y="33298"/>
                </a:lnTo>
                <a:lnTo>
                  <a:pt x="1639475" y="33334"/>
                </a:lnTo>
                <a:lnTo>
                  <a:pt x="1638999" y="33381"/>
                </a:lnTo>
                <a:lnTo>
                  <a:pt x="1638527" y="33438"/>
                </a:lnTo>
                <a:lnTo>
                  <a:pt x="1638060" y="33505"/>
                </a:lnTo>
                <a:lnTo>
                  <a:pt x="1637597" y="33582"/>
                </a:lnTo>
                <a:lnTo>
                  <a:pt x="1637139" y="33670"/>
                </a:lnTo>
                <a:lnTo>
                  <a:pt x="1636685" y="33768"/>
                </a:lnTo>
                <a:lnTo>
                  <a:pt x="1636235" y="33877"/>
                </a:lnTo>
                <a:lnTo>
                  <a:pt x="1635790" y="33996"/>
                </a:lnTo>
                <a:lnTo>
                  <a:pt x="1635349" y="34125"/>
                </a:lnTo>
                <a:lnTo>
                  <a:pt x="1634913" y="34264"/>
                </a:lnTo>
                <a:lnTo>
                  <a:pt x="1634481" y="34414"/>
                </a:lnTo>
                <a:lnTo>
                  <a:pt x="1634053" y="34574"/>
                </a:lnTo>
                <a:lnTo>
                  <a:pt x="1633630" y="34745"/>
                </a:lnTo>
                <a:lnTo>
                  <a:pt x="1633211" y="34925"/>
                </a:lnTo>
                <a:lnTo>
                  <a:pt x="1632797" y="35116"/>
                </a:lnTo>
                <a:lnTo>
                  <a:pt x="1632387" y="35318"/>
                </a:lnTo>
                <a:lnTo>
                  <a:pt x="1631981" y="35530"/>
                </a:lnTo>
                <a:lnTo>
                  <a:pt x="1631580" y="35752"/>
                </a:lnTo>
                <a:lnTo>
                  <a:pt x="1631183" y="35984"/>
                </a:lnTo>
                <a:lnTo>
                  <a:pt x="1630791" y="36227"/>
                </a:lnTo>
                <a:lnTo>
                  <a:pt x="1630399" y="36486"/>
                </a:lnTo>
                <a:lnTo>
                  <a:pt x="1630003" y="36767"/>
                </a:lnTo>
                <a:lnTo>
                  <a:pt x="1629602" y="37071"/>
                </a:lnTo>
                <a:lnTo>
                  <a:pt x="1629198" y="37396"/>
                </a:lnTo>
                <a:lnTo>
                  <a:pt x="1628789" y="37744"/>
                </a:lnTo>
                <a:lnTo>
                  <a:pt x="1628376" y="38114"/>
                </a:lnTo>
                <a:lnTo>
                  <a:pt x="1627960" y="38506"/>
                </a:lnTo>
                <a:lnTo>
                  <a:pt x="1627539" y="38920"/>
                </a:lnTo>
                <a:lnTo>
                  <a:pt x="1627114" y="39357"/>
                </a:lnTo>
                <a:lnTo>
                  <a:pt x="1626685" y="39815"/>
                </a:lnTo>
                <a:lnTo>
                  <a:pt x="1626252" y="40296"/>
                </a:lnTo>
                <a:lnTo>
                  <a:pt x="1625814" y="40799"/>
                </a:lnTo>
                <a:lnTo>
                  <a:pt x="1625373" y="41324"/>
                </a:lnTo>
                <a:lnTo>
                  <a:pt x="1624927" y="41872"/>
                </a:lnTo>
                <a:lnTo>
                  <a:pt x="1624478" y="42441"/>
                </a:lnTo>
                <a:lnTo>
                  <a:pt x="1624024" y="43033"/>
                </a:lnTo>
                <a:lnTo>
                  <a:pt x="1623566" y="43647"/>
                </a:lnTo>
                <a:lnTo>
                  <a:pt x="1623104" y="44283"/>
                </a:lnTo>
                <a:lnTo>
                  <a:pt x="1622638" y="44941"/>
                </a:lnTo>
                <a:lnTo>
                  <a:pt x="1622168" y="45622"/>
                </a:lnTo>
                <a:lnTo>
                  <a:pt x="1621694" y="46324"/>
                </a:lnTo>
                <a:lnTo>
                  <a:pt x="1621216" y="47049"/>
                </a:lnTo>
                <a:lnTo>
                  <a:pt x="1620733" y="47796"/>
                </a:lnTo>
                <a:lnTo>
                  <a:pt x="1620247" y="48565"/>
                </a:lnTo>
                <a:lnTo>
                  <a:pt x="1620247" y="35352"/>
                </a:lnTo>
                <a:lnTo>
                  <a:pt x="1597408" y="35352"/>
                </a:lnTo>
                <a:lnTo>
                  <a:pt x="1597408" y="128282"/>
                </a:lnTo>
                <a:lnTo>
                  <a:pt x="1621997" y="128282"/>
                </a:lnTo>
                <a:lnTo>
                  <a:pt x="1621997" y="99580"/>
                </a:lnTo>
                <a:lnTo>
                  <a:pt x="1622000" y="97633"/>
                </a:lnTo>
                <a:lnTo>
                  <a:pt x="1622011" y="95741"/>
                </a:lnTo>
                <a:lnTo>
                  <a:pt x="1622029" y="93906"/>
                </a:lnTo>
                <a:lnTo>
                  <a:pt x="1622054" y="92128"/>
                </a:lnTo>
                <a:close/>
                <a:moveTo>
                  <a:pt x="1035316" y="101455"/>
                </a:moveTo>
                <a:lnTo>
                  <a:pt x="1035112" y="101965"/>
                </a:lnTo>
                <a:lnTo>
                  <a:pt x="1034901" y="102461"/>
                </a:lnTo>
                <a:lnTo>
                  <a:pt x="1034683" y="102945"/>
                </a:lnTo>
                <a:lnTo>
                  <a:pt x="1034458" y="103414"/>
                </a:lnTo>
                <a:lnTo>
                  <a:pt x="1034227" y="103871"/>
                </a:lnTo>
                <a:lnTo>
                  <a:pt x="1033989" y="104314"/>
                </a:lnTo>
                <a:lnTo>
                  <a:pt x="1033745" y="104743"/>
                </a:lnTo>
                <a:lnTo>
                  <a:pt x="1033493" y="105159"/>
                </a:lnTo>
                <a:lnTo>
                  <a:pt x="1033235" y="105562"/>
                </a:lnTo>
                <a:lnTo>
                  <a:pt x="1032971" y="105952"/>
                </a:lnTo>
                <a:lnTo>
                  <a:pt x="1032699" y="106328"/>
                </a:lnTo>
                <a:lnTo>
                  <a:pt x="1032421" y="106691"/>
                </a:lnTo>
                <a:lnTo>
                  <a:pt x="1032137" y="107040"/>
                </a:lnTo>
                <a:lnTo>
                  <a:pt x="1031845" y="107376"/>
                </a:lnTo>
                <a:lnTo>
                  <a:pt x="1031547" y="107699"/>
                </a:lnTo>
                <a:lnTo>
                  <a:pt x="1031243" y="108008"/>
                </a:lnTo>
                <a:lnTo>
                  <a:pt x="1030931" y="108304"/>
                </a:lnTo>
                <a:lnTo>
                  <a:pt x="1030613" y="108587"/>
                </a:lnTo>
                <a:lnTo>
                  <a:pt x="1030288" y="108856"/>
                </a:lnTo>
                <a:lnTo>
                  <a:pt x="1029957" y="109113"/>
                </a:lnTo>
                <a:lnTo>
                  <a:pt x="1029619" y="109359"/>
                </a:lnTo>
                <a:lnTo>
                  <a:pt x="1029275" y="109594"/>
                </a:lnTo>
                <a:lnTo>
                  <a:pt x="1028925" y="109819"/>
                </a:lnTo>
                <a:lnTo>
                  <a:pt x="1028568" y="110032"/>
                </a:lnTo>
                <a:lnTo>
                  <a:pt x="1028204" y="110234"/>
                </a:lnTo>
                <a:lnTo>
                  <a:pt x="1027835" y="110426"/>
                </a:lnTo>
                <a:lnTo>
                  <a:pt x="1027459" y="110606"/>
                </a:lnTo>
                <a:lnTo>
                  <a:pt x="1027076" y="110776"/>
                </a:lnTo>
                <a:lnTo>
                  <a:pt x="1026688" y="110934"/>
                </a:lnTo>
                <a:lnTo>
                  <a:pt x="1026293" y="111082"/>
                </a:lnTo>
                <a:lnTo>
                  <a:pt x="1025891" y="111219"/>
                </a:lnTo>
                <a:lnTo>
                  <a:pt x="1025483" y="111344"/>
                </a:lnTo>
                <a:lnTo>
                  <a:pt x="1025069" y="111459"/>
                </a:lnTo>
                <a:lnTo>
                  <a:pt x="1024648" y="111563"/>
                </a:lnTo>
                <a:lnTo>
                  <a:pt x="1024221" y="111656"/>
                </a:lnTo>
                <a:lnTo>
                  <a:pt x="1023788" y="111738"/>
                </a:lnTo>
                <a:lnTo>
                  <a:pt x="1023348" y="111809"/>
                </a:lnTo>
                <a:lnTo>
                  <a:pt x="1022902" y="111869"/>
                </a:lnTo>
                <a:lnTo>
                  <a:pt x="1022449" y="111919"/>
                </a:lnTo>
                <a:lnTo>
                  <a:pt x="1021990" y="111957"/>
                </a:lnTo>
                <a:lnTo>
                  <a:pt x="1021525" y="111984"/>
                </a:lnTo>
                <a:lnTo>
                  <a:pt x="1021053" y="112001"/>
                </a:lnTo>
                <a:lnTo>
                  <a:pt x="1020575" y="112006"/>
                </a:lnTo>
                <a:lnTo>
                  <a:pt x="1019873" y="111996"/>
                </a:lnTo>
                <a:lnTo>
                  <a:pt x="1019180" y="111964"/>
                </a:lnTo>
                <a:lnTo>
                  <a:pt x="1018497" y="111911"/>
                </a:lnTo>
                <a:lnTo>
                  <a:pt x="1017824" y="111837"/>
                </a:lnTo>
                <a:lnTo>
                  <a:pt x="1017160" y="111742"/>
                </a:lnTo>
                <a:lnTo>
                  <a:pt x="1016506" y="111626"/>
                </a:lnTo>
                <a:lnTo>
                  <a:pt x="1015862" y="111489"/>
                </a:lnTo>
                <a:lnTo>
                  <a:pt x="1015228" y="111330"/>
                </a:lnTo>
                <a:lnTo>
                  <a:pt x="1014603" y="111151"/>
                </a:lnTo>
                <a:lnTo>
                  <a:pt x="1013988" y="110950"/>
                </a:lnTo>
                <a:lnTo>
                  <a:pt x="1013383" y="110729"/>
                </a:lnTo>
                <a:lnTo>
                  <a:pt x="1012787" y="110486"/>
                </a:lnTo>
                <a:lnTo>
                  <a:pt x="1012201" y="110222"/>
                </a:lnTo>
                <a:lnTo>
                  <a:pt x="1011625" y="109937"/>
                </a:lnTo>
                <a:lnTo>
                  <a:pt x="1011059" y="109631"/>
                </a:lnTo>
                <a:lnTo>
                  <a:pt x="1010502" y="109303"/>
                </a:lnTo>
                <a:lnTo>
                  <a:pt x="1009955" y="108955"/>
                </a:lnTo>
                <a:lnTo>
                  <a:pt x="1009418" y="108585"/>
                </a:lnTo>
                <a:lnTo>
                  <a:pt x="1008891" y="108195"/>
                </a:lnTo>
                <a:lnTo>
                  <a:pt x="1008373" y="107783"/>
                </a:lnTo>
                <a:lnTo>
                  <a:pt x="1007865" y="107350"/>
                </a:lnTo>
                <a:lnTo>
                  <a:pt x="1007367" y="106896"/>
                </a:lnTo>
                <a:lnTo>
                  <a:pt x="1006878" y="106421"/>
                </a:lnTo>
                <a:lnTo>
                  <a:pt x="1006399" y="105925"/>
                </a:lnTo>
                <a:lnTo>
                  <a:pt x="1005935" y="105409"/>
                </a:lnTo>
                <a:lnTo>
                  <a:pt x="1005489" y="104877"/>
                </a:lnTo>
                <a:lnTo>
                  <a:pt x="1005062" y="104328"/>
                </a:lnTo>
                <a:lnTo>
                  <a:pt x="1004654" y="103762"/>
                </a:lnTo>
                <a:lnTo>
                  <a:pt x="1004265" y="103180"/>
                </a:lnTo>
                <a:lnTo>
                  <a:pt x="1003895" y="102580"/>
                </a:lnTo>
                <a:lnTo>
                  <a:pt x="1003543" y="101964"/>
                </a:lnTo>
                <a:lnTo>
                  <a:pt x="1003210" y="101331"/>
                </a:lnTo>
                <a:lnTo>
                  <a:pt x="1002896" y="100680"/>
                </a:lnTo>
                <a:lnTo>
                  <a:pt x="1002601" y="100013"/>
                </a:lnTo>
                <a:lnTo>
                  <a:pt x="1002325" y="99330"/>
                </a:lnTo>
                <a:lnTo>
                  <a:pt x="1002068" y="98629"/>
                </a:lnTo>
                <a:lnTo>
                  <a:pt x="1001829" y="97911"/>
                </a:lnTo>
                <a:lnTo>
                  <a:pt x="1001610" y="97177"/>
                </a:lnTo>
                <a:lnTo>
                  <a:pt x="1001409" y="96425"/>
                </a:lnTo>
                <a:lnTo>
                  <a:pt x="1001227" y="95657"/>
                </a:lnTo>
                <a:lnTo>
                  <a:pt x="1001064" y="94872"/>
                </a:lnTo>
                <a:lnTo>
                  <a:pt x="1000919" y="94070"/>
                </a:lnTo>
                <a:lnTo>
                  <a:pt x="1000794" y="93252"/>
                </a:lnTo>
                <a:lnTo>
                  <a:pt x="1000687" y="92416"/>
                </a:lnTo>
                <a:lnTo>
                  <a:pt x="1000599" y="91564"/>
                </a:lnTo>
                <a:lnTo>
                  <a:pt x="1000530" y="90694"/>
                </a:lnTo>
                <a:lnTo>
                  <a:pt x="1000480" y="89808"/>
                </a:lnTo>
                <a:lnTo>
                  <a:pt x="1000449" y="88905"/>
                </a:lnTo>
                <a:lnTo>
                  <a:pt x="1062052" y="88905"/>
                </a:lnTo>
                <a:lnTo>
                  <a:pt x="1062074" y="86575"/>
                </a:lnTo>
                <a:lnTo>
                  <a:pt x="1062053" y="84295"/>
                </a:lnTo>
                <a:lnTo>
                  <a:pt x="1061988" y="82067"/>
                </a:lnTo>
                <a:lnTo>
                  <a:pt x="1061880" y="79888"/>
                </a:lnTo>
                <a:lnTo>
                  <a:pt x="1061728" y="77761"/>
                </a:lnTo>
                <a:lnTo>
                  <a:pt x="1061533" y="75683"/>
                </a:lnTo>
                <a:lnTo>
                  <a:pt x="1061294" y="73657"/>
                </a:lnTo>
                <a:lnTo>
                  <a:pt x="1061012" y="71681"/>
                </a:lnTo>
                <a:lnTo>
                  <a:pt x="1060687" y="69756"/>
                </a:lnTo>
                <a:lnTo>
                  <a:pt x="1060318" y="67881"/>
                </a:lnTo>
                <a:lnTo>
                  <a:pt x="1059905" y="66057"/>
                </a:lnTo>
                <a:lnTo>
                  <a:pt x="1059449" y="64283"/>
                </a:lnTo>
                <a:lnTo>
                  <a:pt x="1058950" y="62560"/>
                </a:lnTo>
                <a:lnTo>
                  <a:pt x="1058407" y="60888"/>
                </a:lnTo>
                <a:lnTo>
                  <a:pt x="1057821" y="59266"/>
                </a:lnTo>
                <a:lnTo>
                  <a:pt x="1057191" y="57695"/>
                </a:lnTo>
                <a:lnTo>
                  <a:pt x="1056518" y="56174"/>
                </a:lnTo>
                <a:lnTo>
                  <a:pt x="1055801" y="54704"/>
                </a:lnTo>
                <a:lnTo>
                  <a:pt x="1055041" y="53285"/>
                </a:lnTo>
                <a:lnTo>
                  <a:pt x="1054238" y="51916"/>
                </a:lnTo>
                <a:lnTo>
                  <a:pt x="1053391" y="50598"/>
                </a:lnTo>
                <a:lnTo>
                  <a:pt x="1052500" y="49330"/>
                </a:lnTo>
                <a:lnTo>
                  <a:pt x="1051567" y="48113"/>
                </a:lnTo>
                <a:lnTo>
                  <a:pt x="1050589" y="46946"/>
                </a:lnTo>
                <a:lnTo>
                  <a:pt x="1049575" y="45829"/>
                </a:lnTo>
                <a:lnTo>
                  <a:pt x="1048530" y="44759"/>
                </a:lnTo>
                <a:lnTo>
                  <a:pt x="1047456" y="43737"/>
                </a:lnTo>
                <a:lnTo>
                  <a:pt x="1046350" y="42762"/>
                </a:lnTo>
                <a:lnTo>
                  <a:pt x="1045214" y="41835"/>
                </a:lnTo>
                <a:lnTo>
                  <a:pt x="1044048" y="40955"/>
                </a:lnTo>
                <a:lnTo>
                  <a:pt x="1042852" y="40123"/>
                </a:lnTo>
                <a:lnTo>
                  <a:pt x="1041625" y="39338"/>
                </a:lnTo>
                <a:lnTo>
                  <a:pt x="1040368" y="38601"/>
                </a:lnTo>
                <a:lnTo>
                  <a:pt x="1039080" y="37912"/>
                </a:lnTo>
                <a:lnTo>
                  <a:pt x="1037762" y="37270"/>
                </a:lnTo>
                <a:lnTo>
                  <a:pt x="1036414" y="36675"/>
                </a:lnTo>
                <a:lnTo>
                  <a:pt x="1035035" y="36129"/>
                </a:lnTo>
                <a:lnTo>
                  <a:pt x="1033626" y="35629"/>
                </a:lnTo>
                <a:lnTo>
                  <a:pt x="1032186" y="35178"/>
                </a:lnTo>
                <a:lnTo>
                  <a:pt x="1030716" y="34773"/>
                </a:lnTo>
                <a:lnTo>
                  <a:pt x="1029216" y="34417"/>
                </a:lnTo>
                <a:lnTo>
                  <a:pt x="1027685" y="34108"/>
                </a:lnTo>
                <a:lnTo>
                  <a:pt x="1026124" y="33846"/>
                </a:lnTo>
                <a:lnTo>
                  <a:pt x="1024532" y="33632"/>
                </a:lnTo>
                <a:lnTo>
                  <a:pt x="1022910" y="33466"/>
                </a:lnTo>
                <a:lnTo>
                  <a:pt x="1021258" y="33347"/>
                </a:lnTo>
                <a:lnTo>
                  <a:pt x="1019576" y="33276"/>
                </a:lnTo>
                <a:lnTo>
                  <a:pt x="1017862" y="33252"/>
                </a:lnTo>
                <a:lnTo>
                  <a:pt x="1016335" y="33275"/>
                </a:lnTo>
                <a:lnTo>
                  <a:pt x="1014830" y="33343"/>
                </a:lnTo>
                <a:lnTo>
                  <a:pt x="1013346" y="33456"/>
                </a:lnTo>
                <a:lnTo>
                  <a:pt x="1011885" y="33615"/>
                </a:lnTo>
                <a:lnTo>
                  <a:pt x="1010447" y="33820"/>
                </a:lnTo>
                <a:lnTo>
                  <a:pt x="1009030" y="34069"/>
                </a:lnTo>
                <a:lnTo>
                  <a:pt x="1007636" y="34365"/>
                </a:lnTo>
                <a:lnTo>
                  <a:pt x="1006263" y="34705"/>
                </a:lnTo>
                <a:lnTo>
                  <a:pt x="1004913" y="35091"/>
                </a:lnTo>
                <a:lnTo>
                  <a:pt x="1003585" y="35523"/>
                </a:lnTo>
                <a:lnTo>
                  <a:pt x="1002279" y="36000"/>
                </a:lnTo>
                <a:lnTo>
                  <a:pt x="1000996" y="36522"/>
                </a:lnTo>
                <a:lnTo>
                  <a:pt x="999735" y="37090"/>
                </a:lnTo>
                <a:lnTo>
                  <a:pt x="998495" y="37703"/>
                </a:lnTo>
                <a:lnTo>
                  <a:pt x="997278" y="38362"/>
                </a:lnTo>
                <a:lnTo>
                  <a:pt x="996084" y="39066"/>
                </a:lnTo>
                <a:lnTo>
                  <a:pt x="994911" y="39816"/>
                </a:lnTo>
                <a:lnTo>
                  <a:pt x="993760" y="40610"/>
                </a:lnTo>
                <a:lnTo>
                  <a:pt x="992632" y="41451"/>
                </a:lnTo>
                <a:lnTo>
                  <a:pt x="991526" y="42337"/>
                </a:lnTo>
                <a:lnTo>
                  <a:pt x="990442" y="43268"/>
                </a:lnTo>
                <a:lnTo>
                  <a:pt x="989380" y="44244"/>
                </a:lnTo>
                <a:lnTo>
                  <a:pt x="988341" y="45266"/>
                </a:lnTo>
                <a:lnTo>
                  <a:pt x="987323" y="46334"/>
                </a:lnTo>
                <a:lnTo>
                  <a:pt x="986338" y="47441"/>
                </a:lnTo>
                <a:lnTo>
                  <a:pt x="985395" y="48584"/>
                </a:lnTo>
                <a:lnTo>
                  <a:pt x="984493" y="49761"/>
                </a:lnTo>
                <a:lnTo>
                  <a:pt x="983634" y="50973"/>
                </a:lnTo>
                <a:lnTo>
                  <a:pt x="982816" y="52219"/>
                </a:lnTo>
                <a:lnTo>
                  <a:pt x="982040" y="53501"/>
                </a:lnTo>
                <a:lnTo>
                  <a:pt x="981306" y="54817"/>
                </a:lnTo>
                <a:lnTo>
                  <a:pt x="980615" y="56168"/>
                </a:lnTo>
                <a:lnTo>
                  <a:pt x="979965" y="57554"/>
                </a:lnTo>
                <a:lnTo>
                  <a:pt x="979357" y="58975"/>
                </a:lnTo>
                <a:lnTo>
                  <a:pt x="978791" y="60430"/>
                </a:lnTo>
                <a:lnTo>
                  <a:pt x="978267" y="61921"/>
                </a:lnTo>
                <a:lnTo>
                  <a:pt x="977784" y="63446"/>
                </a:lnTo>
                <a:lnTo>
                  <a:pt x="977344" y="65005"/>
                </a:lnTo>
                <a:lnTo>
                  <a:pt x="976946" y="66600"/>
                </a:lnTo>
                <a:lnTo>
                  <a:pt x="976589" y="68229"/>
                </a:lnTo>
                <a:lnTo>
                  <a:pt x="976275" y="69894"/>
                </a:lnTo>
                <a:lnTo>
                  <a:pt x="976002" y="71593"/>
                </a:lnTo>
                <a:lnTo>
                  <a:pt x="975772" y="73326"/>
                </a:lnTo>
                <a:lnTo>
                  <a:pt x="975583" y="75095"/>
                </a:lnTo>
                <a:lnTo>
                  <a:pt x="975436" y="76898"/>
                </a:lnTo>
                <a:lnTo>
                  <a:pt x="975332" y="78736"/>
                </a:lnTo>
                <a:lnTo>
                  <a:pt x="975269" y="80609"/>
                </a:lnTo>
                <a:lnTo>
                  <a:pt x="975248" y="82517"/>
                </a:lnTo>
                <a:lnTo>
                  <a:pt x="975264" y="84117"/>
                </a:lnTo>
                <a:lnTo>
                  <a:pt x="975311" y="85694"/>
                </a:lnTo>
                <a:lnTo>
                  <a:pt x="975391" y="87248"/>
                </a:lnTo>
                <a:lnTo>
                  <a:pt x="975503" y="88778"/>
                </a:lnTo>
                <a:lnTo>
                  <a:pt x="975646" y="90286"/>
                </a:lnTo>
                <a:lnTo>
                  <a:pt x="975822" y="91771"/>
                </a:lnTo>
                <a:lnTo>
                  <a:pt x="976029" y="93232"/>
                </a:lnTo>
                <a:lnTo>
                  <a:pt x="976269" y="94670"/>
                </a:lnTo>
                <a:lnTo>
                  <a:pt x="976540" y="96086"/>
                </a:lnTo>
                <a:lnTo>
                  <a:pt x="976843" y="97478"/>
                </a:lnTo>
                <a:lnTo>
                  <a:pt x="977178" y="98847"/>
                </a:lnTo>
                <a:lnTo>
                  <a:pt x="977545" y="100193"/>
                </a:lnTo>
                <a:lnTo>
                  <a:pt x="977943" y="101516"/>
                </a:lnTo>
                <a:lnTo>
                  <a:pt x="978374" y="102816"/>
                </a:lnTo>
                <a:lnTo>
                  <a:pt x="978837" y="104092"/>
                </a:lnTo>
                <a:lnTo>
                  <a:pt x="979331" y="105346"/>
                </a:lnTo>
                <a:lnTo>
                  <a:pt x="979858" y="106577"/>
                </a:lnTo>
                <a:lnTo>
                  <a:pt x="980416" y="107784"/>
                </a:lnTo>
                <a:lnTo>
                  <a:pt x="981006" y="108968"/>
                </a:lnTo>
                <a:lnTo>
                  <a:pt x="981628" y="110130"/>
                </a:lnTo>
                <a:lnTo>
                  <a:pt x="982282" y="111268"/>
                </a:lnTo>
                <a:lnTo>
                  <a:pt x="982968" y="112383"/>
                </a:lnTo>
                <a:lnTo>
                  <a:pt x="983686" y="113475"/>
                </a:lnTo>
                <a:lnTo>
                  <a:pt x="984436" y="114544"/>
                </a:lnTo>
                <a:lnTo>
                  <a:pt x="985427" y="115836"/>
                </a:lnTo>
                <a:lnTo>
                  <a:pt x="986463" y="117074"/>
                </a:lnTo>
                <a:lnTo>
                  <a:pt x="987542" y="118256"/>
                </a:lnTo>
                <a:lnTo>
                  <a:pt x="988665" y="119383"/>
                </a:lnTo>
                <a:lnTo>
                  <a:pt x="989832" y="120456"/>
                </a:lnTo>
                <a:lnTo>
                  <a:pt x="991042" y="121473"/>
                </a:lnTo>
                <a:lnTo>
                  <a:pt x="992297" y="122435"/>
                </a:lnTo>
                <a:lnTo>
                  <a:pt x="993594" y="123343"/>
                </a:lnTo>
                <a:lnTo>
                  <a:pt x="994936" y="124195"/>
                </a:lnTo>
                <a:lnTo>
                  <a:pt x="996322" y="124993"/>
                </a:lnTo>
                <a:lnTo>
                  <a:pt x="997751" y="125735"/>
                </a:lnTo>
                <a:lnTo>
                  <a:pt x="999224" y="126423"/>
                </a:lnTo>
                <a:lnTo>
                  <a:pt x="1000741" y="127055"/>
                </a:lnTo>
                <a:lnTo>
                  <a:pt x="1002301" y="127632"/>
                </a:lnTo>
                <a:lnTo>
                  <a:pt x="1003905" y="128155"/>
                </a:lnTo>
                <a:lnTo>
                  <a:pt x="1005553" y="128622"/>
                </a:lnTo>
                <a:lnTo>
                  <a:pt x="1007245" y="129035"/>
                </a:lnTo>
                <a:lnTo>
                  <a:pt x="1008981" y="129392"/>
                </a:lnTo>
                <a:lnTo>
                  <a:pt x="1010760" y="129695"/>
                </a:lnTo>
                <a:lnTo>
                  <a:pt x="1012583" y="129942"/>
                </a:lnTo>
                <a:lnTo>
                  <a:pt x="1014450" y="130135"/>
                </a:lnTo>
                <a:lnTo>
                  <a:pt x="1016360" y="130272"/>
                </a:lnTo>
                <a:lnTo>
                  <a:pt x="1018315" y="130355"/>
                </a:lnTo>
                <a:lnTo>
                  <a:pt x="1020313" y="130382"/>
                </a:lnTo>
                <a:lnTo>
                  <a:pt x="1021580" y="130370"/>
                </a:lnTo>
                <a:lnTo>
                  <a:pt x="1022829" y="130333"/>
                </a:lnTo>
                <a:lnTo>
                  <a:pt x="1024061" y="130272"/>
                </a:lnTo>
                <a:lnTo>
                  <a:pt x="1025275" y="130187"/>
                </a:lnTo>
                <a:lnTo>
                  <a:pt x="1026471" y="130077"/>
                </a:lnTo>
                <a:lnTo>
                  <a:pt x="1027649" y="129943"/>
                </a:lnTo>
                <a:lnTo>
                  <a:pt x="1028810" y="129785"/>
                </a:lnTo>
                <a:lnTo>
                  <a:pt x="1029953" y="129602"/>
                </a:lnTo>
                <a:lnTo>
                  <a:pt x="1031078" y="129395"/>
                </a:lnTo>
                <a:lnTo>
                  <a:pt x="1032185" y="129163"/>
                </a:lnTo>
                <a:lnTo>
                  <a:pt x="1033275" y="128907"/>
                </a:lnTo>
                <a:lnTo>
                  <a:pt x="1034346" y="128627"/>
                </a:lnTo>
                <a:lnTo>
                  <a:pt x="1035400" y="128322"/>
                </a:lnTo>
                <a:lnTo>
                  <a:pt x="1036436" y="127993"/>
                </a:lnTo>
                <a:lnTo>
                  <a:pt x="1037455" y="127639"/>
                </a:lnTo>
                <a:lnTo>
                  <a:pt x="1038455" y="127261"/>
                </a:lnTo>
                <a:lnTo>
                  <a:pt x="1039438" y="126859"/>
                </a:lnTo>
                <a:lnTo>
                  <a:pt x="1040403" y="126432"/>
                </a:lnTo>
                <a:lnTo>
                  <a:pt x="1041350" y="125981"/>
                </a:lnTo>
                <a:lnTo>
                  <a:pt x="1042280" y="125506"/>
                </a:lnTo>
                <a:lnTo>
                  <a:pt x="1043192" y="125006"/>
                </a:lnTo>
                <a:lnTo>
                  <a:pt x="1044086" y="124481"/>
                </a:lnTo>
                <a:lnTo>
                  <a:pt x="1044962" y="123933"/>
                </a:lnTo>
                <a:lnTo>
                  <a:pt x="1045820" y="123360"/>
                </a:lnTo>
                <a:lnTo>
                  <a:pt x="1046660" y="122764"/>
                </a:lnTo>
                <a:lnTo>
                  <a:pt x="1047481" y="122145"/>
                </a:lnTo>
                <a:lnTo>
                  <a:pt x="1048283" y="121504"/>
                </a:lnTo>
                <a:lnTo>
                  <a:pt x="1049066" y="120841"/>
                </a:lnTo>
                <a:lnTo>
                  <a:pt x="1049831" y="120156"/>
                </a:lnTo>
                <a:lnTo>
                  <a:pt x="1050576" y="119448"/>
                </a:lnTo>
                <a:lnTo>
                  <a:pt x="1051302" y="118718"/>
                </a:lnTo>
                <a:lnTo>
                  <a:pt x="1052009" y="117966"/>
                </a:lnTo>
                <a:lnTo>
                  <a:pt x="1052697" y="117192"/>
                </a:lnTo>
                <a:lnTo>
                  <a:pt x="1053366" y="116395"/>
                </a:lnTo>
                <a:lnTo>
                  <a:pt x="1054016" y="115576"/>
                </a:lnTo>
                <a:lnTo>
                  <a:pt x="1054647" y="114735"/>
                </a:lnTo>
                <a:lnTo>
                  <a:pt x="1055259" y="113872"/>
                </a:lnTo>
                <a:lnTo>
                  <a:pt x="1055853" y="112986"/>
                </a:lnTo>
                <a:lnTo>
                  <a:pt x="1056427" y="112078"/>
                </a:lnTo>
                <a:lnTo>
                  <a:pt x="1056982" y="111148"/>
                </a:lnTo>
                <a:lnTo>
                  <a:pt x="1057518" y="110196"/>
                </a:lnTo>
                <a:lnTo>
                  <a:pt x="1058035" y="109221"/>
                </a:lnTo>
                <a:lnTo>
                  <a:pt x="1058534" y="108224"/>
                </a:lnTo>
                <a:lnTo>
                  <a:pt x="1059013" y="107205"/>
                </a:lnTo>
                <a:lnTo>
                  <a:pt x="1059473" y="106163"/>
                </a:lnTo>
                <a:lnTo>
                  <a:pt x="1059914" y="105100"/>
                </a:lnTo>
                <a:lnTo>
                  <a:pt x="1060337" y="104014"/>
                </a:lnTo>
                <a:lnTo>
                  <a:pt x="1060740" y="102906"/>
                </a:lnTo>
                <a:lnTo>
                  <a:pt x="1036238" y="98705"/>
                </a:lnTo>
                <a:lnTo>
                  <a:pt x="1036067" y="99282"/>
                </a:lnTo>
                <a:lnTo>
                  <a:pt x="1035890" y="99845"/>
                </a:lnTo>
                <a:lnTo>
                  <a:pt x="1035705" y="100395"/>
                </a:lnTo>
                <a:lnTo>
                  <a:pt x="1035514" y="100932"/>
                </a:lnTo>
                <a:lnTo>
                  <a:pt x="1035316" y="101455"/>
                </a:lnTo>
                <a:close/>
                <a:moveTo>
                  <a:pt x="1001006" y="70630"/>
                </a:moveTo>
                <a:lnTo>
                  <a:pt x="1001082" y="69860"/>
                </a:lnTo>
                <a:lnTo>
                  <a:pt x="1001176" y="69104"/>
                </a:lnTo>
                <a:lnTo>
                  <a:pt x="1001290" y="68364"/>
                </a:lnTo>
                <a:lnTo>
                  <a:pt x="1001421" y="67637"/>
                </a:lnTo>
                <a:lnTo>
                  <a:pt x="1001572" y="66925"/>
                </a:lnTo>
                <a:lnTo>
                  <a:pt x="1001740" y="66228"/>
                </a:lnTo>
                <a:lnTo>
                  <a:pt x="1001928" y="65545"/>
                </a:lnTo>
                <a:lnTo>
                  <a:pt x="1002134" y="64877"/>
                </a:lnTo>
                <a:lnTo>
                  <a:pt x="1002358" y="64224"/>
                </a:lnTo>
                <a:lnTo>
                  <a:pt x="1002601" y="63584"/>
                </a:lnTo>
                <a:lnTo>
                  <a:pt x="1002862" y="62960"/>
                </a:lnTo>
                <a:lnTo>
                  <a:pt x="1003142" y="62350"/>
                </a:lnTo>
                <a:lnTo>
                  <a:pt x="1003441" y="61754"/>
                </a:lnTo>
                <a:lnTo>
                  <a:pt x="1003758" y="61173"/>
                </a:lnTo>
                <a:lnTo>
                  <a:pt x="1004093" y="60606"/>
                </a:lnTo>
                <a:lnTo>
                  <a:pt x="1004448" y="60054"/>
                </a:lnTo>
                <a:lnTo>
                  <a:pt x="1004820" y="59517"/>
                </a:lnTo>
                <a:lnTo>
                  <a:pt x="1005211" y="58994"/>
                </a:lnTo>
                <a:lnTo>
                  <a:pt x="1005621" y="58485"/>
                </a:lnTo>
                <a:lnTo>
                  <a:pt x="1006049" y="57991"/>
                </a:lnTo>
                <a:lnTo>
                  <a:pt x="1006492" y="57515"/>
                </a:lnTo>
                <a:lnTo>
                  <a:pt x="1006944" y="57059"/>
                </a:lnTo>
                <a:lnTo>
                  <a:pt x="1007406" y="56623"/>
                </a:lnTo>
                <a:lnTo>
                  <a:pt x="1007877" y="56207"/>
                </a:lnTo>
                <a:lnTo>
                  <a:pt x="1008358" y="55812"/>
                </a:lnTo>
                <a:lnTo>
                  <a:pt x="1008849" y="55437"/>
                </a:lnTo>
                <a:lnTo>
                  <a:pt x="1009350" y="55082"/>
                </a:lnTo>
                <a:lnTo>
                  <a:pt x="1009861" y="54748"/>
                </a:lnTo>
                <a:lnTo>
                  <a:pt x="1010381" y="54433"/>
                </a:lnTo>
                <a:lnTo>
                  <a:pt x="1010911" y="54139"/>
                </a:lnTo>
                <a:lnTo>
                  <a:pt x="1011450" y="53866"/>
                </a:lnTo>
                <a:lnTo>
                  <a:pt x="1012000" y="53612"/>
                </a:lnTo>
                <a:lnTo>
                  <a:pt x="1012559" y="53379"/>
                </a:lnTo>
                <a:lnTo>
                  <a:pt x="1013128" y="53166"/>
                </a:lnTo>
                <a:lnTo>
                  <a:pt x="1013706" y="52974"/>
                </a:lnTo>
                <a:lnTo>
                  <a:pt x="1014294" y="52802"/>
                </a:lnTo>
                <a:lnTo>
                  <a:pt x="1014892" y="52650"/>
                </a:lnTo>
                <a:lnTo>
                  <a:pt x="1015500" y="52518"/>
                </a:lnTo>
                <a:lnTo>
                  <a:pt x="1016117" y="52406"/>
                </a:lnTo>
                <a:lnTo>
                  <a:pt x="1016744" y="52315"/>
                </a:lnTo>
                <a:lnTo>
                  <a:pt x="1017381" y="52244"/>
                </a:lnTo>
                <a:lnTo>
                  <a:pt x="1018028" y="52193"/>
                </a:lnTo>
                <a:lnTo>
                  <a:pt x="1018684" y="52163"/>
                </a:lnTo>
                <a:lnTo>
                  <a:pt x="1019350" y="52153"/>
                </a:lnTo>
                <a:lnTo>
                  <a:pt x="1019973" y="52162"/>
                </a:lnTo>
                <a:lnTo>
                  <a:pt x="1020589" y="52191"/>
                </a:lnTo>
                <a:lnTo>
                  <a:pt x="1021196" y="52239"/>
                </a:lnTo>
                <a:lnTo>
                  <a:pt x="1021795" y="52307"/>
                </a:lnTo>
                <a:lnTo>
                  <a:pt x="1022387" y="52393"/>
                </a:lnTo>
                <a:lnTo>
                  <a:pt x="1022971" y="52499"/>
                </a:lnTo>
                <a:lnTo>
                  <a:pt x="1023546" y="52624"/>
                </a:lnTo>
                <a:lnTo>
                  <a:pt x="1024114" y="52768"/>
                </a:lnTo>
                <a:lnTo>
                  <a:pt x="1024674" y="52931"/>
                </a:lnTo>
                <a:lnTo>
                  <a:pt x="1025226" y="53114"/>
                </a:lnTo>
                <a:lnTo>
                  <a:pt x="1025770" y="53316"/>
                </a:lnTo>
                <a:lnTo>
                  <a:pt x="1026307" y="53537"/>
                </a:lnTo>
                <a:lnTo>
                  <a:pt x="1026835" y="53777"/>
                </a:lnTo>
                <a:lnTo>
                  <a:pt x="1027356" y="54036"/>
                </a:lnTo>
                <a:lnTo>
                  <a:pt x="1027868" y="54315"/>
                </a:lnTo>
                <a:lnTo>
                  <a:pt x="1028373" y="54613"/>
                </a:lnTo>
                <a:lnTo>
                  <a:pt x="1028870" y="54930"/>
                </a:lnTo>
                <a:lnTo>
                  <a:pt x="1029358" y="55266"/>
                </a:lnTo>
                <a:lnTo>
                  <a:pt x="1029839" y="55622"/>
                </a:lnTo>
                <a:lnTo>
                  <a:pt x="1030312" y="55996"/>
                </a:lnTo>
                <a:lnTo>
                  <a:pt x="1030778" y="56390"/>
                </a:lnTo>
                <a:lnTo>
                  <a:pt x="1031235" y="56804"/>
                </a:lnTo>
                <a:lnTo>
                  <a:pt x="1031684" y="57236"/>
                </a:lnTo>
                <a:lnTo>
                  <a:pt x="1032126" y="57688"/>
                </a:lnTo>
                <a:lnTo>
                  <a:pt x="1032555" y="58158"/>
                </a:lnTo>
                <a:lnTo>
                  <a:pt x="1032966" y="58645"/>
                </a:lnTo>
                <a:lnTo>
                  <a:pt x="1033360" y="59151"/>
                </a:lnTo>
                <a:lnTo>
                  <a:pt x="1033737" y="59674"/>
                </a:lnTo>
                <a:lnTo>
                  <a:pt x="1034097" y="60215"/>
                </a:lnTo>
                <a:lnTo>
                  <a:pt x="1034439" y="60773"/>
                </a:lnTo>
                <a:lnTo>
                  <a:pt x="1034764" y="61350"/>
                </a:lnTo>
                <a:lnTo>
                  <a:pt x="1035072" y="61944"/>
                </a:lnTo>
                <a:lnTo>
                  <a:pt x="1035362" y="62555"/>
                </a:lnTo>
                <a:lnTo>
                  <a:pt x="1035635" y="63185"/>
                </a:lnTo>
                <a:lnTo>
                  <a:pt x="1035891" y="63832"/>
                </a:lnTo>
                <a:lnTo>
                  <a:pt x="1036129" y="64497"/>
                </a:lnTo>
                <a:lnTo>
                  <a:pt x="1036350" y="65179"/>
                </a:lnTo>
                <a:lnTo>
                  <a:pt x="1036554" y="65879"/>
                </a:lnTo>
                <a:lnTo>
                  <a:pt x="1036740" y="66597"/>
                </a:lnTo>
                <a:lnTo>
                  <a:pt x="1036909" y="67333"/>
                </a:lnTo>
                <a:lnTo>
                  <a:pt x="1037061" y="68086"/>
                </a:lnTo>
                <a:lnTo>
                  <a:pt x="1037196" y="68857"/>
                </a:lnTo>
                <a:lnTo>
                  <a:pt x="1037313" y="69645"/>
                </a:lnTo>
                <a:lnTo>
                  <a:pt x="1037413" y="70452"/>
                </a:lnTo>
                <a:lnTo>
                  <a:pt x="1037495" y="71276"/>
                </a:lnTo>
                <a:lnTo>
                  <a:pt x="1037560" y="72117"/>
                </a:lnTo>
                <a:lnTo>
                  <a:pt x="1037608" y="72977"/>
                </a:lnTo>
                <a:lnTo>
                  <a:pt x="1037639" y="73854"/>
                </a:lnTo>
                <a:lnTo>
                  <a:pt x="1000887" y="73854"/>
                </a:lnTo>
                <a:lnTo>
                  <a:pt x="1000889" y="73026"/>
                </a:lnTo>
                <a:lnTo>
                  <a:pt x="1000909" y="72213"/>
                </a:lnTo>
                <a:lnTo>
                  <a:pt x="1000948" y="71414"/>
                </a:lnTo>
                <a:lnTo>
                  <a:pt x="1001006" y="70630"/>
                </a:lnTo>
                <a:close/>
                <a:moveTo>
                  <a:pt x="1124452" y="106094"/>
                </a:moveTo>
                <a:lnTo>
                  <a:pt x="1124856" y="107106"/>
                </a:lnTo>
                <a:lnTo>
                  <a:pt x="1125286" y="108098"/>
                </a:lnTo>
                <a:lnTo>
                  <a:pt x="1125743" y="109072"/>
                </a:lnTo>
                <a:lnTo>
                  <a:pt x="1126227" y="110027"/>
                </a:lnTo>
                <a:lnTo>
                  <a:pt x="1126738" y="110962"/>
                </a:lnTo>
                <a:lnTo>
                  <a:pt x="1127274" y="111879"/>
                </a:lnTo>
                <a:lnTo>
                  <a:pt x="1127838" y="112776"/>
                </a:lnTo>
                <a:lnTo>
                  <a:pt x="1128428" y="113654"/>
                </a:lnTo>
                <a:lnTo>
                  <a:pt x="1129045" y="114514"/>
                </a:lnTo>
                <a:lnTo>
                  <a:pt x="1129688" y="115354"/>
                </a:lnTo>
                <a:lnTo>
                  <a:pt x="1130358" y="116175"/>
                </a:lnTo>
                <a:lnTo>
                  <a:pt x="1131055" y="116977"/>
                </a:lnTo>
                <a:lnTo>
                  <a:pt x="1131778" y="117760"/>
                </a:lnTo>
                <a:lnTo>
                  <a:pt x="1132527" y="118524"/>
                </a:lnTo>
                <a:lnTo>
                  <a:pt x="1133303" y="119268"/>
                </a:lnTo>
                <a:lnTo>
                  <a:pt x="1134106" y="119994"/>
                </a:lnTo>
                <a:lnTo>
                  <a:pt x="1134936" y="120701"/>
                </a:lnTo>
                <a:lnTo>
                  <a:pt x="1135792" y="121388"/>
                </a:lnTo>
                <a:lnTo>
                  <a:pt x="1136674" y="122057"/>
                </a:lnTo>
                <a:lnTo>
                  <a:pt x="1137583" y="122706"/>
                </a:lnTo>
                <a:lnTo>
                  <a:pt x="1138520" y="123333"/>
                </a:lnTo>
                <a:lnTo>
                  <a:pt x="1139483" y="123932"/>
                </a:lnTo>
                <a:lnTo>
                  <a:pt x="1140474" y="124505"/>
                </a:lnTo>
                <a:lnTo>
                  <a:pt x="1141493" y="125052"/>
                </a:lnTo>
                <a:lnTo>
                  <a:pt x="1142539" y="125571"/>
                </a:lnTo>
                <a:lnTo>
                  <a:pt x="1143613" y="126065"/>
                </a:lnTo>
                <a:lnTo>
                  <a:pt x="1144714" y="126531"/>
                </a:lnTo>
                <a:lnTo>
                  <a:pt x="1145843" y="126971"/>
                </a:lnTo>
                <a:lnTo>
                  <a:pt x="1146999" y="127384"/>
                </a:lnTo>
                <a:lnTo>
                  <a:pt x="1148183" y="127770"/>
                </a:lnTo>
                <a:lnTo>
                  <a:pt x="1149394" y="128130"/>
                </a:lnTo>
                <a:lnTo>
                  <a:pt x="1150633" y="128463"/>
                </a:lnTo>
                <a:lnTo>
                  <a:pt x="1151899" y="128770"/>
                </a:lnTo>
                <a:lnTo>
                  <a:pt x="1153192" y="129050"/>
                </a:lnTo>
                <a:lnTo>
                  <a:pt x="1154513" y="129303"/>
                </a:lnTo>
                <a:lnTo>
                  <a:pt x="1155862" y="129529"/>
                </a:lnTo>
                <a:lnTo>
                  <a:pt x="1157238" y="129729"/>
                </a:lnTo>
                <a:lnTo>
                  <a:pt x="1158642" y="129902"/>
                </a:lnTo>
                <a:lnTo>
                  <a:pt x="1160073" y="130049"/>
                </a:lnTo>
                <a:lnTo>
                  <a:pt x="1161532" y="130169"/>
                </a:lnTo>
                <a:lnTo>
                  <a:pt x="1163018" y="130262"/>
                </a:lnTo>
                <a:lnTo>
                  <a:pt x="1164531" y="130329"/>
                </a:lnTo>
                <a:lnTo>
                  <a:pt x="1166073" y="130369"/>
                </a:lnTo>
                <a:lnTo>
                  <a:pt x="1167641" y="130382"/>
                </a:lnTo>
                <a:lnTo>
                  <a:pt x="1169366" y="130366"/>
                </a:lnTo>
                <a:lnTo>
                  <a:pt x="1171056" y="130318"/>
                </a:lnTo>
                <a:lnTo>
                  <a:pt x="1172710" y="130238"/>
                </a:lnTo>
                <a:lnTo>
                  <a:pt x="1174328" y="130127"/>
                </a:lnTo>
                <a:lnTo>
                  <a:pt x="1175911" y="129983"/>
                </a:lnTo>
                <a:lnTo>
                  <a:pt x="1177458" y="129808"/>
                </a:lnTo>
                <a:lnTo>
                  <a:pt x="1178970" y="129600"/>
                </a:lnTo>
                <a:lnTo>
                  <a:pt x="1180446" y="129361"/>
                </a:lnTo>
                <a:lnTo>
                  <a:pt x="1181887" y="129089"/>
                </a:lnTo>
                <a:lnTo>
                  <a:pt x="1183292" y="128786"/>
                </a:lnTo>
                <a:lnTo>
                  <a:pt x="1184661" y="128451"/>
                </a:lnTo>
                <a:lnTo>
                  <a:pt x="1185995" y="128084"/>
                </a:lnTo>
                <a:lnTo>
                  <a:pt x="1187294" y="127685"/>
                </a:lnTo>
                <a:lnTo>
                  <a:pt x="1188557" y="127254"/>
                </a:lnTo>
                <a:lnTo>
                  <a:pt x="1189784" y="126791"/>
                </a:lnTo>
                <a:lnTo>
                  <a:pt x="1190976" y="126296"/>
                </a:lnTo>
                <a:lnTo>
                  <a:pt x="1192132" y="125769"/>
                </a:lnTo>
                <a:lnTo>
                  <a:pt x="1193253" y="125211"/>
                </a:lnTo>
                <a:lnTo>
                  <a:pt x="1194338" y="124620"/>
                </a:lnTo>
                <a:lnTo>
                  <a:pt x="1195388" y="123998"/>
                </a:lnTo>
                <a:lnTo>
                  <a:pt x="1196402" y="123343"/>
                </a:lnTo>
                <a:lnTo>
                  <a:pt x="1197380" y="122657"/>
                </a:lnTo>
                <a:lnTo>
                  <a:pt x="1198323" y="121939"/>
                </a:lnTo>
                <a:lnTo>
                  <a:pt x="1199230" y="121189"/>
                </a:lnTo>
                <a:lnTo>
                  <a:pt x="1200102" y="120416"/>
                </a:lnTo>
                <a:lnTo>
                  <a:pt x="1200936" y="119631"/>
                </a:lnTo>
                <a:lnTo>
                  <a:pt x="1201733" y="118834"/>
                </a:lnTo>
                <a:lnTo>
                  <a:pt x="1202492" y="118024"/>
                </a:lnTo>
                <a:lnTo>
                  <a:pt x="1203215" y="117202"/>
                </a:lnTo>
                <a:lnTo>
                  <a:pt x="1203901" y="116368"/>
                </a:lnTo>
                <a:lnTo>
                  <a:pt x="1204550" y="115520"/>
                </a:lnTo>
                <a:lnTo>
                  <a:pt x="1205161" y="114661"/>
                </a:lnTo>
                <a:lnTo>
                  <a:pt x="1205736" y="113789"/>
                </a:lnTo>
                <a:lnTo>
                  <a:pt x="1206273" y="112904"/>
                </a:lnTo>
                <a:lnTo>
                  <a:pt x="1206774" y="112007"/>
                </a:lnTo>
                <a:lnTo>
                  <a:pt x="1207237" y="111098"/>
                </a:lnTo>
                <a:lnTo>
                  <a:pt x="1207663" y="110176"/>
                </a:lnTo>
                <a:lnTo>
                  <a:pt x="1208053" y="109241"/>
                </a:lnTo>
                <a:lnTo>
                  <a:pt x="1208405" y="108294"/>
                </a:lnTo>
                <a:lnTo>
                  <a:pt x="1208720" y="107335"/>
                </a:lnTo>
                <a:lnTo>
                  <a:pt x="1208998" y="106363"/>
                </a:lnTo>
                <a:lnTo>
                  <a:pt x="1209239" y="105379"/>
                </a:lnTo>
                <a:lnTo>
                  <a:pt x="1209443" y="104382"/>
                </a:lnTo>
                <a:lnTo>
                  <a:pt x="1209610" y="103373"/>
                </a:lnTo>
                <a:lnTo>
                  <a:pt x="1209739" y="102351"/>
                </a:lnTo>
                <a:lnTo>
                  <a:pt x="1209832" y="101317"/>
                </a:lnTo>
                <a:lnTo>
                  <a:pt x="1209888" y="100270"/>
                </a:lnTo>
                <a:lnTo>
                  <a:pt x="1209906" y="99211"/>
                </a:lnTo>
                <a:lnTo>
                  <a:pt x="1209893" y="98243"/>
                </a:lnTo>
                <a:lnTo>
                  <a:pt x="1209853" y="97292"/>
                </a:lnTo>
                <a:lnTo>
                  <a:pt x="1209786" y="96359"/>
                </a:lnTo>
                <a:lnTo>
                  <a:pt x="1209692" y="95444"/>
                </a:lnTo>
                <a:lnTo>
                  <a:pt x="1209572" y="94547"/>
                </a:lnTo>
                <a:lnTo>
                  <a:pt x="1209425" y="93668"/>
                </a:lnTo>
                <a:lnTo>
                  <a:pt x="1209251" y="92807"/>
                </a:lnTo>
                <a:lnTo>
                  <a:pt x="1209050" y="91964"/>
                </a:lnTo>
                <a:lnTo>
                  <a:pt x="1208823" y="91139"/>
                </a:lnTo>
                <a:lnTo>
                  <a:pt x="1208569" y="90332"/>
                </a:lnTo>
                <a:lnTo>
                  <a:pt x="1208288" y="89542"/>
                </a:lnTo>
                <a:lnTo>
                  <a:pt x="1207981" y="88771"/>
                </a:lnTo>
                <a:lnTo>
                  <a:pt x="1207647" y="88017"/>
                </a:lnTo>
                <a:lnTo>
                  <a:pt x="1207286" y="87282"/>
                </a:lnTo>
                <a:lnTo>
                  <a:pt x="1206898" y="86564"/>
                </a:lnTo>
                <a:lnTo>
                  <a:pt x="1206484" y="85864"/>
                </a:lnTo>
                <a:lnTo>
                  <a:pt x="1206042" y="85183"/>
                </a:lnTo>
                <a:lnTo>
                  <a:pt x="1205575" y="84519"/>
                </a:lnTo>
                <a:lnTo>
                  <a:pt x="1205080" y="83873"/>
                </a:lnTo>
                <a:lnTo>
                  <a:pt x="1204559" y="83245"/>
                </a:lnTo>
                <a:lnTo>
                  <a:pt x="1204010" y="82635"/>
                </a:lnTo>
                <a:lnTo>
                  <a:pt x="1203436" y="82042"/>
                </a:lnTo>
                <a:lnTo>
                  <a:pt x="1202834" y="81468"/>
                </a:lnTo>
                <a:lnTo>
                  <a:pt x="1202206" y="80912"/>
                </a:lnTo>
                <a:lnTo>
                  <a:pt x="1201536" y="80376"/>
                </a:lnTo>
                <a:lnTo>
                  <a:pt x="1200825" y="79846"/>
                </a:lnTo>
                <a:lnTo>
                  <a:pt x="1200073" y="79324"/>
                </a:lnTo>
                <a:lnTo>
                  <a:pt x="1199280" y="78809"/>
                </a:lnTo>
                <a:lnTo>
                  <a:pt x="1198446" y="78300"/>
                </a:lnTo>
                <a:lnTo>
                  <a:pt x="1197571" y="77799"/>
                </a:lnTo>
                <a:lnTo>
                  <a:pt x="1196654" y="77305"/>
                </a:lnTo>
                <a:lnTo>
                  <a:pt x="1195696" y="76818"/>
                </a:lnTo>
                <a:lnTo>
                  <a:pt x="1194697" y="76337"/>
                </a:lnTo>
                <a:lnTo>
                  <a:pt x="1193657" y="75864"/>
                </a:lnTo>
                <a:lnTo>
                  <a:pt x="1192576" y="75398"/>
                </a:lnTo>
                <a:lnTo>
                  <a:pt x="1191453" y="74939"/>
                </a:lnTo>
                <a:lnTo>
                  <a:pt x="1190290" y="74487"/>
                </a:lnTo>
                <a:lnTo>
                  <a:pt x="1189085" y="74042"/>
                </a:lnTo>
                <a:lnTo>
                  <a:pt x="1187839" y="73604"/>
                </a:lnTo>
                <a:lnTo>
                  <a:pt x="1186552" y="73173"/>
                </a:lnTo>
                <a:lnTo>
                  <a:pt x="1185224" y="72748"/>
                </a:lnTo>
                <a:lnTo>
                  <a:pt x="1183854" y="72331"/>
                </a:lnTo>
                <a:lnTo>
                  <a:pt x="1182444" y="71921"/>
                </a:lnTo>
                <a:lnTo>
                  <a:pt x="1180992" y="71518"/>
                </a:lnTo>
                <a:lnTo>
                  <a:pt x="1179499" y="71122"/>
                </a:lnTo>
                <a:lnTo>
                  <a:pt x="1177965" y="70733"/>
                </a:lnTo>
                <a:lnTo>
                  <a:pt x="1176389" y="70351"/>
                </a:lnTo>
                <a:lnTo>
                  <a:pt x="1174773" y="69976"/>
                </a:lnTo>
                <a:lnTo>
                  <a:pt x="1173164" y="69609"/>
                </a:lnTo>
                <a:lnTo>
                  <a:pt x="1171612" y="69248"/>
                </a:lnTo>
                <a:lnTo>
                  <a:pt x="1170117" y="68894"/>
                </a:lnTo>
                <a:lnTo>
                  <a:pt x="1168678" y="68547"/>
                </a:lnTo>
                <a:lnTo>
                  <a:pt x="1167296" y="68207"/>
                </a:lnTo>
                <a:lnTo>
                  <a:pt x="1165970" y="67873"/>
                </a:lnTo>
                <a:lnTo>
                  <a:pt x="1164702" y="67547"/>
                </a:lnTo>
                <a:lnTo>
                  <a:pt x="1163490" y="67228"/>
                </a:lnTo>
                <a:lnTo>
                  <a:pt x="1162334" y="66916"/>
                </a:lnTo>
                <a:lnTo>
                  <a:pt x="1161235" y="66611"/>
                </a:lnTo>
                <a:lnTo>
                  <a:pt x="1160193" y="66313"/>
                </a:lnTo>
                <a:lnTo>
                  <a:pt x="1159208" y="66022"/>
                </a:lnTo>
                <a:lnTo>
                  <a:pt x="1158279" y="65737"/>
                </a:lnTo>
                <a:lnTo>
                  <a:pt x="1157407" y="65460"/>
                </a:lnTo>
                <a:lnTo>
                  <a:pt x="1156592" y="65190"/>
                </a:lnTo>
                <a:lnTo>
                  <a:pt x="1155833" y="64927"/>
                </a:lnTo>
                <a:lnTo>
                  <a:pt x="1155131" y="64670"/>
                </a:lnTo>
                <a:lnTo>
                  <a:pt x="1154485" y="64421"/>
                </a:lnTo>
                <a:lnTo>
                  <a:pt x="1153897" y="64179"/>
                </a:lnTo>
                <a:lnTo>
                  <a:pt x="1153365" y="63943"/>
                </a:lnTo>
                <a:lnTo>
                  <a:pt x="1152889" y="63715"/>
                </a:lnTo>
                <a:lnTo>
                  <a:pt x="1152470" y="63494"/>
                </a:lnTo>
                <a:lnTo>
                  <a:pt x="1152108" y="63279"/>
                </a:lnTo>
                <a:lnTo>
                  <a:pt x="1151803" y="63072"/>
                </a:lnTo>
                <a:lnTo>
                  <a:pt x="1151603" y="62918"/>
                </a:lnTo>
                <a:lnTo>
                  <a:pt x="1151412" y="62761"/>
                </a:lnTo>
                <a:lnTo>
                  <a:pt x="1151229" y="62601"/>
                </a:lnTo>
                <a:lnTo>
                  <a:pt x="1151054" y="62438"/>
                </a:lnTo>
                <a:lnTo>
                  <a:pt x="1150888" y="62273"/>
                </a:lnTo>
                <a:lnTo>
                  <a:pt x="1150731" y="62105"/>
                </a:lnTo>
                <a:lnTo>
                  <a:pt x="1150582" y="61935"/>
                </a:lnTo>
                <a:lnTo>
                  <a:pt x="1150442" y="61761"/>
                </a:lnTo>
                <a:lnTo>
                  <a:pt x="1150310" y="61585"/>
                </a:lnTo>
                <a:lnTo>
                  <a:pt x="1150186" y="61407"/>
                </a:lnTo>
                <a:lnTo>
                  <a:pt x="1150072" y="61225"/>
                </a:lnTo>
                <a:lnTo>
                  <a:pt x="1149965" y="61041"/>
                </a:lnTo>
                <a:lnTo>
                  <a:pt x="1149867" y="60854"/>
                </a:lnTo>
                <a:lnTo>
                  <a:pt x="1149778" y="60664"/>
                </a:lnTo>
                <a:lnTo>
                  <a:pt x="1149697" y="60472"/>
                </a:lnTo>
                <a:lnTo>
                  <a:pt x="1149625" y="60277"/>
                </a:lnTo>
                <a:lnTo>
                  <a:pt x="1149561" y="60079"/>
                </a:lnTo>
                <a:lnTo>
                  <a:pt x="1149506" y="59878"/>
                </a:lnTo>
                <a:lnTo>
                  <a:pt x="1149459" y="59675"/>
                </a:lnTo>
                <a:lnTo>
                  <a:pt x="1149421" y="59469"/>
                </a:lnTo>
                <a:lnTo>
                  <a:pt x="1149391" y="59260"/>
                </a:lnTo>
                <a:lnTo>
                  <a:pt x="1149370" y="59048"/>
                </a:lnTo>
                <a:lnTo>
                  <a:pt x="1149357" y="58834"/>
                </a:lnTo>
                <a:lnTo>
                  <a:pt x="1149353" y="58617"/>
                </a:lnTo>
                <a:lnTo>
                  <a:pt x="1149358" y="58364"/>
                </a:lnTo>
                <a:lnTo>
                  <a:pt x="1149372" y="58115"/>
                </a:lnTo>
                <a:lnTo>
                  <a:pt x="1149397" y="57870"/>
                </a:lnTo>
                <a:lnTo>
                  <a:pt x="1149431" y="57629"/>
                </a:lnTo>
                <a:lnTo>
                  <a:pt x="1149474" y="57392"/>
                </a:lnTo>
                <a:lnTo>
                  <a:pt x="1149528" y="57159"/>
                </a:lnTo>
                <a:lnTo>
                  <a:pt x="1149591" y="56929"/>
                </a:lnTo>
                <a:lnTo>
                  <a:pt x="1149664" y="56704"/>
                </a:lnTo>
                <a:lnTo>
                  <a:pt x="1149747" y="56483"/>
                </a:lnTo>
                <a:lnTo>
                  <a:pt x="1149839" y="56265"/>
                </a:lnTo>
                <a:lnTo>
                  <a:pt x="1149941" y="56052"/>
                </a:lnTo>
                <a:lnTo>
                  <a:pt x="1150053" y="55842"/>
                </a:lnTo>
                <a:lnTo>
                  <a:pt x="1150174" y="55637"/>
                </a:lnTo>
                <a:lnTo>
                  <a:pt x="1150306" y="55435"/>
                </a:lnTo>
                <a:lnTo>
                  <a:pt x="1150447" y="55238"/>
                </a:lnTo>
                <a:lnTo>
                  <a:pt x="1150597" y="55044"/>
                </a:lnTo>
                <a:lnTo>
                  <a:pt x="1150758" y="54854"/>
                </a:lnTo>
                <a:lnTo>
                  <a:pt x="1150928" y="54669"/>
                </a:lnTo>
                <a:lnTo>
                  <a:pt x="1151108" y="54487"/>
                </a:lnTo>
                <a:lnTo>
                  <a:pt x="1151297" y="54309"/>
                </a:lnTo>
                <a:lnTo>
                  <a:pt x="1151497" y="54135"/>
                </a:lnTo>
                <a:lnTo>
                  <a:pt x="1151706" y="53966"/>
                </a:lnTo>
                <a:lnTo>
                  <a:pt x="1151924" y="53800"/>
                </a:lnTo>
                <a:lnTo>
                  <a:pt x="1152153" y="53638"/>
                </a:lnTo>
                <a:lnTo>
                  <a:pt x="1152512" y="53417"/>
                </a:lnTo>
                <a:lnTo>
                  <a:pt x="1152891" y="53205"/>
                </a:lnTo>
                <a:lnTo>
                  <a:pt x="1153289" y="53003"/>
                </a:lnTo>
                <a:lnTo>
                  <a:pt x="1153706" y="52810"/>
                </a:lnTo>
                <a:lnTo>
                  <a:pt x="1154142" y="52626"/>
                </a:lnTo>
                <a:lnTo>
                  <a:pt x="1154598" y="52452"/>
                </a:lnTo>
                <a:lnTo>
                  <a:pt x="1155072" y="52287"/>
                </a:lnTo>
                <a:lnTo>
                  <a:pt x="1155566" y="52132"/>
                </a:lnTo>
                <a:lnTo>
                  <a:pt x="1156078" y="51986"/>
                </a:lnTo>
                <a:lnTo>
                  <a:pt x="1156610" y="51850"/>
                </a:lnTo>
                <a:lnTo>
                  <a:pt x="1157161" y="51723"/>
                </a:lnTo>
                <a:lnTo>
                  <a:pt x="1157731" y="51605"/>
                </a:lnTo>
                <a:lnTo>
                  <a:pt x="1158321" y="51497"/>
                </a:lnTo>
                <a:lnTo>
                  <a:pt x="1158929" y="51398"/>
                </a:lnTo>
                <a:lnTo>
                  <a:pt x="1159557" y="51309"/>
                </a:lnTo>
                <a:lnTo>
                  <a:pt x="1160203" y="51229"/>
                </a:lnTo>
                <a:lnTo>
                  <a:pt x="1160869" y="51158"/>
                </a:lnTo>
                <a:lnTo>
                  <a:pt x="1161554" y="51097"/>
                </a:lnTo>
                <a:lnTo>
                  <a:pt x="1162258" y="51045"/>
                </a:lnTo>
                <a:lnTo>
                  <a:pt x="1162982" y="51003"/>
                </a:lnTo>
                <a:lnTo>
                  <a:pt x="1163724" y="50970"/>
                </a:lnTo>
                <a:lnTo>
                  <a:pt x="1164486" y="50947"/>
                </a:lnTo>
                <a:lnTo>
                  <a:pt x="1165266" y="50932"/>
                </a:lnTo>
                <a:lnTo>
                  <a:pt x="1166066" y="50928"/>
                </a:lnTo>
                <a:lnTo>
                  <a:pt x="1166702" y="50933"/>
                </a:lnTo>
                <a:lnTo>
                  <a:pt x="1167325" y="50948"/>
                </a:lnTo>
                <a:lnTo>
                  <a:pt x="1167936" y="50973"/>
                </a:lnTo>
                <a:lnTo>
                  <a:pt x="1168535" y="51008"/>
                </a:lnTo>
                <a:lnTo>
                  <a:pt x="1169121" y="51053"/>
                </a:lnTo>
                <a:lnTo>
                  <a:pt x="1169695" y="51108"/>
                </a:lnTo>
                <a:lnTo>
                  <a:pt x="1170257" y="51173"/>
                </a:lnTo>
                <a:lnTo>
                  <a:pt x="1170806" y="51249"/>
                </a:lnTo>
                <a:lnTo>
                  <a:pt x="1171343" y="51334"/>
                </a:lnTo>
                <a:lnTo>
                  <a:pt x="1171868" y="51429"/>
                </a:lnTo>
                <a:lnTo>
                  <a:pt x="1172380" y="51534"/>
                </a:lnTo>
                <a:lnTo>
                  <a:pt x="1172881" y="51650"/>
                </a:lnTo>
                <a:lnTo>
                  <a:pt x="1173368" y="51775"/>
                </a:lnTo>
                <a:lnTo>
                  <a:pt x="1173844" y="51910"/>
                </a:lnTo>
                <a:lnTo>
                  <a:pt x="1174307" y="52056"/>
                </a:lnTo>
                <a:lnTo>
                  <a:pt x="1174758" y="52211"/>
                </a:lnTo>
                <a:lnTo>
                  <a:pt x="1175197" y="52377"/>
                </a:lnTo>
                <a:lnTo>
                  <a:pt x="1175623" y="52552"/>
                </a:lnTo>
                <a:lnTo>
                  <a:pt x="1176037" y="52738"/>
                </a:lnTo>
                <a:lnTo>
                  <a:pt x="1176439" y="52933"/>
                </a:lnTo>
                <a:lnTo>
                  <a:pt x="1176829" y="53139"/>
                </a:lnTo>
                <a:lnTo>
                  <a:pt x="1177206" y="53354"/>
                </a:lnTo>
                <a:lnTo>
                  <a:pt x="1177571" y="53580"/>
                </a:lnTo>
                <a:lnTo>
                  <a:pt x="1177923" y="53815"/>
                </a:lnTo>
                <a:lnTo>
                  <a:pt x="1178265" y="54060"/>
                </a:lnTo>
                <a:lnTo>
                  <a:pt x="1178597" y="54314"/>
                </a:lnTo>
                <a:lnTo>
                  <a:pt x="1178920" y="54577"/>
                </a:lnTo>
                <a:lnTo>
                  <a:pt x="1179234" y="54848"/>
                </a:lnTo>
                <a:lnTo>
                  <a:pt x="1179539" y="55129"/>
                </a:lnTo>
                <a:lnTo>
                  <a:pt x="1179834" y="55418"/>
                </a:lnTo>
                <a:lnTo>
                  <a:pt x="1180121" y="55716"/>
                </a:lnTo>
                <a:lnTo>
                  <a:pt x="1180398" y="56023"/>
                </a:lnTo>
                <a:lnTo>
                  <a:pt x="1180665" y="56338"/>
                </a:lnTo>
                <a:lnTo>
                  <a:pt x="1180923" y="56662"/>
                </a:lnTo>
                <a:lnTo>
                  <a:pt x="1181173" y="56996"/>
                </a:lnTo>
                <a:lnTo>
                  <a:pt x="1181412" y="57338"/>
                </a:lnTo>
                <a:lnTo>
                  <a:pt x="1181643" y="57688"/>
                </a:lnTo>
                <a:lnTo>
                  <a:pt x="1181864" y="58048"/>
                </a:lnTo>
                <a:lnTo>
                  <a:pt x="1182076" y="58416"/>
                </a:lnTo>
                <a:lnTo>
                  <a:pt x="1182279" y="58793"/>
                </a:lnTo>
                <a:lnTo>
                  <a:pt x="1182472" y="59180"/>
                </a:lnTo>
                <a:lnTo>
                  <a:pt x="1182657" y="59574"/>
                </a:lnTo>
                <a:lnTo>
                  <a:pt x="1182831" y="59978"/>
                </a:lnTo>
                <a:lnTo>
                  <a:pt x="1182997" y="60390"/>
                </a:lnTo>
                <a:lnTo>
                  <a:pt x="1183154" y="60812"/>
                </a:lnTo>
                <a:lnTo>
                  <a:pt x="1183301" y="61242"/>
                </a:lnTo>
                <a:lnTo>
                  <a:pt x="1183439" y="61681"/>
                </a:lnTo>
                <a:lnTo>
                  <a:pt x="1183567" y="62128"/>
                </a:lnTo>
                <a:lnTo>
                  <a:pt x="1206756" y="57753"/>
                </a:lnTo>
                <a:lnTo>
                  <a:pt x="1206454" y="56754"/>
                </a:lnTo>
                <a:lnTo>
                  <a:pt x="1206132" y="55774"/>
                </a:lnTo>
                <a:lnTo>
                  <a:pt x="1205791" y="54816"/>
                </a:lnTo>
                <a:lnTo>
                  <a:pt x="1205429" y="53878"/>
                </a:lnTo>
                <a:lnTo>
                  <a:pt x="1205047" y="52961"/>
                </a:lnTo>
                <a:lnTo>
                  <a:pt x="1204645" y="52064"/>
                </a:lnTo>
                <a:lnTo>
                  <a:pt x="1204223" y="51188"/>
                </a:lnTo>
                <a:lnTo>
                  <a:pt x="1203781" y="50332"/>
                </a:lnTo>
                <a:lnTo>
                  <a:pt x="1203319" y="49497"/>
                </a:lnTo>
                <a:lnTo>
                  <a:pt x="1202836" y="48683"/>
                </a:lnTo>
                <a:lnTo>
                  <a:pt x="1202334" y="47889"/>
                </a:lnTo>
                <a:lnTo>
                  <a:pt x="1201812" y="47116"/>
                </a:lnTo>
                <a:lnTo>
                  <a:pt x="1201270" y="46363"/>
                </a:lnTo>
                <a:lnTo>
                  <a:pt x="1200707" y="45631"/>
                </a:lnTo>
                <a:lnTo>
                  <a:pt x="1200125" y="44920"/>
                </a:lnTo>
                <a:lnTo>
                  <a:pt x="1199522" y="44229"/>
                </a:lnTo>
                <a:lnTo>
                  <a:pt x="1198900" y="43559"/>
                </a:lnTo>
                <a:lnTo>
                  <a:pt x="1198257" y="42909"/>
                </a:lnTo>
                <a:lnTo>
                  <a:pt x="1197594" y="42280"/>
                </a:lnTo>
                <a:lnTo>
                  <a:pt x="1196912" y="41671"/>
                </a:lnTo>
                <a:lnTo>
                  <a:pt x="1196209" y="41083"/>
                </a:lnTo>
                <a:lnTo>
                  <a:pt x="1195486" y="40516"/>
                </a:lnTo>
                <a:lnTo>
                  <a:pt x="1194743" y="39969"/>
                </a:lnTo>
                <a:lnTo>
                  <a:pt x="1193980" y="39443"/>
                </a:lnTo>
                <a:lnTo>
                  <a:pt x="1193190" y="38938"/>
                </a:lnTo>
                <a:lnTo>
                  <a:pt x="1192366" y="38454"/>
                </a:lnTo>
                <a:lnTo>
                  <a:pt x="1191508" y="37992"/>
                </a:lnTo>
                <a:lnTo>
                  <a:pt x="1190616" y="37551"/>
                </a:lnTo>
                <a:lnTo>
                  <a:pt x="1189690" y="37132"/>
                </a:lnTo>
                <a:lnTo>
                  <a:pt x="1188730" y="36734"/>
                </a:lnTo>
                <a:lnTo>
                  <a:pt x="1187736" y="36358"/>
                </a:lnTo>
                <a:lnTo>
                  <a:pt x="1186708" y="36003"/>
                </a:lnTo>
                <a:lnTo>
                  <a:pt x="1185645" y="35670"/>
                </a:lnTo>
                <a:lnTo>
                  <a:pt x="1184549" y="35358"/>
                </a:lnTo>
                <a:lnTo>
                  <a:pt x="1183419" y="35068"/>
                </a:lnTo>
                <a:lnTo>
                  <a:pt x="1182255" y="34800"/>
                </a:lnTo>
                <a:lnTo>
                  <a:pt x="1181056" y="34552"/>
                </a:lnTo>
                <a:lnTo>
                  <a:pt x="1179824" y="34327"/>
                </a:lnTo>
                <a:lnTo>
                  <a:pt x="1178557" y="34122"/>
                </a:lnTo>
                <a:lnTo>
                  <a:pt x="1177257" y="33940"/>
                </a:lnTo>
                <a:lnTo>
                  <a:pt x="1175923" y="33778"/>
                </a:lnTo>
                <a:lnTo>
                  <a:pt x="1174554" y="33639"/>
                </a:lnTo>
                <a:lnTo>
                  <a:pt x="1173152" y="33521"/>
                </a:lnTo>
                <a:lnTo>
                  <a:pt x="1171715" y="33424"/>
                </a:lnTo>
                <a:lnTo>
                  <a:pt x="1170245" y="33349"/>
                </a:lnTo>
                <a:lnTo>
                  <a:pt x="1168740" y="33295"/>
                </a:lnTo>
                <a:lnTo>
                  <a:pt x="1167201" y="33263"/>
                </a:lnTo>
                <a:lnTo>
                  <a:pt x="1165629" y="33252"/>
                </a:lnTo>
                <a:lnTo>
                  <a:pt x="1163977" y="33266"/>
                </a:lnTo>
                <a:lnTo>
                  <a:pt x="1162362" y="33309"/>
                </a:lnTo>
                <a:lnTo>
                  <a:pt x="1160783" y="33380"/>
                </a:lnTo>
                <a:lnTo>
                  <a:pt x="1159241" y="33480"/>
                </a:lnTo>
                <a:lnTo>
                  <a:pt x="1157735" y="33608"/>
                </a:lnTo>
                <a:lnTo>
                  <a:pt x="1156266" y="33765"/>
                </a:lnTo>
                <a:lnTo>
                  <a:pt x="1154833" y="33951"/>
                </a:lnTo>
                <a:lnTo>
                  <a:pt x="1153436" y="34165"/>
                </a:lnTo>
                <a:lnTo>
                  <a:pt x="1152076" y="34407"/>
                </a:lnTo>
                <a:lnTo>
                  <a:pt x="1150753" y="34678"/>
                </a:lnTo>
                <a:lnTo>
                  <a:pt x="1149466" y="34978"/>
                </a:lnTo>
                <a:lnTo>
                  <a:pt x="1148215" y="35306"/>
                </a:lnTo>
                <a:lnTo>
                  <a:pt x="1147001" y="35663"/>
                </a:lnTo>
                <a:lnTo>
                  <a:pt x="1145823" y="36048"/>
                </a:lnTo>
                <a:lnTo>
                  <a:pt x="1144682" y="36462"/>
                </a:lnTo>
                <a:lnTo>
                  <a:pt x="1143577" y="36904"/>
                </a:lnTo>
                <a:lnTo>
                  <a:pt x="1142509" y="37375"/>
                </a:lnTo>
                <a:lnTo>
                  <a:pt x="1141477" y="37874"/>
                </a:lnTo>
                <a:lnTo>
                  <a:pt x="1140482" y="38402"/>
                </a:lnTo>
                <a:lnTo>
                  <a:pt x="1139523" y="38958"/>
                </a:lnTo>
                <a:lnTo>
                  <a:pt x="1138601" y="39543"/>
                </a:lnTo>
                <a:lnTo>
                  <a:pt x="1137715" y="40157"/>
                </a:lnTo>
                <a:lnTo>
                  <a:pt x="1136865" y="40799"/>
                </a:lnTo>
                <a:lnTo>
                  <a:pt x="1136052" y="41469"/>
                </a:lnTo>
                <a:lnTo>
                  <a:pt x="1135274" y="42161"/>
                </a:lnTo>
                <a:lnTo>
                  <a:pt x="1134529" y="42865"/>
                </a:lnTo>
                <a:lnTo>
                  <a:pt x="1133817" y="43583"/>
                </a:lnTo>
                <a:lnTo>
                  <a:pt x="1133138" y="44315"/>
                </a:lnTo>
                <a:lnTo>
                  <a:pt x="1132492" y="45060"/>
                </a:lnTo>
                <a:lnTo>
                  <a:pt x="1131879" y="45818"/>
                </a:lnTo>
                <a:lnTo>
                  <a:pt x="1131300" y="46590"/>
                </a:lnTo>
                <a:lnTo>
                  <a:pt x="1130753" y="47375"/>
                </a:lnTo>
                <a:lnTo>
                  <a:pt x="1130240" y="48173"/>
                </a:lnTo>
                <a:lnTo>
                  <a:pt x="1129760" y="48985"/>
                </a:lnTo>
                <a:lnTo>
                  <a:pt x="1129312" y="49810"/>
                </a:lnTo>
                <a:lnTo>
                  <a:pt x="1128899" y="50648"/>
                </a:lnTo>
                <a:lnTo>
                  <a:pt x="1128518" y="51500"/>
                </a:lnTo>
                <a:lnTo>
                  <a:pt x="1128170" y="52365"/>
                </a:lnTo>
                <a:lnTo>
                  <a:pt x="1127855" y="53244"/>
                </a:lnTo>
                <a:lnTo>
                  <a:pt x="1127574" y="54135"/>
                </a:lnTo>
                <a:lnTo>
                  <a:pt x="1127325" y="55041"/>
                </a:lnTo>
                <a:lnTo>
                  <a:pt x="1127110" y="55959"/>
                </a:lnTo>
                <a:lnTo>
                  <a:pt x="1126928" y="56891"/>
                </a:lnTo>
                <a:lnTo>
                  <a:pt x="1126779" y="57836"/>
                </a:lnTo>
                <a:lnTo>
                  <a:pt x="1126663" y="58795"/>
                </a:lnTo>
                <a:lnTo>
                  <a:pt x="1126580" y="59767"/>
                </a:lnTo>
                <a:lnTo>
                  <a:pt x="1126531" y="60752"/>
                </a:lnTo>
                <a:lnTo>
                  <a:pt x="1126514" y="61751"/>
                </a:lnTo>
                <a:lnTo>
                  <a:pt x="1126533" y="62855"/>
                </a:lnTo>
                <a:lnTo>
                  <a:pt x="1126591" y="63939"/>
                </a:lnTo>
                <a:lnTo>
                  <a:pt x="1126686" y="65003"/>
                </a:lnTo>
                <a:lnTo>
                  <a:pt x="1126820" y="66047"/>
                </a:lnTo>
                <a:lnTo>
                  <a:pt x="1126993" y="67070"/>
                </a:lnTo>
                <a:lnTo>
                  <a:pt x="1127203" y="68072"/>
                </a:lnTo>
                <a:lnTo>
                  <a:pt x="1127452" y="69055"/>
                </a:lnTo>
                <a:lnTo>
                  <a:pt x="1127739" y="70017"/>
                </a:lnTo>
                <a:lnTo>
                  <a:pt x="1128064" y="70959"/>
                </a:lnTo>
                <a:lnTo>
                  <a:pt x="1128428" y="71880"/>
                </a:lnTo>
                <a:lnTo>
                  <a:pt x="1128830" y="72781"/>
                </a:lnTo>
                <a:lnTo>
                  <a:pt x="1129270" y="73662"/>
                </a:lnTo>
                <a:lnTo>
                  <a:pt x="1129749" y="74522"/>
                </a:lnTo>
                <a:lnTo>
                  <a:pt x="1130266" y="75362"/>
                </a:lnTo>
                <a:lnTo>
                  <a:pt x="1130821" y="76182"/>
                </a:lnTo>
                <a:lnTo>
                  <a:pt x="1131414" y="76982"/>
                </a:lnTo>
                <a:lnTo>
                  <a:pt x="1132046" y="77761"/>
                </a:lnTo>
                <a:lnTo>
                  <a:pt x="1132716" y="78520"/>
                </a:lnTo>
                <a:lnTo>
                  <a:pt x="1133424" y="79258"/>
                </a:lnTo>
                <a:lnTo>
                  <a:pt x="1134171" y="79976"/>
                </a:lnTo>
                <a:lnTo>
                  <a:pt x="1134955" y="80674"/>
                </a:lnTo>
                <a:lnTo>
                  <a:pt x="1135779" y="81352"/>
                </a:lnTo>
                <a:lnTo>
                  <a:pt x="1136640" y="82009"/>
                </a:lnTo>
                <a:lnTo>
                  <a:pt x="1137540" y="82646"/>
                </a:lnTo>
                <a:lnTo>
                  <a:pt x="1138241" y="83099"/>
                </a:lnTo>
                <a:lnTo>
                  <a:pt x="1139018" y="83557"/>
                </a:lnTo>
                <a:lnTo>
                  <a:pt x="1139871" y="84018"/>
                </a:lnTo>
                <a:lnTo>
                  <a:pt x="1140799" y="84484"/>
                </a:lnTo>
                <a:lnTo>
                  <a:pt x="1141803" y="84953"/>
                </a:lnTo>
                <a:lnTo>
                  <a:pt x="1142883" y="85426"/>
                </a:lnTo>
                <a:lnTo>
                  <a:pt x="1144038" y="85903"/>
                </a:lnTo>
                <a:lnTo>
                  <a:pt x="1145269" y="86385"/>
                </a:lnTo>
                <a:lnTo>
                  <a:pt x="1146576" y="86870"/>
                </a:lnTo>
                <a:lnTo>
                  <a:pt x="1147958" y="87359"/>
                </a:lnTo>
                <a:lnTo>
                  <a:pt x="1149416" y="87852"/>
                </a:lnTo>
                <a:lnTo>
                  <a:pt x="1150950" y="88348"/>
                </a:lnTo>
                <a:lnTo>
                  <a:pt x="1152559" y="88849"/>
                </a:lnTo>
                <a:lnTo>
                  <a:pt x="1154244" y="89354"/>
                </a:lnTo>
                <a:lnTo>
                  <a:pt x="1156004" y="89863"/>
                </a:lnTo>
                <a:lnTo>
                  <a:pt x="1157841" y="90375"/>
                </a:lnTo>
                <a:lnTo>
                  <a:pt x="1159753" y="90892"/>
                </a:lnTo>
                <a:lnTo>
                  <a:pt x="1161740" y="91412"/>
                </a:lnTo>
                <a:lnTo>
                  <a:pt x="1163803" y="91936"/>
                </a:lnTo>
                <a:lnTo>
                  <a:pt x="1165942" y="92465"/>
                </a:lnTo>
                <a:lnTo>
                  <a:pt x="1168157" y="92997"/>
                </a:lnTo>
                <a:lnTo>
                  <a:pt x="1170447" y="93533"/>
                </a:lnTo>
                <a:lnTo>
                  <a:pt x="1172813" y="94073"/>
                </a:lnTo>
                <a:lnTo>
                  <a:pt x="1175254" y="94617"/>
                </a:lnTo>
                <a:lnTo>
                  <a:pt x="1175779" y="94741"/>
                </a:lnTo>
                <a:lnTo>
                  <a:pt x="1176287" y="94867"/>
                </a:lnTo>
                <a:lnTo>
                  <a:pt x="1176780" y="94993"/>
                </a:lnTo>
                <a:lnTo>
                  <a:pt x="1177257" y="95120"/>
                </a:lnTo>
                <a:lnTo>
                  <a:pt x="1177718" y="95247"/>
                </a:lnTo>
                <a:lnTo>
                  <a:pt x="1178164" y="95376"/>
                </a:lnTo>
                <a:lnTo>
                  <a:pt x="1178593" y="95506"/>
                </a:lnTo>
                <a:lnTo>
                  <a:pt x="1179007" y="95636"/>
                </a:lnTo>
                <a:lnTo>
                  <a:pt x="1179405" y="95768"/>
                </a:lnTo>
                <a:lnTo>
                  <a:pt x="1179787" y="95900"/>
                </a:lnTo>
                <a:lnTo>
                  <a:pt x="1180154" y="96034"/>
                </a:lnTo>
                <a:lnTo>
                  <a:pt x="1180504" y="96168"/>
                </a:lnTo>
                <a:lnTo>
                  <a:pt x="1180839" y="96303"/>
                </a:lnTo>
                <a:lnTo>
                  <a:pt x="1181158" y="96439"/>
                </a:lnTo>
                <a:lnTo>
                  <a:pt x="1181462" y="96576"/>
                </a:lnTo>
                <a:lnTo>
                  <a:pt x="1181749" y="96714"/>
                </a:lnTo>
                <a:lnTo>
                  <a:pt x="1182021" y="96853"/>
                </a:lnTo>
                <a:lnTo>
                  <a:pt x="1182276" y="96992"/>
                </a:lnTo>
                <a:lnTo>
                  <a:pt x="1182516" y="97133"/>
                </a:lnTo>
                <a:lnTo>
                  <a:pt x="1182741" y="97274"/>
                </a:lnTo>
                <a:lnTo>
                  <a:pt x="1182949" y="97417"/>
                </a:lnTo>
                <a:lnTo>
                  <a:pt x="1183142" y="97560"/>
                </a:lnTo>
                <a:lnTo>
                  <a:pt x="1183319" y="97704"/>
                </a:lnTo>
                <a:lnTo>
                  <a:pt x="1183480" y="97850"/>
                </a:lnTo>
                <a:lnTo>
                  <a:pt x="1183622" y="98004"/>
                </a:lnTo>
                <a:lnTo>
                  <a:pt x="1183759" y="98162"/>
                </a:lnTo>
                <a:lnTo>
                  <a:pt x="1183890" y="98323"/>
                </a:lnTo>
                <a:lnTo>
                  <a:pt x="1184014" y="98488"/>
                </a:lnTo>
                <a:lnTo>
                  <a:pt x="1184133" y="98656"/>
                </a:lnTo>
                <a:lnTo>
                  <a:pt x="1184245" y="98827"/>
                </a:lnTo>
                <a:lnTo>
                  <a:pt x="1184352" y="99002"/>
                </a:lnTo>
                <a:lnTo>
                  <a:pt x="1184452" y="99180"/>
                </a:lnTo>
                <a:lnTo>
                  <a:pt x="1184546" y="99361"/>
                </a:lnTo>
                <a:lnTo>
                  <a:pt x="1184634" y="99546"/>
                </a:lnTo>
                <a:lnTo>
                  <a:pt x="1184716" y="99734"/>
                </a:lnTo>
                <a:lnTo>
                  <a:pt x="1184792" y="99925"/>
                </a:lnTo>
                <a:lnTo>
                  <a:pt x="1184862" y="100120"/>
                </a:lnTo>
                <a:lnTo>
                  <a:pt x="1184926" y="100318"/>
                </a:lnTo>
                <a:lnTo>
                  <a:pt x="1184984" y="100519"/>
                </a:lnTo>
                <a:lnTo>
                  <a:pt x="1185035" y="100724"/>
                </a:lnTo>
                <a:lnTo>
                  <a:pt x="1185081" y="100932"/>
                </a:lnTo>
                <a:lnTo>
                  <a:pt x="1185120" y="101143"/>
                </a:lnTo>
                <a:lnTo>
                  <a:pt x="1185154" y="101358"/>
                </a:lnTo>
                <a:lnTo>
                  <a:pt x="1185181" y="101576"/>
                </a:lnTo>
                <a:lnTo>
                  <a:pt x="1185202" y="101797"/>
                </a:lnTo>
                <a:lnTo>
                  <a:pt x="1185218" y="102022"/>
                </a:lnTo>
                <a:lnTo>
                  <a:pt x="1185227" y="102250"/>
                </a:lnTo>
                <a:lnTo>
                  <a:pt x="1185230" y="102482"/>
                </a:lnTo>
                <a:lnTo>
                  <a:pt x="1185224" y="102821"/>
                </a:lnTo>
                <a:lnTo>
                  <a:pt x="1185207" y="103155"/>
                </a:lnTo>
                <a:lnTo>
                  <a:pt x="1185179" y="103483"/>
                </a:lnTo>
                <a:lnTo>
                  <a:pt x="1185140" y="103805"/>
                </a:lnTo>
                <a:lnTo>
                  <a:pt x="1185089" y="104121"/>
                </a:lnTo>
                <a:lnTo>
                  <a:pt x="1185027" y="104432"/>
                </a:lnTo>
                <a:lnTo>
                  <a:pt x="1184954" y="104736"/>
                </a:lnTo>
                <a:lnTo>
                  <a:pt x="1184870" y="105036"/>
                </a:lnTo>
                <a:lnTo>
                  <a:pt x="1184774" y="105329"/>
                </a:lnTo>
                <a:lnTo>
                  <a:pt x="1184668" y="105616"/>
                </a:lnTo>
                <a:lnTo>
                  <a:pt x="1184550" y="105898"/>
                </a:lnTo>
                <a:lnTo>
                  <a:pt x="1184420" y="106174"/>
                </a:lnTo>
                <a:lnTo>
                  <a:pt x="1184280" y="106444"/>
                </a:lnTo>
                <a:lnTo>
                  <a:pt x="1184128" y="106709"/>
                </a:lnTo>
                <a:lnTo>
                  <a:pt x="1183965" y="106967"/>
                </a:lnTo>
                <a:lnTo>
                  <a:pt x="1183791" y="107220"/>
                </a:lnTo>
                <a:lnTo>
                  <a:pt x="1183605" y="107468"/>
                </a:lnTo>
                <a:lnTo>
                  <a:pt x="1183409" y="107709"/>
                </a:lnTo>
                <a:lnTo>
                  <a:pt x="1183201" y="107945"/>
                </a:lnTo>
                <a:lnTo>
                  <a:pt x="1182981" y="108175"/>
                </a:lnTo>
                <a:lnTo>
                  <a:pt x="1182751" y="108399"/>
                </a:lnTo>
                <a:lnTo>
                  <a:pt x="1182509" y="108617"/>
                </a:lnTo>
                <a:lnTo>
                  <a:pt x="1182256" y="108830"/>
                </a:lnTo>
                <a:lnTo>
                  <a:pt x="1181992" y="109036"/>
                </a:lnTo>
                <a:lnTo>
                  <a:pt x="1181583" y="109322"/>
                </a:lnTo>
                <a:lnTo>
                  <a:pt x="1181157" y="109595"/>
                </a:lnTo>
                <a:lnTo>
                  <a:pt x="1180715" y="109856"/>
                </a:lnTo>
                <a:lnTo>
                  <a:pt x="1180257" y="110104"/>
                </a:lnTo>
                <a:lnTo>
                  <a:pt x="1179782" y="110341"/>
                </a:lnTo>
                <a:lnTo>
                  <a:pt x="1179290" y="110565"/>
                </a:lnTo>
                <a:lnTo>
                  <a:pt x="1178783" y="110778"/>
                </a:lnTo>
                <a:lnTo>
                  <a:pt x="1178259" y="110978"/>
                </a:lnTo>
                <a:lnTo>
                  <a:pt x="1177718" y="111166"/>
                </a:lnTo>
                <a:lnTo>
                  <a:pt x="1177161" y="111342"/>
                </a:lnTo>
                <a:lnTo>
                  <a:pt x="1176588" y="111506"/>
                </a:lnTo>
                <a:lnTo>
                  <a:pt x="1175998" y="111657"/>
                </a:lnTo>
                <a:lnTo>
                  <a:pt x="1175392" y="111797"/>
                </a:lnTo>
                <a:lnTo>
                  <a:pt x="1174769" y="111924"/>
                </a:lnTo>
                <a:lnTo>
                  <a:pt x="1174130" y="112040"/>
                </a:lnTo>
                <a:lnTo>
                  <a:pt x="1173475" y="112143"/>
                </a:lnTo>
                <a:lnTo>
                  <a:pt x="1172803" y="112234"/>
                </a:lnTo>
                <a:lnTo>
                  <a:pt x="1172115" y="112313"/>
                </a:lnTo>
                <a:lnTo>
                  <a:pt x="1171410" y="112379"/>
                </a:lnTo>
                <a:lnTo>
                  <a:pt x="1170689" y="112434"/>
                </a:lnTo>
                <a:lnTo>
                  <a:pt x="1169952" y="112477"/>
                </a:lnTo>
                <a:lnTo>
                  <a:pt x="1169198" y="112507"/>
                </a:lnTo>
                <a:lnTo>
                  <a:pt x="1168428" y="112525"/>
                </a:lnTo>
                <a:lnTo>
                  <a:pt x="1167641" y="112531"/>
                </a:lnTo>
                <a:lnTo>
                  <a:pt x="1166926" y="112525"/>
                </a:lnTo>
                <a:lnTo>
                  <a:pt x="1166224" y="112505"/>
                </a:lnTo>
                <a:lnTo>
                  <a:pt x="1165536" y="112473"/>
                </a:lnTo>
                <a:lnTo>
                  <a:pt x="1164861" y="112428"/>
                </a:lnTo>
                <a:lnTo>
                  <a:pt x="1164199" y="112371"/>
                </a:lnTo>
                <a:lnTo>
                  <a:pt x="1163550" y="112300"/>
                </a:lnTo>
                <a:lnTo>
                  <a:pt x="1162915" y="112217"/>
                </a:lnTo>
                <a:lnTo>
                  <a:pt x="1162294" y="112120"/>
                </a:lnTo>
                <a:lnTo>
                  <a:pt x="1161685" y="112011"/>
                </a:lnTo>
                <a:lnTo>
                  <a:pt x="1161091" y="111889"/>
                </a:lnTo>
                <a:lnTo>
                  <a:pt x="1160509" y="111755"/>
                </a:lnTo>
                <a:lnTo>
                  <a:pt x="1159941" y="111607"/>
                </a:lnTo>
                <a:lnTo>
                  <a:pt x="1159386" y="111446"/>
                </a:lnTo>
                <a:lnTo>
                  <a:pt x="1158845" y="111273"/>
                </a:lnTo>
                <a:lnTo>
                  <a:pt x="1158317" y="111087"/>
                </a:lnTo>
                <a:lnTo>
                  <a:pt x="1157802" y="110888"/>
                </a:lnTo>
                <a:lnTo>
                  <a:pt x="1157300" y="110676"/>
                </a:lnTo>
                <a:lnTo>
                  <a:pt x="1156813" y="110452"/>
                </a:lnTo>
                <a:lnTo>
                  <a:pt x="1156338" y="110214"/>
                </a:lnTo>
                <a:lnTo>
                  <a:pt x="1155877" y="109964"/>
                </a:lnTo>
                <a:lnTo>
                  <a:pt x="1155429" y="109701"/>
                </a:lnTo>
                <a:lnTo>
                  <a:pt x="1154994" y="109425"/>
                </a:lnTo>
                <a:lnTo>
                  <a:pt x="1154573" y="109136"/>
                </a:lnTo>
                <a:lnTo>
                  <a:pt x="1154166" y="108834"/>
                </a:lnTo>
                <a:lnTo>
                  <a:pt x="1153770" y="108520"/>
                </a:lnTo>
                <a:lnTo>
                  <a:pt x="1153386" y="108194"/>
                </a:lnTo>
                <a:lnTo>
                  <a:pt x="1153013" y="107856"/>
                </a:lnTo>
                <a:lnTo>
                  <a:pt x="1152651" y="107506"/>
                </a:lnTo>
                <a:lnTo>
                  <a:pt x="1152301" y="107145"/>
                </a:lnTo>
                <a:lnTo>
                  <a:pt x="1151961" y="106771"/>
                </a:lnTo>
                <a:lnTo>
                  <a:pt x="1151633" y="106385"/>
                </a:lnTo>
                <a:lnTo>
                  <a:pt x="1151317" y="105988"/>
                </a:lnTo>
                <a:lnTo>
                  <a:pt x="1151011" y="105578"/>
                </a:lnTo>
                <a:lnTo>
                  <a:pt x="1150717" y="105157"/>
                </a:lnTo>
                <a:lnTo>
                  <a:pt x="1150434" y="104724"/>
                </a:lnTo>
                <a:lnTo>
                  <a:pt x="1150162" y="104278"/>
                </a:lnTo>
                <a:lnTo>
                  <a:pt x="1149902" y="103821"/>
                </a:lnTo>
                <a:lnTo>
                  <a:pt x="1149652" y="103352"/>
                </a:lnTo>
                <a:lnTo>
                  <a:pt x="1149414" y="102871"/>
                </a:lnTo>
                <a:lnTo>
                  <a:pt x="1149187" y="102378"/>
                </a:lnTo>
                <a:lnTo>
                  <a:pt x="1148972" y="101873"/>
                </a:lnTo>
                <a:lnTo>
                  <a:pt x="1148768" y="101357"/>
                </a:lnTo>
                <a:lnTo>
                  <a:pt x="1148574" y="100828"/>
                </a:lnTo>
                <a:lnTo>
                  <a:pt x="1148393" y="100287"/>
                </a:lnTo>
                <a:lnTo>
                  <a:pt x="1148222" y="99735"/>
                </a:lnTo>
                <a:lnTo>
                  <a:pt x="1148063" y="99170"/>
                </a:lnTo>
                <a:lnTo>
                  <a:pt x="1147915" y="98594"/>
                </a:lnTo>
                <a:lnTo>
                  <a:pt x="1147778" y="98005"/>
                </a:lnTo>
                <a:lnTo>
                  <a:pt x="1123101" y="101856"/>
                </a:lnTo>
                <a:lnTo>
                  <a:pt x="1123399" y="102944"/>
                </a:lnTo>
                <a:lnTo>
                  <a:pt x="1123723" y="104013"/>
                </a:lnTo>
                <a:lnTo>
                  <a:pt x="1124074" y="105063"/>
                </a:lnTo>
                <a:lnTo>
                  <a:pt x="1124452" y="106094"/>
                </a:lnTo>
                <a:close/>
                <a:moveTo>
                  <a:pt x="1283970" y="101455"/>
                </a:moveTo>
                <a:lnTo>
                  <a:pt x="1283765" y="101965"/>
                </a:lnTo>
                <a:lnTo>
                  <a:pt x="1283554" y="102461"/>
                </a:lnTo>
                <a:lnTo>
                  <a:pt x="1283336" y="102945"/>
                </a:lnTo>
                <a:lnTo>
                  <a:pt x="1283112" y="103414"/>
                </a:lnTo>
                <a:lnTo>
                  <a:pt x="1282880" y="103871"/>
                </a:lnTo>
                <a:lnTo>
                  <a:pt x="1282643" y="104314"/>
                </a:lnTo>
                <a:lnTo>
                  <a:pt x="1282398" y="104743"/>
                </a:lnTo>
                <a:lnTo>
                  <a:pt x="1282147" y="105159"/>
                </a:lnTo>
                <a:lnTo>
                  <a:pt x="1281889" y="105562"/>
                </a:lnTo>
                <a:lnTo>
                  <a:pt x="1281624" y="105952"/>
                </a:lnTo>
                <a:lnTo>
                  <a:pt x="1281353" y="106328"/>
                </a:lnTo>
                <a:lnTo>
                  <a:pt x="1281075" y="106691"/>
                </a:lnTo>
                <a:lnTo>
                  <a:pt x="1280790" y="107040"/>
                </a:lnTo>
                <a:lnTo>
                  <a:pt x="1280499" y="107376"/>
                </a:lnTo>
                <a:lnTo>
                  <a:pt x="1280201" y="107699"/>
                </a:lnTo>
                <a:lnTo>
                  <a:pt x="1279896" y="108008"/>
                </a:lnTo>
                <a:lnTo>
                  <a:pt x="1279584" y="108304"/>
                </a:lnTo>
                <a:lnTo>
                  <a:pt x="1279266" y="108587"/>
                </a:lnTo>
                <a:lnTo>
                  <a:pt x="1278942" y="108856"/>
                </a:lnTo>
                <a:lnTo>
                  <a:pt x="1278610" y="109113"/>
                </a:lnTo>
                <a:lnTo>
                  <a:pt x="1278272" y="109359"/>
                </a:lnTo>
                <a:lnTo>
                  <a:pt x="1277928" y="109594"/>
                </a:lnTo>
                <a:lnTo>
                  <a:pt x="1277578" y="109819"/>
                </a:lnTo>
                <a:lnTo>
                  <a:pt x="1277221" y="110032"/>
                </a:lnTo>
                <a:lnTo>
                  <a:pt x="1276858" y="110234"/>
                </a:lnTo>
                <a:lnTo>
                  <a:pt x="1276488" y="110426"/>
                </a:lnTo>
                <a:lnTo>
                  <a:pt x="1276112" y="110606"/>
                </a:lnTo>
                <a:lnTo>
                  <a:pt x="1275730" y="110776"/>
                </a:lnTo>
                <a:lnTo>
                  <a:pt x="1275341" y="110934"/>
                </a:lnTo>
                <a:lnTo>
                  <a:pt x="1274946" y="111082"/>
                </a:lnTo>
                <a:lnTo>
                  <a:pt x="1274544" y="111219"/>
                </a:lnTo>
                <a:lnTo>
                  <a:pt x="1274137" y="111344"/>
                </a:lnTo>
                <a:lnTo>
                  <a:pt x="1273722" y="111459"/>
                </a:lnTo>
                <a:lnTo>
                  <a:pt x="1273302" y="111563"/>
                </a:lnTo>
                <a:lnTo>
                  <a:pt x="1272875" y="111656"/>
                </a:lnTo>
                <a:lnTo>
                  <a:pt x="1272441" y="111738"/>
                </a:lnTo>
                <a:lnTo>
                  <a:pt x="1272001" y="111809"/>
                </a:lnTo>
                <a:lnTo>
                  <a:pt x="1271555" y="111869"/>
                </a:lnTo>
                <a:lnTo>
                  <a:pt x="1271103" y="111919"/>
                </a:lnTo>
                <a:lnTo>
                  <a:pt x="1270644" y="111957"/>
                </a:lnTo>
                <a:lnTo>
                  <a:pt x="1270178" y="111984"/>
                </a:lnTo>
                <a:lnTo>
                  <a:pt x="1269707" y="112001"/>
                </a:lnTo>
                <a:lnTo>
                  <a:pt x="1269229" y="112006"/>
                </a:lnTo>
                <a:lnTo>
                  <a:pt x="1268526" y="111996"/>
                </a:lnTo>
                <a:lnTo>
                  <a:pt x="1267833" y="111964"/>
                </a:lnTo>
                <a:lnTo>
                  <a:pt x="1267150" y="111911"/>
                </a:lnTo>
                <a:lnTo>
                  <a:pt x="1266477" y="111837"/>
                </a:lnTo>
                <a:lnTo>
                  <a:pt x="1265813" y="111742"/>
                </a:lnTo>
                <a:lnTo>
                  <a:pt x="1265160" y="111626"/>
                </a:lnTo>
                <a:lnTo>
                  <a:pt x="1264515" y="111489"/>
                </a:lnTo>
                <a:lnTo>
                  <a:pt x="1263881" y="111330"/>
                </a:lnTo>
                <a:lnTo>
                  <a:pt x="1263256" y="111151"/>
                </a:lnTo>
                <a:lnTo>
                  <a:pt x="1262641" y="110950"/>
                </a:lnTo>
                <a:lnTo>
                  <a:pt x="1262036" y="110729"/>
                </a:lnTo>
                <a:lnTo>
                  <a:pt x="1261441" y="110486"/>
                </a:lnTo>
                <a:lnTo>
                  <a:pt x="1260855" y="110222"/>
                </a:lnTo>
                <a:lnTo>
                  <a:pt x="1260279" y="109937"/>
                </a:lnTo>
                <a:lnTo>
                  <a:pt x="1259712" y="109631"/>
                </a:lnTo>
                <a:lnTo>
                  <a:pt x="1259156" y="109303"/>
                </a:lnTo>
                <a:lnTo>
                  <a:pt x="1258609" y="108955"/>
                </a:lnTo>
                <a:lnTo>
                  <a:pt x="1258072" y="108585"/>
                </a:lnTo>
                <a:lnTo>
                  <a:pt x="1257544" y="108195"/>
                </a:lnTo>
                <a:lnTo>
                  <a:pt x="1257026" y="107783"/>
                </a:lnTo>
                <a:lnTo>
                  <a:pt x="1256518" y="107350"/>
                </a:lnTo>
                <a:lnTo>
                  <a:pt x="1256020" y="106896"/>
                </a:lnTo>
                <a:lnTo>
                  <a:pt x="1255532" y="106421"/>
                </a:lnTo>
                <a:lnTo>
                  <a:pt x="1255053" y="105925"/>
                </a:lnTo>
                <a:lnTo>
                  <a:pt x="1254588" y="105409"/>
                </a:lnTo>
                <a:lnTo>
                  <a:pt x="1254142" y="104877"/>
                </a:lnTo>
                <a:lnTo>
                  <a:pt x="1253716" y="104328"/>
                </a:lnTo>
                <a:lnTo>
                  <a:pt x="1253307" y="103762"/>
                </a:lnTo>
                <a:lnTo>
                  <a:pt x="1252918" y="103180"/>
                </a:lnTo>
                <a:lnTo>
                  <a:pt x="1252548" y="102580"/>
                </a:lnTo>
                <a:lnTo>
                  <a:pt x="1252196" y="101964"/>
                </a:lnTo>
                <a:lnTo>
                  <a:pt x="1251864" y="101331"/>
                </a:lnTo>
                <a:lnTo>
                  <a:pt x="1251550" y="100680"/>
                </a:lnTo>
                <a:lnTo>
                  <a:pt x="1251255" y="100013"/>
                </a:lnTo>
                <a:lnTo>
                  <a:pt x="1250979" y="99330"/>
                </a:lnTo>
                <a:lnTo>
                  <a:pt x="1250721" y="98629"/>
                </a:lnTo>
                <a:lnTo>
                  <a:pt x="1250483" y="97911"/>
                </a:lnTo>
                <a:lnTo>
                  <a:pt x="1250263" y="97177"/>
                </a:lnTo>
                <a:lnTo>
                  <a:pt x="1250062" y="96425"/>
                </a:lnTo>
                <a:lnTo>
                  <a:pt x="1249880" y="95657"/>
                </a:lnTo>
                <a:lnTo>
                  <a:pt x="1249717" y="94872"/>
                </a:lnTo>
                <a:lnTo>
                  <a:pt x="1249573" y="94070"/>
                </a:lnTo>
                <a:lnTo>
                  <a:pt x="1249447" y="93252"/>
                </a:lnTo>
                <a:lnTo>
                  <a:pt x="1249341" y="92416"/>
                </a:lnTo>
                <a:lnTo>
                  <a:pt x="1249253" y="91564"/>
                </a:lnTo>
                <a:lnTo>
                  <a:pt x="1249184" y="90694"/>
                </a:lnTo>
                <a:lnTo>
                  <a:pt x="1249134" y="89808"/>
                </a:lnTo>
                <a:lnTo>
                  <a:pt x="1249102" y="88905"/>
                </a:lnTo>
                <a:lnTo>
                  <a:pt x="1310706" y="88905"/>
                </a:lnTo>
                <a:lnTo>
                  <a:pt x="1310728" y="86575"/>
                </a:lnTo>
                <a:lnTo>
                  <a:pt x="1310706" y="84295"/>
                </a:lnTo>
                <a:lnTo>
                  <a:pt x="1310642" y="82067"/>
                </a:lnTo>
                <a:lnTo>
                  <a:pt x="1310533" y="79888"/>
                </a:lnTo>
                <a:lnTo>
                  <a:pt x="1310381" y="77761"/>
                </a:lnTo>
                <a:lnTo>
                  <a:pt x="1310186" y="75683"/>
                </a:lnTo>
                <a:lnTo>
                  <a:pt x="1309948" y="73657"/>
                </a:lnTo>
                <a:lnTo>
                  <a:pt x="1309665" y="71681"/>
                </a:lnTo>
                <a:lnTo>
                  <a:pt x="1309340" y="69756"/>
                </a:lnTo>
                <a:lnTo>
                  <a:pt x="1308971" y="67881"/>
                </a:lnTo>
                <a:lnTo>
                  <a:pt x="1308558" y="66057"/>
                </a:lnTo>
                <a:lnTo>
                  <a:pt x="1308103" y="64283"/>
                </a:lnTo>
                <a:lnTo>
                  <a:pt x="1307603" y="62560"/>
                </a:lnTo>
                <a:lnTo>
                  <a:pt x="1307060" y="60888"/>
                </a:lnTo>
                <a:lnTo>
                  <a:pt x="1306474" y="59266"/>
                </a:lnTo>
                <a:lnTo>
                  <a:pt x="1305844" y="57695"/>
                </a:lnTo>
                <a:lnTo>
                  <a:pt x="1305171" y="56174"/>
                </a:lnTo>
                <a:lnTo>
                  <a:pt x="1304455" y="54704"/>
                </a:lnTo>
                <a:lnTo>
                  <a:pt x="1303695" y="53285"/>
                </a:lnTo>
                <a:lnTo>
                  <a:pt x="1302891" y="51916"/>
                </a:lnTo>
                <a:lnTo>
                  <a:pt x="1302044" y="50598"/>
                </a:lnTo>
                <a:lnTo>
                  <a:pt x="1301154" y="49330"/>
                </a:lnTo>
                <a:lnTo>
                  <a:pt x="1300220" y="48113"/>
                </a:lnTo>
                <a:lnTo>
                  <a:pt x="1299243" y="46946"/>
                </a:lnTo>
                <a:lnTo>
                  <a:pt x="1298228" y="45829"/>
                </a:lnTo>
                <a:lnTo>
                  <a:pt x="1297184" y="44759"/>
                </a:lnTo>
                <a:lnTo>
                  <a:pt x="1296109" y="43737"/>
                </a:lnTo>
                <a:lnTo>
                  <a:pt x="1295004" y="42762"/>
                </a:lnTo>
                <a:lnTo>
                  <a:pt x="1293868" y="41835"/>
                </a:lnTo>
                <a:lnTo>
                  <a:pt x="1292702" y="40955"/>
                </a:lnTo>
                <a:lnTo>
                  <a:pt x="1291505" y="40123"/>
                </a:lnTo>
                <a:lnTo>
                  <a:pt x="1290278" y="39338"/>
                </a:lnTo>
                <a:lnTo>
                  <a:pt x="1289021" y="38601"/>
                </a:lnTo>
                <a:lnTo>
                  <a:pt x="1287733" y="37912"/>
                </a:lnTo>
                <a:lnTo>
                  <a:pt x="1286415" y="37270"/>
                </a:lnTo>
                <a:lnTo>
                  <a:pt x="1285067" y="36675"/>
                </a:lnTo>
                <a:lnTo>
                  <a:pt x="1283688" y="36129"/>
                </a:lnTo>
                <a:lnTo>
                  <a:pt x="1282279" y="35629"/>
                </a:lnTo>
                <a:lnTo>
                  <a:pt x="1280839" y="35178"/>
                </a:lnTo>
                <a:lnTo>
                  <a:pt x="1279369" y="34773"/>
                </a:lnTo>
                <a:lnTo>
                  <a:pt x="1277869" y="34417"/>
                </a:lnTo>
                <a:lnTo>
                  <a:pt x="1276338" y="34108"/>
                </a:lnTo>
                <a:lnTo>
                  <a:pt x="1274777" y="33846"/>
                </a:lnTo>
                <a:lnTo>
                  <a:pt x="1273186" y="33632"/>
                </a:lnTo>
                <a:lnTo>
                  <a:pt x="1271564" y="33466"/>
                </a:lnTo>
                <a:lnTo>
                  <a:pt x="1269912" y="33347"/>
                </a:lnTo>
                <a:lnTo>
                  <a:pt x="1268229" y="33276"/>
                </a:lnTo>
                <a:lnTo>
                  <a:pt x="1266516" y="33252"/>
                </a:lnTo>
                <a:lnTo>
                  <a:pt x="1264988" y="33275"/>
                </a:lnTo>
                <a:lnTo>
                  <a:pt x="1263483" y="33343"/>
                </a:lnTo>
                <a:lnTo>
                  <a:pt x="1262000" y="33456"/>
                </a:lnTo>
                <a:lnTo>
                  <a:pt x="1260539" y="33615"/>
                </a:lnTo>
                <a:lnTo>
                  <a:pt x="1259100" y="33820"/>
                </a:lnTo>
                <a:lnTo>
                  <a:pt x="1257683" y="34069"/>
                </a:lnTo>
                <a:lnTo>
                  <a:pt x="1256289" y="34365"/>
                </a:lnTo>
                <a:lnTo>
                  <a:pt x="1254917" y="34705"/>
                </a:lnTo>
                <a:lnTo>
                  <a:pt x="1253567" y="35091"/>
                </a:lnTo>
                <a:lnTo>
                  <a:pt x="1252239" y="35523"/>
                </a:lnTo>
                <a:lnTo>
                  <a:pt x="1250933" y="36000"/>
                </a:lnTo>
                <a:lnTo>
                  <a:pt x="1249649" y="36522"/>
                </a:lnTo>
                <a:lnTo>
                  <a:pt x="1248388" y="37090"/>
                </a:lnTo>
                <a:lnTo>
                  <a:pt x="1247149" y="37703"/>
                </a:lnTo>
                <a:lnTo>
                  <a:pt x="1245932" y="38362"/>
                </a:lnTo>
                <a:lnTo>
                  <a:pt x="1244737" y="39066"/>
                </a:lnTo>
                <a:lnTo>
                  <a:pt x="1243564" y="39816"/>
                </a:lnTo>
                <a:lnTo>
                  <a:pt x="1242414" y="40610"/>
                </a:lnTo>
                <a:lnTo>
                  <a:pt x="1241285" y="41451"/>
                </a:lnTo>
                <a:lnTo>
                  <a:pt x="1240179" y="42337"/>
                </a:lnTo>
                <a:lnTo>
                  <a:pt x="1239095" y="43268"/>
                </a:lnTo>
                <a:lnTo>
                  <a:pt x="1238034" y="44244"/>
                </a:lnTo>
                <a:lnTo>
                  <a:pt x="1236994" y="45266"/>
                </a:lnTo>
                <a:lnTo>
                  <a:pt x="1235977" y="46334"/>
                </a:lnTo>
                <a:lnTo>
                  <a:pt x="1234991" y="47441"/>
                </a:lnTo>
                <a:lnTo>
                  <a:pt x="1234048" y="48584"/>
                </a:lnTo>
                <a:lnTo>
                  <a:pt x="1233146" y="49761"/>
                </a:lnTo>
                <a:lnTo>
                  <a:pt x="1232287" y="50973"/>
                </a:lnTo>
                <a:lnTo>
                  <a:pt x="1231469" y="52219"/>
                </a:lnTo>
                <a:lnTo>
                  <a:pt x="1230694" y="53501"/>
                </a:lnTo>
                <a:lnTo>
                  <a:pt x="1229960" y="54817"/>
                </a:lnTo>
                <a:lnTo>
                  <a:pt x="1229268" y="56168"/>
                </a:lnTo>
                <a:lnTo>
                  <a:pt x="1228618" y="57554"/>
                </a:lnTo>
                <a:lnTo>
                  <a:pt x="1228010" y="58975"/>
                </a:lnTo>
                <a:lnTo>
                  <a:pt x="1227444" y="60430"/>
                </a:lnTo>
                <a:lnTo>
                  <a:pt x="1226920" y="61921"/>
                </a:lnTo>
                <a:lnTo>
                  <a:pt x="1226438" y="63446"/>
                </a:lnTo>
                <a:lnTo>
                  <a:pt x="1225997" y="65005"/>
                </a:lnTo>
                <a:lnTo>
                  <a:pt x="1225599" y="66600"/>
                </a:lnTo>
                <a:lnTo>
                  <a:pt x="1225243" y="68229"/>
                </a:lnTo>
                <a:lnTo>
                  <a:pt x="1224928" y="69894"/>
                </a:lnTo>
                <a:lnTo>
                  <a:pt x="1224656" y="71593"/>
                </a:lnTo>
                <a:lnTo>
                  <a:pt x="1224425" y="73326"/>
                </a:lnTo>
                <a:lnTo>
                  <a:pt x="1224236" y="75095"/>
                </a:lnTo>
                <a:lnTo>
                  <a:pt x="1224090" y="76898"/>
                </a:lnTo>
                <a:lnTo>
                  <a:pt x="1223985" y="78736"/>
                </a:lnTo>
                <a:lnTo>
                  <a:pt x="1223922" y="80609"/>
                </a:lnTo>
                <a:lnTo>
                  <a:pt x="1223901" y="82517"/>
                </a:lnTo>
                <a:lnTo>
                  <a:pt x="1223917" y="84117"/>
                </a:lnTo>
                <a:lnTo>
                  <a:pt x="1223965" y="85694"/>
                </a:lnTo>
                <a:lnTo>
                  <a:pt x="1224045" y="87248"/>
                </a:lnTo>
                <a:lnTo>
                  <a:pt x="1224156" y="88778"/>
                </a:lnTo>
                <a:lnTo>
                  <a:pt x="1224300" y="90286"/>
                </a:lnTo>
                <a:lnTo>
                  <a:pt x="1224475" y="91771"/>
                </a:lnTo>
                <a:lnTo>
                  <a:pt x="1224683" y="93232"/>
                </a:lnTo>
                <a:lnTo>
                  <a:pt x="1224922" y="94670"/>
                </a:lnTo>
                <a:lnTo>
                  <a:pt x="1225193" y="96086"/>
                </a:lnTo>
                <a:lnTo>
                  <a:pt x="1225496" y="97478"/>
                </a:lnTo>
                <a:lnTo>
                  <a:pt x="1225831" y="98847"/>
                </a:lnTo>
                <a:lnTo>
                  <a:pt x="1226198" y="100193"/>
                </a:lnTo>
                <a:lnTo>
                  <a:pt x="1226597" y="101516"/>
                </a:lnTo>
                <a:lnTo>
                  <a:pt x="1227027" y="102816"/>
                </a:lnTo>
                <a:lnTo>
                  <a:pt x="1227490" y="104092"/>
                </a:lnTo>
                <a:lnTo>
                  <a:pt x="1227985" y="105346"/>
                </a:lnTo>
                <a:lnTo>
                  <a:pt x="1228511" y="106577"/>
                </a:lnTo>
                <a:lnTo>
                  <a:pt x="1229069" y="107784"/>
                </a:lnTo>
                <a:lnTo>
                  <a:pt x="1229659" y="108968"/>
                </a:lnTo>
                <a:lnTo>
                  <a:pt x="1230282" y="110130"/>
                </a:lnTo>
                <a:lnTo>
                  <a:pt x="1230936" y="111268"/>
                </a:lnTo>
                <a:lnTo>
                  <a:pt x="1231621" y="112383"/>
                </a:lnTo>
                <a:lnTo>
                  <a:pt x="1232339" y="113475"/>
                </a:lnTo>
                <a:lnTo>
                  <a:pt x="1233089" y="114544"/>
                </a:lnTo>
                <a:lnTo>
                  <a:pt x="1234081" y="115836"/>
                </a:lnTo>
                <a:lnTo>
                  <a:pt x="1235116" y="117074"/>
                </a:lnTo>
                <a:lnTo>
                  <a:pt x="1236195" y="118256"/>
                </a:lnTo>
                <a:lnTo>
                  <a:pt x="1237318" y="119383"/>
                </a:lnTo>
                <a:lnTo>
                  <a:pt x="1238485" y="120456"/>
                </a:lnTo>
                <a:lnTo>
                  <a:pt x="1239696" y="121473"/>
                </a:lnTo>
                <a:lnTo>
                  <a:pt x="1240950" y="122435"/>
                </a:lnTo>
                <a:lnTo>
                  <a:pt x="1242248" y="123343"/>
                </a:lnTo>
                <a:lnTo>
                  <a:pt x="1243590" y="124195"/>
                </a:lnTo>
                <a:lnTo>
                  <a:pt x="1244975" y="124993"/>
                </a:lnTo>
                <a:lnTo>
                  <a:pt x="1246404" y="125735"/>
                </a:lnTo>
                <a:lnTo>
                  <a:pt x="1247877" y="126423"/>
                </a:lnTo>
                <a:lnTo>
                  <a:pt x="1249394" y="127055"/>
                </a:lnTo>
                <a:lnTo>
                  <a:pt x="1250955" y="127632"/>
                </a:lnTo>
                <a:lnTo>
                  <a:pt x="1252559" y="128155"/>
                </a:lnTo>
                <a:lnTo>
                  <a:pt x="1254207" y="128622"/>
                </a:lnTo>
                <a:lnTo>
                  <a:pt x="1255899" y="129035"/>
                </a:lnTo>
                <a:lnTo>
                  <a:pt x="1257634" y="129392"/>
                </a:lnTo>
                <a:lnTo>
                  <a:pt x="1259413" y="129695"/>
                </a:lnTo>
                <a:lnTo>
                  <a:pt x="1261236" y="129942"/>
                </a:lnTo>
                <a:lnTo>
                  <a:pt x="1263103" y="130135"/>
                </a:lnTo>
                <a:lnTo>
                  <a:pt x="1265014" y="130272"/>
                </a:lnTo>
                <a:lnTo>
                  <a:pt x="1266968" y="130355"/>
                </a:lnTo>
                <a:lnTo>
                  <a:pt x="1268966" y="130382"/>
                </a:lnTo>
                <a:lnTo>
                  <a:pt x="1270233" y="130370"/>
                </a:lnTo>
                <a:lnTo>
                  <a:pt x="1271483" y="130333"/>
                </a:lnTo>
                <a:lnTo>
                  <a:pt x="1272714" y="130272"/>
                </a:lnTo>
                <a:lnTo>
                  <a:pt x="1273928" y="130187"/>
                </a:lnTo>
                <a:lnTo>
                  <a:pt x="1275124" y="130077"/>
                </a:lnTo>
                <a:lnTo>
                  <a:pt x="1276303" y="129943"/>
                </a:lnTo>
                <a:lnTo>
                  <a:pt x="1277463" y="129785"/>
                </a:lnTo>
                <a:lnTo>
                  <a:pt x="1278606" y="129602"/>
                </a:lnTo>
                <a:lnTo>
                  <a:pt x="1279731" y="129395"/>
                </a:lnTo>
                <a:lnTo>
                  <a:pt x="1280838" y="129163"/>
                </a:lnTo>
                <a:lnTo>
                  <a:pt x="1281928" y="128907"/>
                </a:lnTo>
                <a:lnTo>
                  <a:pt x="1283000" y="128627"/>
                </a:lnTo>
                <a:lnTo>
                  <a:pt x="1284054" y="128322"/>
                </a:lnTo>
                <a:lnTo>
                  <a:pt x="1285090" y="127993"/>
                </a:lnTo>
                <a:lnTo>
                  <a:pt x="1286108" y="127639"/>
                </a:lnTo>
                <a:lnTo>
                  <a:pt x="1287109" y="127261"/>
                </a:lnTo>
                <a:lnTo>
                  <a:pt x="1288091" y="126859"/>
                </a:lnTo>
                <a:lnTo>
                  <a:pt x="1289057" y="126432"/>
                </a:lnTo>
                <a:lnTo>
                  <a:pt x="1290004" y="125981"/>
                </a:lnTo>
                <a:lnTo>
                  <a:pt x="1290933" y="125506"/>
                </a:lnTo>
                <a:lnTo>
                  <a:pt x="1291845" y="125006"/>
                </a:lnTo>
                <a:lnTo>
                  <a:pt x="1292739" y="124481"/>
                </a:lnTo>
                <a:lnTo>
                  <a:pt x="1293615" y="123933"/>
                </a:lnTo>
                <a:lnTo>
                  <a:pt x="1294474" y="123360"/>
                </a:lnTo>
                <a:lnTo>
                  <a:pt x="1295314" y="122764"/>
                </a:lnTo>
                <a:lnTo>
                  <a:pt x="1296135" y="122145"/>
                </a:lnTo>
                <a:lnTo>
                  <a:pt x="1296937" y="121504"/>
                </a:lnTo>
                <a:lnTo>
                  <a:pt x="1297720" y="120841"/>
                </a:lnTo>
                <a:lnTo>
                  <a:pt x="1298484" y="120156"/>
                </a:lnTo>
                <a:lnTo>
                  <a:pt x="1299229" y="119448"/>
                </a:lnTo>
                <a:lnTo>
                  <a:pt x="1299955" y="118718"/>
                </a:lnTo>
                <a:lnTo>
                  <a:pt x="1300662" y="117966"/>
                </a:lnTo>
                <a:lnTo>
                  <a:pt x="1301350" y="117192"/>
                </a:lnTo>
                <a:lnTo>
                  <a:pt x="1302019" y="116395"/>
                </a:lnTo>
                <a:lnTo>
                  <a:pt x="1302670" y="115576"/>
                </a:lnTo>
                <a:lnTo>
                  <a:pt x="1303301" y="114735"/>
                </a:lnTo>
                <a:lnTo>
                  <a:pt x="1303913" y="113872"/>
                </a:lnTo>
                <a:lnTo>
                  <a:pt x="1304506" y="112986"/>
                </a:lnTo>
                <a:lnTo>
                  <a:pt x="1305080" y="112078"/>
                </a:lnTo>
                <a:lnTo>
                  <a:pt x="1305635" y="111148"/>
                </a:lnTo>
                <a:lnTo>
                  <a:pt x="1306172" y="110196"/>
                </a:lnTo>
                <a:lnTo>
                  <a:pt x="1306689" y="109221"/>
                </a:lnTo>
                <a:lnTo>
                  <a:pt x="1307187" y="108224"/>
                </a:lnTo>
                <a:lnTo>
                  <a:pt x="1307666" y="107205"/>
                </a:lnTo>
                <a:lnTo>
                  <a:pt x="1308126" y="106163"/>
                </a:lnTo>
                <a:lnTo>
                  <a:pt x="1308568" y="105100"/>
                </a:lnTo>
                <a:lnTo>
                  <a:pt x="1308990" y="104014"/>
                </a:lnTo>
                <a:lnTo>
                  <a:pt x="1309393" y="102906"/>
                </a:lnTo>
                <a:lnTo>
                  <a:pt x="1284892" y="98705"/>
                </a:lnTo>
                <a:lnTo>
                  <a:pt x="1284721" y="99282"/>
                </a:lnTo>
                <a:lnTo>
                  <a:pt x="1284543" y="99845"/>
                </a:lnTo>
                <a:lnTo>
                  <a:pt x="1284359" y="100395"/>
                </a:lnTo>
                <a:lnTo>
                  <a:pt x="1284168" y="100932"/>
                </a:lnTo>
                <a:lnTo>
                  <a:pt x="1283970" y="101455"/>
                </a:lnTo>
                <a:close/>
                <a:moveTo>
                  <a:pt x="1249659" y="70630"/>
                </a:moveTo>
                <a:lnTo>
                  <a:pt x="1249735" y="69860"/>
                </a:lnTo>
                <a:lnTo>
                  <a:pt x="1249830" y="69104"/>
                </a:lnTo>
                <a:lnTo>
                  <a:pt x="1249943" y="68364"/>
                </a:lnTo>
                <a:lnTo>
                  <a:pt x="1250075" y="67637"/>
                </a:lnTo>
                <a:lnTo>
                  <a:pt x="1250225" y="66925"/>
                </a:lnTo>
                <a:lnTo>
                  <a:pt x="1250394" y="66228"/>
                </a:lnTo>
                <a:lnTo>
                  <a:pt x="1250581" y="65545"/>
                </a:lnTo>
                <a:lnTo>
                  <a:pt x="1250787" y="64877"/>
                </a:lnTo>
                <a:lnTo>
                  <a:pt x="1251011" y="64224"/>
                </a:lnTo>
                <a:lnTo>
                  <a:pt x="1251254" y="63584"/>
                </a:lnTo>
                <a:lnTo>
                  <a:pt x="1251516" y="62960"/>
                </a:lnTo>
                <a:lnTo>
                  <a:pt x="1251796" y="62350"/>
                </a:lnTo>
                <a:lnTo>
                  <a:pt x="1252094" y="61754"/>
                </a:lnTo>
                <a:lnTo>
                  <a:pt x="1252411" y="61173"/>
                </a:lnTo>
                <a:lnTo>
                  <a:pt x="1252747" y="60606"/>
                </a:lnTo>
                <a:lnTo>
                  <a:pt x="1253101" y="60054"/>
                </a:lnTo>
                <a:lnTo>
                  <a:pt x="1253474" y="59517"/>
                </a:lnTo>
                <a:lnTo>
                  <a:pt x="1253865" y="58994"/>
                </a:lnTo>
                <a:lnTo>
                  <a:pt x="1254274" y="58485"/>
                </a:lnTo>
                <a:lnTo>
                  <a:pt x="1254703" y="57991"/>
                </a:lnTo>
                <a:lnTo>
                  <a:pt x="1255145" y="57515"/>
                </a:lnTo>
                <a:lnTo>
                  <a:pt x="1255597" y="57059"/>
                </a:lnTo>
                <a:lnTo>
                  <a:pt x="1256059" y="56623"/>
                </a:lnTo>
                <a:lnTo>
                  <a:pt x="1256531" y="56207"/>
                </a:lnTo>
                <a:lnTo>
                  <a:pt x="1257012" y="55812"/>
                </a:lnTo>
                <a:lnTo>
                  <a:pt x="1257503" y="55437"/>
                </a:lnTo>
                <a:lnTo>
                  <a:pt x="1258004" y="55082"/>
                </a:lnTo>
                <a:lnTo>
                  <a:pt x="1258514" y="54748"/>
                </a:lnTo>
                <a:lnTo>
                  <a:pt x="1259034" y="54433"/>
                </a:lnTo>
                <a:lnTo>
                  <a:pt x="1259564" y="54139"/>
                </a:lnTo>
                <a:lnTo>
                  <a:pt x="1260104" y="53866"/>
                </a:lnTo>
                <a:lnTo>
                  <a:pt x="1260653" y="53612"/>
                </a:lnTo>
                <a:lnTo>
                  <a:pt x="1261212" y="53379"/>
                </a:lnTo>
                <a:lnTo>
                  <a:pt x="1261781" y="53166"/>
                </a:lnTo>
                <a:lnTo>
                  <a:pt x="1262359" y="52974"/>
                </a:lnTo>
                <a:lnTo>
                  <a:pt x="1262948" y="52802"/>
                </a:lnTo>
                <a:lnTo>
                  <a:pt x="1263546" y="52650"/>
                </a:lnTo>
                <a:lnTo>
                  <a:pt x="1264153" y="52518"/>
                </a:lnTo>
                <a:lnTo>
                  <a:pt x="1264771" y="52406"/>
                </a:lnTo>
                <a:lnTo>
                  <a:pt x="1265398" y="52315"/>
                </a:lnTo>
                <a:lnTo>
                  <a:pt x="1266035" y="52244"/>
                </a:lnTo>
                <a:lnTo>
                  <a:pt x="1266681" y="52193"/>
                </a:lnTo>
                <a:lnTo>
                  <a:pt x="1267337" y="52163"/>
                </a:lnTo>
                <a:lnTo>
                  <a:pt x="1268003" y="52153"/>
                </a:lnTo>
                <a:lnTo>
                  <a:pt x="1268627" y="52162"/>
                </a:lnTo>
                <a:lnTo>
                  <a:pt x="1269242" y="52191"/>
                </a:lnTo>
                <a:lnTo>
                  <a:pt x="1269849" y="52239"/>
                </a:lnTo>
                <a:lnTo>
                  <a:pt x="1270449" y="52307"/>
                </a:lnTo>
                <a:lnTo>
                  <a:pt x="1271040" y="52393"/>
                </a:lnTo>
                <a:lnTo>
                  <a:pt x="1271624" y="52499"/>
                </a:lnTo>
                <a:lnTo>
                  <a:pt x="1272200" y="52624"/>
                </a:lnTo>
                <a:lnTo>
                  <a:pt x="1272768" y="52768"/>
                </a:lnTo>
                <a:lnTo>
                  <a:pt x="1273328" y="52931"/>
                </a:lnTo>
                <a:lnTo>
                  <a:pt x="1273880" y="53114"/>
                </a:lnTo>
                <a:lnTo>
                  <a:pt x="1274424" y="53316"/>
                </a:lnTo>
                <a:lnTo>
                  <a:pt x="1274960" y="53537"/>
                </a:lnTo>
                <a:lnTo>
                  <a:pt x="1275488" y="53777"/>
                </a:lnTo>
                <a:lnTo>
                  <a:pt x="1276009" y="54036"/>
                </a:lnTo>
                <a:lnTo>
                  <a:pt x="1276521" y="54315"/>
                </a:lnTo>
                <a:lnTo>
                  <a:pt x="1277026" y="54613"/>
                </a:lnTo>
                <a:lnTo>
                  <a:pt x="1277523" y="54930"/>
                </a:lnTo>
                <a:lnTo>
                  <a:pt x="1278012" y="55266"/>
                </a:lnTo>
                <a:lnTo>
                  <a:pt x="1278493" y="55622"/>
                </a:lnTo>
                <a:lnTo>
                  <a:pt x="1278966" y="55996"/>
                </a:lnTo>
                <a:lnTo>
                  <a:pt x="1279431" y="56390"/>
                </a:lnTo>
                <a:lnTo>
                  <a:pt x="1279888" y="56804"/>
                </a:lnTo>
                <a:lnTo>
                  <a:pt x="1280338" y="57236"/>
                </a:lnTo>
                <a:lnTo>
                  <a:pt x="1280779" y="57688"/>
                </a:lnTo>
                <a:lnTo>
                  <a:pt x="1281208" y="58158"/>
                </a:lnTo>
                <a:lnTo>
                  <a:pt x="1281620" y="58645"/>
                </a:lnTo>
                <a:lnTo>
                  <a:pt x="1282014" y="59151"/>
                </a:lnTo>
                <a:lnTo>
                  <a:pt x="1282391" y="59674"/>
                </a:lnTo>
                <a:lnTo>
                  <a:pt x="1282750" y="60215"/>
                </a:lnTo>
                <a:lnTo>
                  <a:pt x="1283093" y="60773"/>
                </a:lnTo>
                <a:lnTo>
                  <a:pt x="1283417" y="61350"/>
                </a:lnTo>
                <a:lnTo>
                  <a:pt x="1283725" y="61944"/>
                </a:lnTo>
                <a:lnTo>
                  <a:pt x="1284015" y="62555"/>
                </a:lnTo>
                <a:lnTo>
                  <a:pt x="1284288" y="63185"/>
                </a:lnTo>
                <a:lnTo>
                  <a:pt x="1284544" y="63832"/>
                </a:lnTo>
                <a:lnTo>
                  <a:pt x="1284782" y="64497"/>
                </a:lnTo>
                <a:lnTo>
                  <a:pt x="1285004" y="65179"/>
                </a:lnTo>
                <a:lnTo>
                  <a:pt x="1285207" y="65879"/>
                </a:lnTo>
                <a:lnTo>
                  <a:pt x="1285394" y="66597"/>
                </a:lnTo>
                <a:lnTo>
                  <a:pt x="1285563" y="67333"/>
                </a:lnTo>
                <a:lnTo>
                  <a:pt x="1285714" y="68086"/>
                </a:lnTo>
                <a:lnTo>
                  <a:pt x="1285849" y="68857"/>
                </a:lnTo>
                <a:lnTo>
                  <a:pt x="1285966" y="69645"/>
                </a:lnTo>
                <a:lnTo>
                  <a:pt x="1286066" y="70452"/>
                </a:lnTo>
                <a:lnTo>
                  <a:pt x="1286148" y="71276"/>
                </a:lnTo>
                <a:lnTo>
                  <a:pt x="1286214" y="72117"/>
                </a:lnTo>
                <a:lnTo>
                  <a:pt x="1286261" y="72977"/>
                </a:lnTo>
                <a:lnTo>
                  <a:pt x="1286292" y="73854"/>
                </a:lnTo>
                <a:lnTo>
                  <a:pt x="1249540" y="73854"/>
                </a:lnTo>
                <a:lnTo>
                  <a:pt x="1249542" y="73026"/>
                </a:lnTo>
                <a:lnTo>
                  <a:pt x="1249562" y="72213"/>
                </a:lnTo>
                <a:lnTo>
                  <a:pt x="1249601" y="71414"/>
                </a:lnTo>
                <a:lnTo>
                  <a:pt x="1249659" y="70630"/>
                </a:lnTo>
                <a:close/>
                <a:moveTo>
                  <a:pt x="1552039" y="101455"/>
                </a:moveTo>
                <a:lnTo>
                  <a:pt x="1551835" y="101965"/>
                </a:lnTo>
                <a:lnTo>
                  <a:pt x="1551624" y="102461"/>
                </a:lnTo>
                <a:lnTo>
                  <a:pt x="1551406" y="102945"/>
                </a:lnTo>
                <a:lnTo>
                  <a:pt x="1551181" y="103414"/>
                </a:lnTo>
                <a:lnTo>
                  <a:pt x="1550950" y="103871"/>
                </a:lnTo>
                <a:lnTo>
                  <a:pt x="1550712" y="104314"/>
                </a:lnTo>
                <a:lnTo>
                  <a:pt x="1550467" y="104743"/>
                </a:lnTo>
                <a:lnTo>
                  <a:pt x="1550216" y="105159"/>
                </a:lnTo>
                <a:lnTo>
                  <a:pt x="1549958" y="105562"/>
                </a:lnTo>
                <a:lnTo>
                  <a:pt x="1549694" y="105952"/>
                </a:lnTo>
                <a:lnTo>
                  <a:pt x="1549422" y="106328"/>
                </a:lnTo>
                <a:lnTo>
                  <a:pt x="1549144" y="106691"/>
                </a:lnTo>
                <a:lnTo>
                  <a:pt x="1548860" y="107040"/>
                </a:lnTo>
                <a:lnTo>
                  <a:pt x="1548568" y="107376"/>
                </a:lnTo>
                <a:lnTo>
                  <a:pt x="1548270" y="107699"/>
                </a:lnTo>
                <a:lnTo>
                  <a:pt x="1547965" y="108008"/>
                </a:lnTo>
                <a:lnTo>
                  <a:pt x="1547654" y="108304"/>
                </a:lnTo>
                <a:lnTo>
                  <a:pt x="1547336" y="108587"/>
                </a:lnTo>
                <a:lnTo>
                  <a:pt x="1547011" y="108856"/>
                </a:lnTo>
                <a:lnTo>
                  <a:pt x="1546680" y="109113"/>
                </a:lnTo>
                <a:lnTo>
                  <a:pt x="1546342" y="109359"/>
                </a:lnTo>
                <a:lnTo>
                  <a:pt x="1545998" y="109594"/>
                </a:lnTo>
                <a:lnTo>
                  <a:pt x="1545647" y="109819"/>
                </a:lnTo>
                <a:lnTo>
                  <a:pt x="1545291" y="110032"/>
                </a:lnTo>
                <a:lnTo>
                  <a:pt x="1544927" y="110234"/>
                </a:lnTo>
                <a:lnTo>
                  <a:pt x="1544558" y="110426"/>
                </a:lnTo>
                <a:lnTo>
                  <a:pt x="1544182" y="110606"/>
                </a:lnTo>
                <a:lnTo>
                  <a:pt x="1543799" y="110776"/>
                </a:lnTo>
                <a:lnTo>
                  <a:pt x="1543411" y="110934"/>
                </a:lnTo>
                <a:lnTo>
                  <a:pt x="1543015" y="111082"/>
                </a:lnTo>
                <a:lnTo>
                  <a:pt x="1542614" y="111219"/>
                </a:lnTo>
                <a:lnTo>
                  <a:pt x="1542206" y="111344"/>
                </a:lnTo>
                <a:lnTo>
                  <a:pt x="1541792" y="111459"/>
                </a:lnTo>
                <a:lnTo>
                  <a:pt x="1541371" y="111563"/>
                </a:lnTo>
                <a:lnTo>
                  <a:pt x="1540944" y="111656"/>
                </a:lnTo>
                <a:lnTo>
                  <a:pt x="1540511" y="111738"/>
                </a:lnTo>
                <a:lnTo>
                  <a:pt x="1540071" y="111809"/>
                </a:lnTo>
                <a:lnTo>
                  <a:pt x="1539625" y="111869"/>
                </a:lnTo>
                <a:lnTo>
                  <a:pt x="1539172" y="111919"/>
                </a:lnTo>
                <a:lnTo>
                  <a:pt x="1538713" y="111957"/>
                </a:lnTo>
                <a:lnTo>
                  <a:pt x="1538248" y="111984"/>
                </a:lnTo>
                <a:lnTo>
                  <a:pt x="1537776" y="112001"/>
                </a:lnTo>
                <a:lnTo>
                  <a:pt x="1537298" y="112006"/>
                </a:lnTo>
                <a:lnTo>
                  <a:pt x="1536596" y="111996"/>
                </a:lnTo>
                <a:lnTo>
                  <a:pt x="1535903" y="111964"/>
                </a:lnTo>
                <a:lnTo>
                  <a:pt x="1535220" y="111911"/>
                </a:lnTo>
                <a:lnTo>
                  <a:pt x="1534546" y="111837"/>
                </a:lnTo>
                <a:lnTo>
                  <a:pt x="1533883" y="111742"/>
                </a:lnTo>
                <a:lnTo>
                  <a:pt x="1533229" y="111626"/>
                </a:lnTo>
                <a:lnTo>
                  <a:pt x="1532585" y="111489"/>
                </a:lnTo>
                <a:lnTo>
                  <a:pt x="1531950" y="111330"/>
                </a:lnTo>
                <a:lnTo>
                  <a:pt x="1531326" y="111151"/>
                </a:lnTo>
                <a:lnTo>
                  <a:pt x="1530711" y="110950"/>
                </a:lnTo>
                <a:lnTo>
                  <a:pt x="1530106" y="110729"/>
                </a:lnTo>
                <a:lnTo>
                  <a:pt x="1529510" y="110486"/>
                </a:lnTo>
                <a:lnTo>
                  <a:pt x="1528924" y="110222"/>
                </a:lnTo>
                <a:lnTo>
                  <a:pt x="1528348" y="109937"/>
                </a:lnTo>
                <a:lnTo>
                  <a:pt x="1527782" y="109631"/>
                </a:lnTo>
                <a:lnTo>
                  <a:pt x="1527225" y="109303"/>
                </a:lnTo>
                <a:lnTo>
                  <a:pt x="1526678" y="108955"/>
                </a:lnTo>
                <a:lnTo>
                  <a:pt x="1526141" y="108585"/>
                </a:lnTo>
                <a:lnTo>
                  <a:pt x="1525614" y="108195"/>
                </a:lnTo>
                <a:lnTo>
                  <a:pt x="1525096" y="107783"/>
                </a:lnTo>
                <a:lnTo>
                  <a:pt x="1524588" y="107350"/>
                </a:lnTo>
                <a:lnTo>
                  <a:pt x="1524090" y="106896"/>
                </a:lnTo>
                <a:lnTo>
                  <a:pt x="1523601" y="106421"/>
                </a:lnTo>
                <a:lnTo>
                  <a:pt x="1523122" y="105925"/>
                </a:lnTo>
                <a:lnTo>
                  <a:pt x="1522658" y="105409"/>
                </a:lnTo>
                <a:lnTo>
                  <a:pt x="1522212" y="104877"/>
                </a:lnTo>
                <a:lnTo>
                  <a:pt x="1521785" y="104328"/>
                </a:lnTo>
                <a:lnTo>
                  <a:pt x="1521377" y="103762"/>
                </a:lnTo>
                <a:lnTo>
                  <a:pt x="1520988" y="103180"/>
                </a:lnTo>
                <a:lnTo>
                  <a:pt x="1520617" y="102580"/>
                </a:lnTo>
                <a:lnTo>
                  <a:pt x="1520266" y="101964"/>
                </a:lnTo>
                <a:lnTo>
                  <a:pt x="1519933" y="101331"/>
                </a:lnTo>
                <a:lnTo>
                  <a:pt x="1519619" y="100680"/>
                </a:lnTo>
                <a:lnTo>
                  <a:pt x="1519324" y="100013"/>
                </a:lnTo>
                <a:lnTo>
                  <a:pt x="1519048" y="99330"/>
                </a:lnTo>
                <a:lnTo>
                  <a:pt x="1518791" y="98629"/>
                </a:lnTo>
                <a:lnTo>
                  <a:pt x="1518552" y="97911"/>
                </a:lnTo>
                <a:lnTo>
                  <a:pt x="1518333" y="97177"/>
                </a:lnTo>
                <a:lnTo>
                  <a:pt x="1518132" y="96425"/>
                </a:lnTo>
                <a:lnTo>
                  <a:pt x="1517950" y="95657"/>
                </a:lnTo>
                <a:lnTo>
                  <a:pt x="1517787" y="94872"/>
                </a:lnTo>
                <a:lnTo>
                  <a:pt x="1517642" y="94070"/>
                </a:lnTo>
                <a:lnTo>
                  <a:pt x="1517517" y="93252"/>
                </a:lnTo>
                <a:lnTo>
                  <a:pt x="1517410" y="92416"/>
                </a:lnTo>
                <a:lnTo>
                  <a:pt x="1517322" y="91564"/>
                </a:lnTo>
                <a:lnTo>
                  <a:pt x="1517253" y="90694"/>
                </a:lnTo>
                <a:lnTo>
                  <a:pt x="1517203" y="89808"/>
                </a:lnTo>
                <a:lnTo>
                  <a:pt x="1517172" y="88905"/>
                </a:lnTo>
                <a:lnTo>
                  <a:pt x="1578775" y="88905"/>
                </a:lnTo>
                <a:lnTo>
                  <a:pt x="1578797" y="86575"/>
                </a:lnTo>
                <a:lnTo>
                  <a:pt x="1578776" y="84295"/>
                </a:lnTo>
                <a:lnTo>
                  <a:pt x="1578711" y="82067"/>
                </a:lnTo>
                <a:lnTo>
                  <a:pt x="1578603" y="79888"/>
                </a:lnTo>
                <a:lnTo>
                  <a:pt x="1578451" y="77761"/>
                </a:lnTo>
                <a:lnTo>
                  <a:pt x="1578256" y="75683"/>
                </a:lnTo>
                <a:lnTo>
                  <a:pt x="1578017" y="73657"/>
                </a:lnTo>
                <a:lnTo>
                  <a:pt x="1577735" y="71681"/>
                </a:lnTo>
                <a:lnTo>
                  <a:pt x="1577409" y="69756"/>
                </a:lnTo>
                <a:lnTo>
                  <a:pt x="1577040" y="67881"/>
                </a:lnTo>
                <a:lnTo>
                  <a:pt x="1576628" y="66057"/>
                </a:lnTo>
                <a:lnTo>
                  <a:pt x="1576172" y="64283"/>
                </a:lnTo>
                <a:lnTo>
                  <a:pt x="1575673" y="62560"/>
                </a:lnTo>
                <a:lnTo>
                  <a:pt x="1575130" y="60888"/>
                </a:lnTo>
                <a:lnTo>
                  <a:pt x="1574544" y="59266"/>
                </a:lnTo>
                <a:lnTo>
                  <a:pt x="1573914" y="57695"/>
                </a:lnTo>
                <a:lnTo>
                  <a:pt x="1573241" y="56174"/>
                </a:lnTo>
                <a:lnTo>
                  <a:pt x="1572524" y="54704"/>
                </a:lnTo>
                <a:lnTo>
                  <a:pt x="1571764" y="53285"/>
                </a:lnTo>
                <a:lnTo>
                  <a:pt x="1570961" y="51916"/>
                </a:lnTo>
                <a:lnTo>
                  <a:pt x="1570114" y="50598"/>
                </a:lnTo>
                <a:lnTo>
                  <a:pt x="1569223" y="49330"/>
                </a:lnTo>
                <a:lnTo>
                  <a:pt x="1568289" y="48113"/>
                </a:lnTo>
                <a:lnTo>
                  <a:pt x="1567312" y="46946"/>
                </a:lnTo>
                <a:lnTo>
                  <a:pt x="1566298" y="45829"/>
                </a:lnTo>
                <a:lnTo>
                  <a:pt x="1565253" y="44759"/>
                </a:lnTo>
                <a:lnTo>
                  <a:pt x="1564178" y="43737"/>
                </a:lnTo>
                <a:lnTo>
                  <a:pt x="1563073" y="42762"/>
                </a:lnTo>
                <a:lnTo>
                  <a:pt x="1561937" y="41835"/>
                </a:lnTo>
                <a:lnTo>
                  <a:pt x="1560771" y="40955"/>
                </a:lnTo>
                <a:lnTo>
                  <a:pt x="1559575" y="40123"/>
                </a:lnTo>
                <a:lnTo>
                  <a:pt x="1558348" y="39338"/>
                </a:lnTo>
                <a:lnTo>
                  <a:pt x="1557091" y="38601"/>
                </a:lnTo>
                <a:lnTo>
                  <a:pt x="1555803" y="37912"/>
                </a:lnTo>
                <a:lnTo>
                  <a:pt x="1554485" y="37270"/>
                </a:lnTo>
                <a:lnTo>
                  <a:pt x="1553136" y="36675"/>
                </a:lnTo>
                <a:lnTo>
                  <a:pt x="1551758" y="36129"/>
                </a:lnTo>
                <a:lnTo>
                  <a:pt x="1550348" y="35629"/>
                </a:lnTo>
                <a:lnTo>
                  <a:pt x="1548909" y="35178"/>
                </a:lnTo>
                <a:lnTo>
                  <a:pt x="1547439" y="34773"/>
                </a:lnTo>
                <a:lnTo>
                  <a:pt x="1545939" y="34417"/>
                </a:lnTo>
                <a:lnTo>
                  <a:pt x="1544408" y="34108"/>
                </a:lnTo>
                <a:lnTo>
                  <a:pt x="1542847" y="33846"/>
                </a:lnTo>
                <a:lnTo>
                  <a:pt x="1541255" y="33632"/>
                </a:lnTo>
                <a:lnTo>
                  <a:pt x="1539633" y="33466"/>
                </a:lnTo>
                <a:lnTo>
                  <a:pt x="1537981" y="33347"/>
                </a:lnTo>
                <a:lnTo>
                  <a:pt x="1536298" y="33276"/>
                </a:lnTo>
                <a:lnTo>
                  <a:pt x="1534585" y="33252"/>
                </a:lnTo>
                <a:lnTo>
                  <a:pt x="1533058" y="33275"/>
                </a:lnTo>
                <a:lnTo>
                  <a:pt x="1531552" y="33343"/>
                </a:lnTo>
                <a:lnTo>
                  <a:pt x="1530069" y="33456"/>
                </a:lnTo>
                <a:lnTo>
                  <a:pt x="1528608" y="33615"/>
                </a:lnTo>
                <a:lnTo>
                  <a:pt x="1527169" y="33820"/>
                </a:lnTo>
                <a:lnTo>
                  <a:pt x="1525753" y="34069"/>
                </a:lnTo>
                <a:lnTo>
                  <a:pt x="1524358" y="34365"/>
                </a:lnTo>
                <a:lnTo>
                  <a:pt x="1522986" y="34705"/>
                </a:lnTo>
                <a:lnTo>
                  <a:pt x="1521636" y="35091"/>
                </a:lnTo>
                <a:lnTo>
                  <a:pt x="1520308" y="35523"/>
                </a:lnTo>
                <a:lnTo>
                  <a:pt x="1519002" y="36000"/>
                </a:lnTo>
                <a:lnTo>
                  <a:pt x="1517719" y="36522"/>
                </a:lnTo>
                <a:lnTo>
                  <a:pt x="1516457" y="37090"/>
                </a:lnTo>
                <a:lnTo>
                  <a:pt x="1515218" y="37703"/>
                </a:lnTo>
                <a:lnTo>
                  <a:pt x="1514001" y="38362"/>
                </a:lnTo>
                <a:lnTo>
                  <a:pt x="1512806" y="39066"/>
                </a:lnTo>
                <a:lnTo>
                  <a:pt x="1511634" y="39816"/>
                </a:lnTo>
                <a:lnTo>
                  <a:pt x="1510483" y="40610"/>
                </a:lnTo>
                <a:lnTo>
                  <a:pt x="1509355" y="41451"/>
                </a:lnTo>
                <a:lnTo>
                  <a:pt x="1508249" y="42337"/>
                </a:lnTo>
                <a:lnTo>
                  <a:pt x="1507165" y="43268"/>
                </a:lnTo>
                <a:lnTo>
                  <a:pt x="1506103" y="44244"/>
                </a:lnTo>
                <a:lnTo>
                  <a:pt x="1505064" y="45266"/>
                </a:lnTo>
                <a:lnTo>
                  <a:pt x="1504046" y="46334"/>
                </a:lnTo>
                <a:lnTo>
                  <a:pt x="1503061" y="47441"/>
                </a:lnTo>
                <a:lnTo>
                  <a:pt x="1502117" y="48584"/>
                </a:lnTo>
                <a:lnTo>
                  <a:pt x="1501216" y="49761"/>
                </a:lnTo>
                <a:lnTo>
                  <a:pt x="1500356" y="50973"/>
                </a:lnTo>
                <a:lnTo>
                  <a:pt x="1499539" y="52219"/>
                </a:lnTo>
                <a:lnTo>
                  <a:pt x="1498763" y="53501"/>
                </a:lnTo>
                <a:lnTo>
                  <a:pt x="1498029" y="54817"/>
                </a:lnTo>
                <a:lnTo>
                  <a:pt x="1497337" y="56168"/>
                </a:lnTo>
                <a:lnTo>
                  <a:pt x="1496688" y="57554"/>
                </a:lnTo>
                <a:lnTo>
                  <a:pt x="1496080" y="58975"/>
                </a:lnTo>
                <a:lnTo>
                  <a:pt x="1495514" y="60430"/>
                </a:lnTo>
                <a:lnTo>
                  <a:pt x="1494989" y="61921"/>
                </a:lnTo>
                <a:lnTo>
                  <a:pt x="1494507" y="63446"/>
                </a:lnTo>
                <a:lnTo>
                  <a:pt x="1494067" y="65005"/>
                </a:lnTo>
                <a:lnTo>
                  <a:pt x="1493669" y="66600"/>
                </a:lnTo>
                <a:lnTo>
                  <a:pt x="1493312" y="68229"/>
                </a:lnTo>
                <a:lnTo>
                  <a:pt x="1492998" y="69894"/>
                </a:lnTo>
                <a:lnTo>
                  <a:pt x="1492725" y="71593"/>
                </a:lnTo>
                <a:lnTo>
                  <a:pt x="1492495" y="73326"/>
                </a:lnTo>
                <a:lnTo>
                  <a:pt x="1492306" y="75095"/>
                </a:lnTo>
                <a:lnTo>
                  <a:pt x="1492159" y="76898"/>
                </a:lnTo>
                <a:lnTo>
                  <a:pt x="1492054" y="78736"/>
                </a:lnTo>
                <a:lnTo>
                  <a:pt x="1491991" y="80609"/>
                </a:lnTo>
                <a:lnTo>
                  <a:pt x="1491971" y="82517"/>
                </a:lnTo>
                <a:lnTo>
                  <a:pt x="1491986" y="84117"/>
                </a:lnTo>
                <a:lnTo>
                  <a:pt x="1492034" y="85694"/>
                </a:lnTo>
                <a:lnTo>
                  <a:pt x="1492114" y="87248"/>
                </a:lnTo>
                <a:lnTo>
                  <a:pt x="1492226" y="88778"/>
                </a:lnTo>
                <a:lnTo>
                  <a:pt x="1492369" y="90286"/>
                </a:lnTo>
                <a:lnTo>
                  <a:pt x="1492545" y="91771"/>
                </a:lnTo>
                <a:lnTo>
                  <a:pt x="1492752" y="93232"/>
                </a:lnTo>
                <a:lnTo>
                  <a:pt x="1492991" y="94670"/>
                </a:lnTo>
                <a:lnTo>
                  <a:pt x="1493263" y="96086"/>
                </a:lnTo>
                <a:lnTo>
                  <a:pt x="1493566" y="97478"/>
                </a:lnTo>
                <a:lnTo>
                  <a:pt x="1493901" y="98847"/>
                </a:lnTo>
                <a:lnTo>
                  <a:pt x="1494268" y="100193"/>
                </a:lnTo>
                <a:lnTo>
                  <a:pt x="1494666" y="101516"/>
                </a:lnTo>
                <a:lnTo>
                  <a:pt x="1495097" y="102816"/>
                </a:lnTo>
                <a:lnTo>
                  <a:pt x="1495560" y="104092"/>
                </a:lnTo>
                <a:lnTo>
                  <a:pt x="1496054" y="105346"/>
                </a:lnTo>
                <a:lnTo>
                  <a:pt x="1496580" y="106577"/>
                </a:lnTo>
                <a:lnTo>
                  <a:pt x="1497139" y="107784"/>
                </a:lnTo>
                <a:lnTo>
                  <a:pt x="1497729" y="108968"/>
                </a:lnTo>
                <a:lnTo>
                  <a:pt x="1498351" y="110130"/>
                </a:lnTo>
                <a:lnTo>
                  <a:pt x="1499005" y="111268"/>
                </a:lnTo>
                <a:lnTo>
                  <a:pt x="1499691" y="112383"/>
                </a:lnTo>
                <a:lnTo>
                  <a:pt x="1500409" y="113475"/>
                </a:lnTo>
                <a:lnTo>
                  <a:pt x="1501159" y="114544"/>
                </a:lnTo>
                <a:lnTo>
                  <a:pt x="1502150" y="115836"/>
                </a:lnTo>
                <a:lnTo>
                  <a:pt x="1503186" y="117074"/>
                </a:lnTo>
                <a:lnTo>
                  <a:pt x="1504265" y="118256"/>
                </a:lnTo>
                <a:lnTo>
                  <a:pt x="1505388" y="119383"/>
                </a:lnTo>
                <a:lnTo>
                  <a:pt x="1506555" y="120456"/>
                </a:lnTo>
                <a:lnTo>
                  <a:pt x="1507765" y="121473"/>
                </a:lnTo>
                <a:lnTo>
                  <a:pt x="1509019" y="122435"/>
                </a:lnTo>
                <a:lnTo>
                  <a:pt x="1510317" y="123343"/>
                </a:lnTo>
                <a:lnTo>
                  <a:pt x="1511659" y="124195"/>
                </a:lnTo>
                <a:lnTo>
                  <a:pt x="1513045" y="124993"/>
                </a:lnTo>
                <a:lnTo>
                  <a:pt x="1514474" y="125735"/>
                </a:lnTo>
                <a:lnTo>
                  <a:pt x="1515947" y="126423"/>
                </a:lnTo>
                <a:lnTo>
                  <a:pt x="1517464" y="127055"/>
                </a:lnTo>
                <a:lnTo>
                  <a:pt x="1519024" y="127632"/>
                </a:lnTo>
                <a:lnTo>
                  <a:pt x="1520628" y="128155"/>
                </a:lnTo>
                <a:lnTo>
                  <a:pt x="1522276" y="128622"/>
                </a:lnTo>
                <a:lnTo>
                  <a:pt x="1523968" y="129035"/>
                </a:lnTo>
                <a:lnTo>
                  <a:pt x="1525704" y="129392"/>
                </a:lnTo>
                <a:lnTo>
                  <a:pt x="1527483" y="129695"/>
                </a:lnTo>
                <a:lnTo>
                  <a:pt x="1529306" y="129942"/>
                </a:lnTo>
                <a:lnTo>
                  <a:pt x="1531173" y="130135"/>
                </a:lnTo>
                <a:lnTo>
                  <a:pt x="1533083" y="130272"/>
                </a:lnTo>
                <a:lnTo>
                  <a:pt x="1535037" y="130355"/>
                </a:lnTo>
                <a:lnTo>
                  <a:pt x="1537035" y="130382"/>
                </a:lnTo>
                <a:lnTo>
                  <a:pt x="1538303" y="130370"/>
                </a:lnTo>
                <a:lnTo>
                  <a:pt x="1539552" y="130333"/>
                </a:lnTo>
                <a:lnTo>
                  <a:pt x="1540784" y="130272"/>
                </a:lnTo>
                <a:lnTo>
                  <a:pt x="1541998" y="130187"/>
                </a:lnTo>
                <a:lnTo>
                  <a:pt x="1543194" y="130077"/>
                </a:lnTo>
                <a:lnTo>
                  <a:pt x="1544372" y="129943"/>
                </a:lnTo>
                <a:lnTo>
                  <a:pt x="1545533" y="129785"/>
                </a:lnTo>
                <a:lnTo>
                  <a:pt x="1546676" y="129602"/>
                </a:lnTo>
                <a:lnTo>
                  <a:pt x="1547801" y="129395"/>
                </a:lnTo>
                <a:lnTo>
                  <a:pt x="1548908" y="129163"/>
                </a:lnTo>
                <a:lnTo>
                  <a:pt x="1549997" y="128907"/>
                </a:lnTo>
                <a:lnTo>
                  <a:pt x="1551069" y="128627"/>
                </a:lnTo>
                <a:lnTo>
                  <a:pt x="1552123" y="128322"/>
                </a:lnTo>
                <a:lnTo>
                  <a:pt x="1553159" y="127993"/>
                </a:lnTo>
                <a:lnTo>
                  <a:pt x="1554178" y="127639"/>
                </a:lnTo>
                <a:lnTo>
                  <a:pt x="1555178" y="127261"/>
                </a:lnTo>
                <a:lnTo>
                  <a:pt x="1556161" y="126859"/>
                </a:lnTo>
                <a:lnTo>
                  <a:pt x="1557126" y="126432"/>
                </a:lnTo>
                <a:lnTo>
                  <a:pt x="1558073" y="125981"/>
                </a:lnTo>
                <a:lnTo>
                  <a:pt x="1559003" y="125506"/>
                </a:lnTo>
                <a:lnTo>
                  <a:pt x="1559915" y="125006"/>
                </a:lnTo>
                <a:lnTo>
                  <a:pt x="1560809" y="124481"/>
                </a:lnTo>
                <a:lnTo>
                  <a:pt x="1561685" y="123933"/>
                </a:lnTo>
                <a:lnTo>
                  <a:pt x="1562543" y="123360"/>
                </a:lnTo>
                <a:lnTo>
                  <a:pt x="1563383" y="122764"/>
                </a:lnTo>
                <a:lnTo>
                  <a:pt x="1564204" y="122145"/>
                </a:lnTo>
                <a:lnTo>
                  <a:pt x="1565006" y="121504"/>
                </a:lnTo>
                <a:lnTo>
                  <a:pt x="1565789" y="120841"/>
                </a:lnTo>
                <a:lnTo>
                  <a:pt x="1566553" y="120156"/>
                </a:lnTo>
                <a:lnTo>
                  <a:pt x="1567298" y="119448"/>
                </a:lnTo>
                <a:lnTo>
                  <a:pt x="1568025" y="118718"/>
                </a:lnTo>
                <a:lnTo>
                  <a:pt x="1568732" y="117966"/>
                </a:lnTo>
                <a:lnTo>
                  <a:pt x="1569420" y="117192"/>
                </a:lnTo>
                <a:lnTo>
                  <a:pt x="1570089" y="116395"/>
                </a:lnTo>
                <a:lnTo>
                  <a:pt x="1570739" y="115576"/>
                </a:lnTo>
                <a:lnTo>
                  <a:pt x="1571370" y="114735"/>
                </a:lnTo>
                <a:lnTo>
                  <a:pt x="1571982" y="113872"/>
                </a:lnTo>
                <a:lnTo>
                  <a:pt x="1572576" y="112986"/>
                </a:lnTo>
                <a:lnTo>
                  <a:pt x="1573150" y="112078"/>
                </a:lnTo>
                <a:lnTo>
                  <a:pt x="1573705" y="111148"/>
                </a:lnTo>
                <a:lnTo>
                  <a:pt x="1574241" y="110196"/>
                </a:lnTo>
                <a:lnTo>
                  <a:pt x="1574758" y="109221"/>
                </a:lnTo>
                <a:lnTo>
                  <a:pt x="1575256" y="108224"/>
                </a:lnTo>
                <a:lnTo>
                  <a:pt x="1575736" y="107205"/>
                </a:lnTo>
                <a:lnTo>
                  <a:pt x="1576196" y="106163"/>
                </a:lnTo>
                <a:lnTo>
                  <a:pt x="1576637" y="105100"/>
                </a:lnTo>
                <a:lnTo>
                  <a:pt x="1577059" y="104014"/>
                </a:lnTo>
                <a:lnTo>
                  <a:pt x="1577463" y="102906"/>
                </a:lnTo>
                <a:lnTo>
                  <a:pt x="1552961" y="98705"/>
                </a:lnTo>
                <a:lnTo>
                  <a:pt x="1552790" y="99282"/>
                </a:lnTo>
                <a:lnTo>
                  <a:pt x="1552613" y="99845"/>
                </a:lnTo>
                <a:lnTo>
                  <a:pt x="1552428" y="100395"/>
                </a:lnTo>
                <a:lnTo>
                  <a:pt x="1552237" y="100932"/>
                </a:lnTo>
                <a:lnTo>
                  <a:pt x="1552039" y="101455"/>
                </a:lnTo>
                <a:close/>
                <a:moveTo>
                  <a:pt x="1517729" y="70630"/>
                </a:moveTo>
                <a:lnTo>
                  <a:pt x="1517805" y="69860"/>
                </a:lnTo>
                <a:lnTo>
                  <a:pt x="1517899" y="69104"/>
                </a:lnTo>
                <a:lnTo>
                  <a:pt x="1518012" y="68364"/>
                </a:lnTo>
                <a:lnTo>
                  <a:pt x="1518144" y="67637"/>
                </a:lnTo>
                <a:lnTo>
                  <a:pt x="1518294" y="66925"/>
                </a:lnTo>
                <a:lnTo>
                  <a:pt x="1518463" y="66228"/>
                </a:lnTo>
                <a:lnTo>
                  <a:pt x="1518651" y="65545"/>
                </a:lnTo>
                <a:lnTo>
                  <a:pt x="1518856" y="64877"/>
                </a:lnTo>
                <a:lnTo>
                  <a:pt x="1519081" y="64224"/>
                </a:lnTo>
                <a:lnTo>
                  <a:pt x="1519324" y="63584"/>
                </a:lnTo>
                <a:lnTo>
                  <a:pt x="1519585" y="62960"/>
                </a:lnTo>
                <a:lnTo>
                  <a:pt x="1519865" y="62350"/>
                </a:lnTo>
                <a:lnTo>
                  <a:pt x="1520164" y="61754"/>
                </a:lnTo>
                <a:lnTo>
                  <a:pt x="1520481" y="61173"/>
                </a:lnTo>
                <a:lnTo>
                  <a:pt x="1520816" y="60606"/>
                </a:lnTo>
                <a:lnTo>
                  <a:pt x="1521170" y="60054"/>
                </a:lnTo>
                <a:lnTo>
                  <a:pt x="1521543" y="59517"/>
                </a:lnTo>
                <a:lnTo>
                  <a:pt x="1521934" y="58994"/>
                </a:lnTo>
                <a:lnTo>
                  <a:pt x="1522344" y="58485"/>
                </a:lnTo>
                <a:lnTo>
                  <a:pt x="1522772" y="57991"/>
                </a:lnTo>
                <a:lnTo>
                  <a:pt x="1523215" y="57515"/>
                </a:lnTo>
                <a:lnTo>
                  <a:pt x="1523667" y="57059"/>
                </a:lnTo>
                <a:lnTo>
                  <a:pt x="1524129" y="56623"/>
                </a:lnTo>
                <a:lnTo>
                  <a:pt x="1524600" y="56207"/>
                </a:lnTo>
                <a:lnTo>
                  <a:pt x="1525081" y="55812"/>
                </a:lnTo>
                <a:lnTo>
                  <a:pt x="1525572" y="55437"/>
                </a:lnTo>
                <a:lnTo>
                  <a:pt x="1526073" y="55082"/>
                </a:lnTo>
                <a:lnTo>
                  <a:pt x="1526584" y="54748"/>
                </a:lnTo>
                <a:lnTo>
                  <a:pt x="1527104" y="54433"/>
                </a:lnTo>
                <a:lnTo>
                  <a:pt x="1527634" y="54139"/>
                </a:lnTo>
                <a:lnTo>
                  <a:pt x="1528173" y="53866"/>
                </a:lnTo>
                <a:lnTo>
                  <a:pt x="1528723" y="53612"/>
                </a:lnTo>
                <a:lnTo>
                  <a:pt x="1529282" y="53379"/>
                </a:lnTo>
                <a:lnTo>
                  <a:pt x="1529850" y="53166"/>
                </a:lnTo>
                <a:lnTo>
                  <a:pt x="1530429" y="52974"/>
                </a:lnTo>
                <a:lnTo>
                  <a:pt x="1531017" y="52802"/>
                </a:lnTo>
                <a:lnTo>
                  <a:pt x="1531615" y="52650"/>
                </a:lnTo>
                <a:lnTo>
                  <a:pt x="1532223" y="52518"/>
                </a:lnTo>
                <a:lnTo>
                  <a:pt x="1532840" y="52406"/>
                </a:lnTo>
                <a:lnTo>
                  <a:pt x="1533467" y="52315"/>
                </a:lnTo>
                <a:lnTo>
                  <a:pt x="1534104" y="52244"/>
                </a:lnTo>
                <a:lnTo>
                  <a:pt x="1534751" y="52193"/>
                </a:lnTo>
                <a:lnTo>
                  <a:pt x="1535407" y="52163"/>
                </a:lnTo>
                <a:lnTo>
                  <a:pt x="1536073" y="52153"/>
                </a:lnTo>
                <a:lnTo>
                  <a:pt x="1536696" y="52162"/>
                </a:lnTo>
                <a:lnTo>
                  <a:pt x="1537311" y="52191"/>
                </a:lnTo>
                <a:lnTo>
                  <a:pt x="1537919" y="52239"/>
                </a:lnTo>
                <a:lnTo>
                  <a:pt x="1538518" y="52307"/>
                </a:lnTo>
                <a:lnTo>
                  <a:pt x="1539110" y="52393"/>
                </a:lnTo>
                <a:lnTo>
                  <a:pt x="1539693" y="52499"/>
                </a:lnTo>
                <a:lnTo>
                  <a:pt x="1540269" y="52624"/>
                </a:lnTo>
                <a:lnTo>
                  <a:pt x="1540837" y="52768"/>
                </a:lnTo>
                <a:lnTo>
                  <a:pt x="1541397" y="52931"/>
                </a:lnTo>
                <a:lnTo>
                  <a:pt x="1541949" y="53114"/>
                </a:lnTo>
                <a:lnTo>
                  <a:pt x="1542493" y="53316"/>
                </a:lnTo>
                <a:lnTo>
                  <a:pt x="1543030" y="53537"/>
                </a:lnTo>
                <a:lnTo>
                  <a:pt x="1543558" y="53777"/>
                </a:lnTo>
                <a:lnTo>
                  <a:pt x="1544078" y="54036"/>
                </a:lnTo>
                <a:lnTo>
                  <a:pt x="1544591" y="54315"/>
                </a:lnTo>
                <a:lnTo>
                  <a:pt x="1545096" y="54613"/>
                </a:lnTo>
                <a:lnTo>
                  <a:pt x="1545592" y="54930"/>
                </a:lnTo>
                <a:lnTo>
                  <a:pt x="1546081" y="55266"/>
                </a:lnTo>
                <a:lnTo>
                  <a:pt x="1546562" y="55622"/>
                </a:lnTo>
                <a:lnTo>
                  <a:pt x="1547035" y="55996"/>
                </a:lnTo>
                <a:lnTo>
                  <a:pt x="1547501" y="56390"/>
                </a:lnTo>
                <a:lnTo>
                  <a:pt x="1547958" y="56804"/>
                </a:lnTo>
                <a:lnTo>
                  <a:pt x="1548407" y="57236"/>
                </a:lnTo>
                <a:lnTo>
                  <a:pt x="1548849" y="57688"/>
                </a:lnTo>
                <a:lnTo>
                  <a:pt x="1549278" y="58158"/>
                </a:lnTo>
                <a:lnTo>
                  <a:pt x="1549689" y="58645"/>
                </a:lnTo>
                <a:lnTo>
                  <a:pt x="1550083" y="59151"/>
                </a:lnTo>
                <a:lnTo>
                  <a:pt x="1550460" y="59674"/>
                </a:lnTo>
                <a:lnTo>
                  <a:pt x="1550820" y="60215"/>
                </a:lnTo>
                <a:lnTo>
                  <a:pt x="1551162" y="60773"/>
                </a:lnTo>
                <a:lnTo>
                  <a:pt x="1551487" y="61350"/>
                </a:lnTo>
                <a:lnTo>
                  <a:pt x="1551795" y="61944"/>
                </a:lnTo>
                <a:lnTo>
                  <a:pt x="1552085" y="62555"/>
                </a:lnTo>
                <a:lnTo>
                  <a:pt x="1552358" y="63185"/>
                </a:lnTo>
                <a:lnTo>
                  <a:pt x="1552614" y="63832"/>
                </a:lnTo>
                <a:lnTo>
                  <a:pt x="1552852" y="64497"/>
                </a:lnTo>
                <a:lnTo>
                  <a:pt x="1553073" y="65179"/>
                </a:lnTo>
                <a:lnTo>
                  <a:pt x="1553277" y="65879"/>
                </a:lnTo>
                <a:lnTo>
                  <a:pt x="1553463" y="66597"/>
                </a:lnTo>
                <a:lnTo>
                  <a:pt x="1553632" y="67333"/>
                </a:lnTo>
                <a:lnTo>
                  <a:pt x="1553784" y="68086"/>
                </a:lnTo>
                <a:lnTo>
                  <a:pt x="1553918" y="68857"/>
                </a:lnTo>
                <a:lnTo>
                  <a:pt x="1554036" y="69645"/>
                </a:lnTo>
                <a:lnTo>
                  <a:pt x="1554135" y="70452"/>
                </a:lnTo>
                <a:lnTo>
                  <a:pt x="1554218" y="71276"/>
                </a:lnTo>
                <a:lnTo>
                  <a:pt x="1554283" y="72117"/>
                </a:lnTo>
                <a:lnTo>
                  <a:pt x="1554331" y="72977"/>
                </a:lnTo>
                <a:lnTo>
                  <a:pt x="1554361" y="73854"/>
                </a:lnTo>
                <a:lnTo>
                  <a:pt x="1517609" y="73854"/>
                </a:lnTo>
                <a:lnTo>
                  <a:pt x="1517611" y="73026"/>
                </a:lnTo>
                <a:lnTo>
                  <a:pt x="1517632" y="72213"/>
                </a:lnTo>
                <a:lnTo>
                  <a:pt x="1517671" y="71414"/>
                </a:lnTo>
                <a:lnTo>
                  <a:pt x="1517729" y="70630"/>
                </a:lnTo>
                <a:close/>
                <a:moveTo>
                  <a:pt x="833081" y="128282"/>
                </a:moveTo>
                <a:lnTo>
                  <a:pt x="857670" y="128282"/>
                </a:lnTo>
                <a:lnTo>
                  <a:pt x="857670" y="35352"/>
                </a:lnTo>
                <a:lnTo>
                  <a:pt x="833081" y="35352"/>
                </a:lnTo>
                <a:lnTo>
                  <a:pt x="833081" y="128282"/>
                </a:lnTo>
                <a:close/>
                <a:moveTo>
                  <a:pt x="924646" y="83108"/>
                </a:moveTo>
                <a:lnTo>
                  <a:pt x="924530" y="83436"/>
                </a:lnTo>
                <a:lnTo>
                  <a:pt x="924415" y="83764"/>
                </a:lnTo>
                <a:lnTo>
                  <a:pt x="924300" y="84092"/>
                </a:lnTo>
                <a:lnTo>
                  <a:pt x="924186" y="84420"/>
                </a:lnTo>
                <a:lnTo>
                  <a:pt x="924073" y="84748"/>
                </a:lnTo>
                <a:lnTo>
                  <a:pt x="923960" y="85077"/>
                </a:lnTo>
                <a:lnTo>
                  <a:pt x="923848" y="85405"/>
                </a:lnTo>
                <a:lnTo>
                  <a:pt x="923737" y="85733"/>
                </a:lnTo>
                <a:lnTo>
                  <a:pt x="923626" y="86061"/>
                </a:lnTo>
                <a:lnTo>
                  <a:pt x="923515" y="86389"/>
                </a:lnTo>
                <a:lnTo>
                  <a:pt x="923406" y="86717"/>
                </a:lnTo>
                <a:lnTo>
                  <a:pt x="923297" y="87045"/>
                </a:lnTo>
                <a:lnTo>
                  <a:pt x="923188" y="87374"/>
                </a:lnTo>
                <a:lnTo>
                  <a:pt x="923080" y="87702"/>
                </a:lnTo>
                <a:lnTo>
                  <a:pt x="922973" y="88030"/>
                </a:lnTo>
                <a:lnTo>
                  <a:pt x="922866" y="88358"/>
                </a:lnTo>
                <a:lnTo>
                  <a:pt x="922760" y="88686"/>
                </a:lnTo>
                <a:lnTo>
                  <a:pt x="922655" y="89014"/>
                </a:lnTo>
                <a:lnTo>
                  <a:pt x="922550" y="89342"/>
                </a:lnTo>
                <a:lnTo>
                  <a:pt x="922446" y="89671"/>
                </a:lnTo>
                <a:lnTo>
                  <a:pt x="922342" y="89999"/>
                </a:lnTo>
                <a:lnTo>
                  <a:pt x="922239" y="90327"/>
                </a:lnTo>
                <a:lnTo>
                  <a:pt x="922137" y="90655"/>
                </a:lnTo>
                <a:lnTo>
                  <a:pt x="922091" y="90823"/>
                </a:lnTo>
                <a:lnTo>
                  <a:pt x="922039" y="91004"/>
                </a:lnTo>
                <a:lnTo>
                  <a:pt x="921982" y="91201"/>
                </a:lnTo>
                <a:lnTo>
                  <a:pt x="921921" y="91411"/>
                </a:lnTo>
                <a:lnTo>
                  <a:pt x="921854" y="91636"/>
                </a:lnTo>
                <a:lnTo>
                  <a:pt x="921781" y="91875"/>
                </a:lnTo>
                <a:lnTo>
                  <a:pt x="921704" y="92128"/>
                </a:lnTo>
                <a:lnTo>
                  <a:pt x="921622" y="92395"/>
                </a:lnTo>
                <a:lnTo>
                  <a:pt x="921534" y="92677"/>
                </a:lnTo>
                <a:lnTo>
                  <a:pt x="921441" y="92973"/>
                </a:lnTo>
                <a:lnTo>
                  <a:pt x="921343" y="93284"/>
                </a:lnTo>
                <a:lnTo>
                  <a:pt x="921240" y="93608"/>
                </a:lnTo>
                <a:lnTo>
                  <a:pt x="921132" y="93947"/>
                </a:lnTo>
                <a:lnTo>
                  <a:pt x="921018" y="94300"/>
                </a:lnTo>
                <a:lnTo>
                  <a:pt x="920900" y="94668"/>
                </a:lnTo>
                <a:lnTo>
                  <a:pt x="920776" y="95050"/>
                </a:lnTo>
                <a:lnTo>
                  <a:pt x="920647" y="95446"/>
                </a:lnTo>
                <a:lnTo>
                  <a:pt x="920513" y="95856"/>
                </a:lnTo>
                <a:lnTo>
                  <a:pt x="920373" y="96281"/>
                </a:lnTo>
                <a:lnTo>
                  <a:pt x="920229" y="96720"/>
                </a:lnTo>
                <a:lnTo>
                  <a:pt x="920079" y="97173"/>
                </a:lnTo>
                <a:lnTo>
                  <a:pt x="919924" y="97640"/>
                </a:lnTo>
                <a:lnTo>
                  <a:pt x="919764" y="98122"/>
                </a:lnTo>
                <a:lnTo>
                  <a:pt x="919599" y="98618"/>
                </a:lnTo>
                <a:lnTo>
                  <a:pt x="914524" y="82780"/>
                </a:lnTo>
                <a:lnTo>
                  <a:pt x="897023" y="35352"/>
                </a:lnTo>
                <a:lnTo>
                  <a:pt x="871209" y="35352"/>
                </a:lnTo>
                <a:lnTo>
                  <a:pt x="908661" y="128282"/>
                </a:lnTo>
                <a:lnTo>
                  <a:pt x="930800" y="128282"/>
                </a:lnTo>
                <a:lnTo>
                  <a:pt x="967727" y="35352"/>
                </a:lnTo>
                <a:lnTo>
                  <a:pt x="942438" y="35352"/>
                </a:lnTo>
                <a:lnTo>
                  <a:pt x="924762" y="82780"/>
                </a:lnTo>
                <a:lnTo>
                  <a:pt x="924646" y="8310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(e.g.,DDNS,hosting)">
            <a:extLst xmlns:a="http://schemas.openxmlformats.org/drawingml/2006/main">
              <a:ext uri="{FF2B5EF4-FFF2-40B4-BE49-F238E27FC236}">
                <a16:creationId xmlns:a16="http://schemas.microsoft.com/office/drawing/2014/main" id="{696FECED-5758-4624-8CFC-2241E5C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056" y="902009"/>
            <a:ext cx="1543613" cy="155031"/>
          </a:xfrm>
          <a:custGeom xmlns:a="http://schemas.openxmlformats.org/drawingml/2006/main">
            <a:pathLst>
              <a:path w="1543613" h="155031">
                <a:moveTo>
                  <a:pt x="28605" y="155031"/>
                </a:moveTo>
                <a:cubicBezTo>
                  <a:pt x="20601" y="144932"/>
                  <a:pt x="13832" y="133114"/>
                  <a:pt x="8299" y="119577"/>
                </a:cubicBezTo>
                <a:cubicBezTo>
                  <a:pt x="2766" y="106040"/>
                  <a:pt x="0" y="92019"/>
                  <a:pt x="0" y="77515"/>
                </a:cubicBezTo>
                <a:cubicBezTo>
                  <a:pt x="0" y="64730"/>
                  <a:pt x="2068" y="52483"/>
                  <a:pt x="6204" y="40772"/>
                </a:cubicBezTo>
                <a:cubicBezTo>
                  <a:pt x="11039" y="27181"/>
                  <a:pt x="18506" y="13644"/>
                  <a:pt x="28605" y="161"/>
                </a:cubicBezTo>
                <a:lnTo>
                  <a:pt x="38999" y="161"/>
                </a:lnTo>
                <a:cubicBezTo>
                  <a:pt x="32500" y="11335"/>
                  <a:pt x="28202" y="19312"/>
                  <a:pt x="26107" y="24093"/>
                </a:cubicBezTo>
                <a:cubicBezTo>
                  <a:pt x="22830" y="31506"/>
                  <a:pt x="20252" y="39241"/>
                  <a:pt x="18372" y="47299"/>
                </a:cubicBezTo>
                <a:cubicBezTo>
                  <a:pt x="16062" y="57344"/>
                  <a:pt x="14907" y="67443"/>
                  <a:pt x="14907" y="77596"/>
                </a:cubicBezTo>
                <a:cubicBezTo>
                  <a:pt x="14907" y="103434"/>
                  <a:pt x="22938" y="129246"/>
                  <a:pt x="38999" y="155031"/>
                </a:cubicBezTo>
                <a:lnTo>
                  <a:pt x="28605" y="155031"/>
                </a:lnTo>
                <a:close/>
                <a:moveTo>
                  <a:pt x="113976" y="92664"/>
                </a:moveTo>
                <a:lnTo>
                  <a:pt x="128963" y="94517"/>
                </a:lnTo>
                <a:cubicBezTo>
                  <a:pt x="126600" y="103273"/>
                  <a:pt x="122222" y="110069"/>
                  <a:pt x="115829" y="114903"/>
                </a:cubicBezTo>
                <a:cubicBezTo>
                  <a:pt x="109437" y="119738"/>
                  <a:pt x="101272" y="122155"/>
                  <a:pt x="91334" y="122155"/>
                </a:cubicBezTo>
                <a:cubicBezTo>
                  <a:pt x="78817" y="122155"/>
                  <a:pt x="68893" y="118301"/>
                  <a:pt x="61560" y="110592"/>
                </a:cubicBezTo>
                <a:cubicBezTo>
                  <a:pt x="54228" y="102884"/>
                  <a:pt x="50562" y="92073"/>
                  <a:pt x="50562" y="78160"/>
                </a:cubicBezTo>
                <a:cubicBezTo>
                  <a:pt x="50562" y="63764"/>
                  <a:pt x="54268" y="52590"/>
                  <a:pt x="61681" y="44640"/>
                </a:cubicBezTo>
                <a:cubicBezTo>
                  <a:pt x="69094" y="36690"/>
                  <a:pt x="78710" y="32714"/>
                  <a:pt x="90528" y="32714"/>
                </a:cubicBezTo>
                <a:cubicBezTo>
                  <a:pt x="101970" y="32714"/>
                  <a:pt x="111317" y="36603"/>
                  <a:pt x="118569" y="44380"/>
                </a:cubicBezTo>
                <a:cubicBezTo>
                  <a:pt x="125821" y="52156"/>
                  <a:pt x="129447" y="63096"/>
                  <a:pt x="129447" y="77201"/>
                </a:cubicBezTo>
                <a:cubicBezTo>
                  <a:pt x="129447" y="78058"/>
                  <a:pt x="129420" y="79345"/>
                  <a:pt x="129366" y="81061"/>
                </a:cubicBezTo>
                <a:lnTo>
                  <a:pt x="65549" y="81061"/>
                </a:lnTo>
                <a:cubicBezTo>
                  <a:pt x="66086" y="90435"/>
                  <a:pt x="68745" y="97613"/>
                  <a:pt x="73526" y="102595"/>
                </a:cubicBezTo>
                <a:cubicBezTo>
                  <a:pt x="78307" y="107577"/>
                  <a:pt x="84270" y="110069"/>
                  <a:pt x="91414" y="110069"/>
                </a:cubicBezTo>
                <a:cubicBezTo>
                  <a:pt x="96732" y="110069"/>
                  <a:pt x="101272" y="108685"/>
                  <a:pt x="105032" y="105919"/>
                </a:cubicBezTo>
                <a:cubicBezTo>
                  <a:pt x="108792" y="103151"/>
                  <a:pt x="111774" y="98732"/>
                  <a:pt x="113976" y="92664"/>
                </a:cubicBezTo>
                <a:moveTo>
                  <a:pt x="66355" y="68974"/>
                </a:moveTo>
                <a:lnTo>
                  <a:pt x="114137" y="68974"/>
                </a:lnTo>
                <a:cubicBezTo>
                  <a:pt x="113493" y="61893"/>
                  <a:pt x="111666" y="56583"/>
                  <a:pt x="108658" y="53043"/>
                </a:cubicBezTo>
                <a:cubicBezTo>
                  <a:pt x="104038" y="47548"/>
                  <a:pt x="98049" y="44801"/>
                  <a:pt x="90689" y="44801"/>
                </a:cubicBezTo>
                <a:cubicBezTo>
                  <a:pt x="84028" y="44801"/>
                  <a:pt x="78428" y="46994"/>
                  <a:pt x="73889" y="51381"/>
                </a:cubicBezTo>
                <a:cubicBezTo>
                  <a:pt x="69350" y="55765"/>
                  <a:pt x="66838" y="61630"/>
                  <a:pt x="66355" y="68974"/>
                </a:cubicBezTo>
                <a:close/>
                <a:moveTo>
                  <a:pt x="150604" y="120221"/>
                </a:moveTo>
                <a:lnTo>
                  <a:pt x="150604" y="103622"/>
                </a:lnTo>
                <a:lnTo>
                  <a:pt x="167123" y="103622"/>
                </a:lnTo>
                <a:lnTo>
                  <a:pt x="167123" y="120221"/>
                </a:lnTo>
                <a:lnTo>
                  <a:pt x="150604" y="120221"/>
                </a:lnTo>
                <a:close/>
                <a:moveTo>
                  <a:pt x="189384" y="127312"/>
                </a:moveTo>
                <a:lnTo>
                  <a:pt x="203485" y="129407"/>
                </a:lnTo>
                <a:cubicBezTo>
                  <a:pt x="204076" y="133758"/>
                  <a:pt x="205714" y="136928"/>
                  <a:pt x="208400" y="138915"/>
                </a:cubicBezTo>
                <a:cubicBezTo>
                  <a:pt x="211999" y="141601"/>
                  <a:pt x="216915" y="142944"/>
                  <a:pt x="223146" y="142944"/>
                </a:cubicBezTo>
                <a:cubicBezTo>
                  <a:pt x="229861" y="142944"/>
                  <a:pt x="235045" y="141598"/>
                  <a:pt x="238697" y="138905"/>
                </a:cubicBezTo>
                <a:cubicBezTo>
                  <a:pt x="242350" y="136214"/>
                  <a:pt x="244821" y="132446"/>
                  <a:pt x="246110" y="127599"/>
                </a:cubicBezTo>
                <a:cubicBezTo>
                  <a:pt x="246863" y="124640"/>
                  <a:pt x="247212" y="118422"/>
                  <a:pt x="247158" y="108946"/>
                </a:cubicBezTo>
                <a:cubicBezTo>
                  <a:pt x="240819" y="116463"/>
                  <a:pt x="232923" y="120221"/>
                  <a:pt x="223468" y="120221"/>
                </a:cubicBezTo>
                <a:cubicBezTo>
                  <a:pt x="211704" y="120221"/>
                  <a:pt x="202599" y="115978"/>
                  <a:pt x="196153" y="107490"/>
                </a:cubicBezTo>
                <a:cubicBezTo>
                  <a:pt x="189706" y="99003"/>
                  <a:pt x="186483" y="88823"/>
                  <a:pt x="186483" y="76951"/>
                </a:cubicBezTo>
                <a:cubicBezTo>
                  <a:pt x="186483" y="68786"/>
                  <a:pt x="187961" y="61252"/>
                  <a:pt x="190915" y="54349"/>
                </a:cubicBezTo>
                <a:cubicBezTo>
                  <a:pt x="193870" y="47447"/>
                  <a:pt x="198154" y="42115"/>
                  <a:pt x="203767" y="38355"/>
                </a:cubicBezTo>
                <a:cubicBezTo>
                  <a:pt x="209381" y="34595"/>
                  <a:pt x="215975" y="32714"/>
                  <a:pt x="223549" y="32714"/>
                </a:cubicBezTo>
                <a:cubicBezTo>
                  <a:pt x="233648" y="32714"/>
                  <a:pt x="241974" y="36824"/>
                  <a:pt x="248528" y="45043"/>
                </a:cubicBezTo>
                <a:lnTo>
                  <a:pt x="248528" y="34648"/>
                </a:lnTo>
                <a:lnTo>
                  <a:pt x="261904" y="34648"/>
                </a:lnTo>
                <a:lnTo>
                  <a:pt x="261904" y="108669"/>
                </a:lnTo>
                <a:cubicBezTo>
                  <a:pt x="261904" y="121999"/>
                  <a:pt x="260547" y="131446"/>
                  <a:pt x="257834" y="137009"/>
                </a:cubicBezTo>
                <a:cubicBezTo>
                  <a:pt x="255122" y="142572"/>
                  <a:pt x="250824" y="146966"/>
                  <a:pt x="244942" y="150191"/>
                </a:cubicBezTo>
                <a:cubicBezTo>
                  <a:pt x="239060" y="153418"/>
                  <a:pt x="231821" y="155031"/>
                  <a:pt x="223227" y="155031"/>
                </a:cubicBezTo>
                <a:cubicBezTo>
                  <a:pt x="213020" y="155031"/>
                  <a:pt x="204774" y="152728"/>
                  <a:pt x="198489" y="148121"/>
                </a:cubicBezTo>
                <a:cubicBezTo>
                  <a:pt x="192204" y="143515"/>
                  <a:pt x="189169" y="136579"/>
                  <a:pt x="189384" y="127312"/>
                </a:cubicBezTo>
                <a:moveTo>
                  <a:pt x="201390" y="75906"/>
                </a:moveTo>
                <a:cubicBezTo>
                  <a:pt x="201390" y="87105"/>
                  <a:pt x="203619" y="95276"/>
                  <a:pt x="208078" y="100419"/>
                </a:cubicBezTo>
                <a:cubicBezTo>
                  <a:pt x="212537" y="105563"/>
                  <a:pt x="218123" y="108135"/>
                  <a:pt x="224838" y="108135"/>
                </a:cubicBezTo>
                <a:cubicBezTo>
                  <a:pt x="231499" y="108135"/>
                  <a:pt x="237086" y="105576"/>
                  <a:pt x="241598" y="100460"/>
                </a:cubicBezTo>
                <a:cubicBezTo>
                  <a:pt x="246110" y="95343"/>
                  <a:pt x="248367" y="87319"/>
                  <a:pt x="248367" y="76387"/>
                </a:cubicBezTo>
                <a:cubicBezTo>
                  <a:pt x="248367" y="65939"/>
                  <a:pt x="246043" y="58063"/>
                  <a:pt x="241397" y="52758"/>
                </a:cubicBezTo>
                <a:cubicBezTo>
                  <a:pt x="236750" y="47453"/>
                  <a:pt x="231150" y="44801"/>
                  <a:pt x="224596" y="44801"/>
                </a:cubicBezTo>
                <a:cubicBezTo>
                  <a:pt x="218150" y="44801"/>
                  <a:pt x="212671" y="47413"/>
                  <a:pt x="208159" y="52637"/>
                </a:cubicBezTo>
                <a:cubicBezTo>
                  <a:pt x="203646" y="57861"/>
                  <a:pt x="201390" y="65618"/>
                  <a:pt x="201390" y="75906"/>
                </a:cubicBezTo>
                <a:close/>
                <a:moveTo>
                  <a:pt x="287251" y="120221"/>
                </a:moveTo>
                <a:lnTo>
                  <a:pt x="287251" y="103622"/>
                </a:lnTo>
                <a:lnTo>
                  <a:pt x="303769" y="103622"/>
                </a:lnTo>
                <a:lnTo>
                  <a:pt x="303769" y="120221"/>
                </a:lnTo>
                <a:lnTo>
                  <a:pt x="287251" y="120221"/>
                </a:lnTo>
                <a:close/>
                <a:moveTo>
                  <a:pt x="332478" y="120221"/>
                </a:moveTo>
                <a:lnTo>
                  <a:pt x="332478" y="103622"/>
                </a:lnTo>
                <a:lnTo>
                  <a:pt x="348997" y="103622"/>
                </a:lnTo>
                <a:lnTo>
                  <a:pt x="348997" y="120174"/>
                </a:lnTo>
                <a:cubicBezTo>
                  <a:pt x="348997" y="126257"/>
                  <a:pt x="347922" y="131169"/>
                  <a:pt x="345773" y="134909"/>
                </a:cubicBezTo>
                <a:cubicBezTo>
                  <a:pt x="343625" y="138651"/>
                  <a:pt x="340214" y="141544"/>
                  <a:pt x="335540" y="143589"/>
                </a:cubicBezTo>
                <a:lnTo>
                  <a:pt x="331511" y="137304"/>
                </a:lnTo>
                <a:cubicBezTo>
                  <a:pt x="334573" y="135968"/>
                  <a:pt x="336829" y="134003"/>
                  <a:pt x="338280" y="131409"/>
                </a:cubicBezTo>
                <a:cubicBezTo>
                  <a:pt x="339730" y="128815"/>
                  <a:pt x="340536" y="125086"/>
                  <a:pt x="340697" y="120221"/>
                </a:cubicBezTo>
                <a:lnTo>
                  <a:pt x="332478" y="120221"/>
                </a:lnTo>
                <a:close/>
                <a:moveTo>
                  <a:pt x="421643" y="120221"/>
                </a:moveTo>
                <a:lnTo>
                  <a:pt x="421643" y="2095"/>
                </a:lnTo>
                <a:lnTo>
                  <a:pt x="462334" y="2095"/>
                </a:lnTo>
                <a:cubicBezTo>
                  <a:pt x="471520" y="2095"/>
                  <a:pt x="478530" y="2659"/>
                  <a:pt x="483365" y="3787"/>
                </a:cubicBezTo>
                <a:cubicBezTo>
                  <a:pt x="490134" y="5345"/>
                  <a:pt x="495908" y="8165"/>
                  <a:pt x="500689" y="12248"/>
                </a:cubicBezTo>
                <a:cubicBezTo>
                  <a:pt x="506921" y="17512"/>
                  <a:pt x="511581" y="24240"/>
                  <a:pt x="514669" y="32432"/>
                </a:cubicBezTo>
                <a:cubicBezTo>
                  <a:pt x="517758" y="40624"/>
                  <a:pt x="519303" y="49985"/>
                  <a:pt x="519303" y="60514"/>
                </a:cubicBezTo>
                <a:cubicBezTo>
                  <a:pt x="519303" y="69485"/>
                  <a:pt x="518255" y="77435"/>
                  <a:pt x="516160" y="84364"/>
                </a:cubicBezTo>
                <a:cubicBezTo>
                  <a:pt x="514065" y="91294"/>
                  <a:pt x="511379" y="97029"/>
                  <a:pt x="508102" y="101568"/>
                </a:cubicBezTo>
                <a:cubicBezTo>
                  <a:pt x="504826" y="106107"/>
                  <a:pt x="501240" y="109679"/>
                  <a:pt x="497345" y="112285"/>
                </a:cubicBezTo>
                <a:cubicBezTo>
                  <a:pt x="493451" y="114890"/>
                  <a:pt x="488750" y="116864"/>
                  <a:pt x="483244" y="118207"/>
                </a:cubicBezTo>
                <a:cubicBezTo>
                  <a:pt x="477738" y="119550"/>
                  <a:pt x="471413" y="120221"/>
                  <a:pt x="464268" y="120221"/>
                </a:cubicBezTo>
                <a:lnTo>
                  <a:pt x="421643" y="120221"/>
                </a:lnTo>
                <a:moveTo>
                  <a:pt x="437275" y="106281"/>
                </a:moveTo>
                <a:lnTo>
                  <a:pt x="462496" y="106281"/>
                </a:lnTo>
                <a:cubicBezTo>
                  <a:pt x="470285" y="106281"/>
                  <a:pt x="476395" y="105556"/>
                  <a:pt x="480827" y="104106"/>
                </a:cubicBezTo>
                <a:cubicBezTo>
                  <a:pt x="485259" y="102656"/>
                  <a:pt x="488791" y="100614"/>
                  <a:pt x="491423" y="97982"/>
                </a:cubicBezTo>
                <a:cubicBezTo>
                  <a:pt x="495129" y="94275"/>
                  <a:pt x="498017" y="89293"/>
                  <a:pt x="500085" y="83035"/>
                </a:cubicBezTo>
                <a:cubicBezTo>
                  <a:pt x="502153" y="76777"/>
                  <a:pt x="503187" y="69189"/>
                  <a:pt x="503187" y="60272"/>
                </a:cubicBezTo>
                <a:cubicBezTo>
                  <a:pt x="503187" y="47917"/>
                  <a:pt x="501159" y="38422"/>
                  <a:pt x="497104" y="31788"/>
                </a:cubicBezTo>
                <a:cubicBezTo>
                  <a:pt x="493048" y="25154"/>
                  <a:pt x="488119" y="20708"/>
                  <a:pt x="482318" y="18452"/>
                </a:cubicBezTo>
                <a:cubicBezTo>
                  <a:pt x="478128" y="16841"/>
                  <a:pt x="471386" y="16035"/>
                  <a:pt x="462093" y="16035"/>
                </a:cubicBezTo>
                <a:lnTo>
                  <a:pt x="437275" y="16035"/>
                </a:lnTo>
                <a:lnTo>
                  <a:pt x="437275" y="106281"/>
                </a:lnTo>
                <a:close/>
                <a:moveTo>
                  <a:pt x="540369" y="120221"/>
                </a:moveTo>
                <a:lnTo>
                  <a:pt x="540369" y="2095"/>
                </a:lnTo>
                <a:lnTo>
                  <a:pt x="581061" y="2095"/>
                </a:lnTo>
                <a:cubicBezTo>
                  <a:pt x="590246" y="2095"/>
                  <a:pt x="597257" y="2659"/>
                  <a:pt x="602091" y="3787"/>
                </a:cubicBezTo>
                <a:cubicBezTo>
                  <a:pt x="608860" y="5345"/>
                  <a:pt x="614635" y="8165"/>
                  <a:pt x="619415" y="12248"/>
                </a:cubicBezTo>
                <a:cubicBezTo>
                  <a:pt x="625647" y="17512"/>
                  <a:pt x="630307" y="24240"/>
                  <a:pt x="633396" y="32432"/>
                </a:cubicBezTo>
                <a:cubicBezTo>
                  <a:pt x="636484" y="40624"/>
                  <a:pt x="638029" y="49985"/>
                  <a:pt x="638029" y="60514"/>
                </a:cubicBezTo>
                <a:cubicBezTo>
                  <a:pt x="638029" y="69485"/>
                  <a:pt x="636981" y="77435"/>
                  <a:pt x="634886" y="84364"/>
                </a:cubicBezTo>
                <a:cubicBezTo>
                  <a:pt x="632791" y="91294"/>
                  <a:pt x="630105" y="97029"/>
                  <a:pt x="626829" y="101568"/>
                </a:cubicBezTo>
                <a:cubicBezTo>
                  <a:pt x="623552" y="106107"/>
                  <a:pt x="619966" y="109679"/>
                  <a:pt x="616072" y="112285"/>
                </a:cubicBezTo>
                <a:cubicBezTo>
                  <a:pt x="612177" y="114890"/>
                  <a:pt x="607477" y="116864"/>
                  <a:pt x="601970" y="118207"/>
                </a:cubicBezTo>
                <a:cubicBezTo>
                  <a:pt x="596464" y="119550"/>
                  <a:pt x="590139" y="120221"/>
                  <a:pt x="582995" y="120221"/>
                </a:cubicBezTo>
                <a:lnTo>
                  <a:pt x="540369" y="120221"/>
                </a:lnTo>
                <a:moveTo>
                  <a:pt x="556001" y="106281"/>
                </a:moveTo>
                <a:lnTo>
                  <a:pt x="581222" y="106281"/>
                </a:lnTo>
                <a:cubicBezTo>
                  <a:pt x="589011" y="106281"/>
                  <a:pt x="595121" y="105556"/>
                  <a:pt x="599553" y="104106"/>
                </a:cubicBezTo>
                <a:cubicBezTo>
                  <a:pt x="603985" y="102656"/>
                  <a:pt x="607517" y="100614"/>
                  <a:pt x="610149" y="97982"/>
                </a:cubicBezTo>
                <a:cubicBezTo>
                  <a:pt x="613856" y="94275"/>
                  <a:pt x="616743" y="89293"/>
                  <a:pt x="618811" y="83035"/>
                </a:cubicBezTo>
                <a:cubicBezTo>
                  <a:pt x="620879" y="76777"/>
                  <a:pt x="621913" y="69189"/>
                  <a:pt x="621913" y="60272"/>
                </a:cubicBezTo>
                <a:cubicBezTo>
                  <a:pt x="621913" y="47917"/>
                  <a:pt x="619886" y="38422"/>
                  <a:pt x="615830" y="31788"/>
                </a:cubicBezTo>
                <a:cubicBezTo>
                  <a:pt x="611774" y="25154"/>
                  <a:pt x="606845" y="20708"/>
                  <a:pt x="601044" y="18452"/>
                </a:cubicBezTo>
                <a:cubicBezTo>
                  <a:pt x="596854" y="16841"/>
                  <a:pt x="590112" y="16035"/>
                  <a:pt x="580819" y="16035"/>
                </a:cubicBezTo>
                <a:lnTo>
                  <a:pt x="556001" y="16035"/>
                </a:lnTo>
                <a:lnTo>
                  <a:pt x="556001" y="106281"/>
                </a:lnTo>
                <a:close/>
                <a:moveTo>
                  <a:pt x="658935" y="120221"/>
                </a:moveTo>
                <a:lnTo>
                  <a:pt x="658935" y="2095"/>
                </a:lnTo>
                <a:lnTo>
                  <a:pt x="674969" y="2095"/>
                </a:lnTo>
                <a:lnTo>
                  <a:pt x="737014" y="94840"/>
                </a:lnTo>
                <a:lnTo>
                  <a:pt x="737014" y="2095"/>
                </a:lnTo>
                <a:lnTo>
                  <a:pt x="752001" y="2095"/>
                </a:lnTo>
                <a:lnTo>
                  <a:pt x="752001" y="120221"/>
                </a:lnTo>
                <a:lnTo>
                  <a:pt x="735966" y="120221"/>
                </a:lnTo>
                <a:lnTo>
                  <a:pt x="673922" y="27396"/>
                </a:lnTo>
                <a:lnTo>
                  <a:pt x="673922" y="120221"/>
                </a:lnTo>
                <a:lnTo>
                  <a:pt x="658935" y="120221"/>
                </a:lnTo>
                <a:close/>
                <a:moveTo>
                  <a:pt x="772504" y="82189"/>
                </a:moveTo>
                <a:lnTo>
                  <a:pt x="787250" y="80900"/>
                </a:lnTo>
                <a:cubicBezTo>
                  <a:pt x="787948" y="86809"/>
                  <a:pt x="789573" y="91657"/>
                  <a:pt x="792125" y="95444"/>
                </a:cubicBezTo>
                <a:cubicBezTo>
                  <a:pt x="794676" y="99231"/>
                  <a:pt x="798638" y="102293"/>
                  <a:pt x="804010" y="104630"/>
                </a:cubicBezTo>
                <a:cubicBezTo>
                  <a:pt x="809382" y="106966"/>
                  <a:pt x="815425" y="108135"/>
                  <a:pt x="822140" y="108135"/>
                </a:cubicBezTo>
                <a:cubicBezTo>
                  <a:pt x="828102" y="108135"/>
                  <a:pt x="833367" y="107248"/>
                  <a:pt x="837933" y="105476"/>
                </a:cubicBezTo>
                <a:cubicBezTo>
                  <a:pt x="842499" y="103703"/>
                  <a:pt x="845897" y="101272"/>
                  <a:pt x="848126" y="98183"/>
                </a:cubicBezTo>
                <a:cubicBezTo>
                  <a:pt x="850355" y="95095"/>
                  <a:pt x="851470" y="91724"/>
                  <a:pt x="851470" y="88071"/>
                </a:cubicBezTo>
                <a:cubicBezTo>
                  <a:pt x="851470" y="84364"/>
                  <a:pt x="850396" y="81128"/>
                  <a:pt x="848247" y="78361"/>
                </a:cubicBezTo>
                <a:cubicBezTo>
                  <a:pt x="846098" y="75595"/>
                  <a:pt x="842553" y="73272"/>
                  <a:pt x="837611" y="71392"/>
                </a:cubicBezTo>
                <a:cubicBezTo>
                  <a:pt x="834441" y="70156"/>
                  <a:pt x="827431" y="68236"/>
                  <a:pt x="816580" y="65630"/>
                </a:cubicBezTo>
                <a:cubicBezTo>
                  <a:pt x="805729" y="63025"/>
                  <a:pt x="798128" y="60567"/>
                  <a:pt x="793777" y="58257"/>
                </a:cubicBezTo>
                <a:cubicBezTo>
                  <a:pt x="788136" y="55303"/>
                  <a:pt x="783933" y="51637"/>
                  <a:pt x="781166" y="47259"/>
                </a:cubicBezTo>
                <a:cubicBezTo>
                  <a:pt x="778400" y="42881"/>
                  <a:pt x="777016" y="37979"/>
                  <a:pt x="777016" y="32553"/>
                </a:cubicBezTo>
                <a:cubicBezTo>
                  <a:pt x="777016" y="26591"/>
                  <a:pt x="778709" y="21017"/>
                  <a:pt x="782093" y="15833"/>
                </a:cubicBezTo>
                <a:cubicBezTo>
                  <a:pt x="785477" y="10650"/>
                  <a:pt x="790419" y="6715"/>
                  <a:pt x="796919" y="4029"/>
                </a:cubicBezTo>
                <a:cubicBezTo>
                  <a:pt x="803419" y="1343"/>
                  <a:pt x="810644" y="0"/>
                  <a:pt x="818594" y="0"/>
                </a:cubicBezTo>
                <a:cubicBezTo>
                  <a:pt x="827350" y="0"/>
                  <a:pt x="835072" y="1410"/>
                  <a:pt x="841760" y="4230"/>
                </a:cubicBezTo>
                <a:cubicBezTo>
                  <a:pt x="848448" y="7051"/>
                  <a:pt x="853592" y="11200"/>
                  <a:pt x="857191" y="16680"/>
                </a:cubicBezTo>
                <a:cubicBezTo>
                  <a:pt x="860790" y="22159"/>
                  <a:pt x="862724" y="28363"/>
                  <a:pt x="862992" y="35293"/>
                </a:cubicBezTo>
                <a:lnTo>
                  <a:pt x="848005" y="36421"/>
                </a:lnTo>
                <a:cubicBezTo>
                  <a:pt x="847199" y="28927"/>
                  <a:pt x="844473" y="23267"/>
                  <a:pt x="839826" y="19439"/>
                </a:cubicBezTo>
                <a:cubicBezTo>
                  <a:pt x="835180" y="15612"/>
                  <a:pt x="828317" y="13698"/>
                  <a:pt x="819239" y="13698"/>
                </a:cubicBezTo>
                <a:cubicBezTo>
                  <a:pt x="809785" y="13698"/>
                  <a:pt x="802895" y="15432"/>
                  <a:pt x="798571" y="18900"/>
                </a:cubicBezTo>
                <a:cubicBezTo>
                  <a:pt x="794247" y="22367"/>
                  <a:pt x="792084" y="26546"/>
                  <a:pt x="792084" y="31438"/>
                </a:cubicBezTo>
                <a:cubicBezTo>
                  <a:pt x="792084" y="35685"/>
                  <a:pt x="793615" y="39179"/>
                  <a:pt x="796677" y="41920"/>
                </a:cubicBezTo>
                <a:cubicBezTo>
                  <a:pt x="799686" y="44663"/>
                  <a:pt x="807542" y="47473"/>
                  <a:pt x="820246" y="50348"/>
                </a:cubicBezTo>
                <a:cubicBezTo>
                  <a:pt x="832951" y="53224"/>
                  <a:pt x="841666" y="55737"/>
                  <a:pt x="846394" y="57887"/>
                </a:cubicBezTo>
                <a:cubicBezTo>
                  <a:pt x="853269" y="61058"/>
                  <a:pt x="858346" y="65077"/>
                  <a:pt x="861623" y="69944"/>
                </a:cubicBezTo>
                <a:cubicBezTo>
                  <a:pt x="864899" y="74808"/>
                  <a:pt x="866538" y="80413"/>
                  <a:pt x="866538" y="86757"/>
                </a:cubicBezTo>
                <a:cubicBezTo>
                  <a:pt x="866538" y="93045"/>
                  <a:pt x="864738" y="98972"/>
                  <a:pt x="861139" y="104536"/>
                </a:cubicBezTo>
                <a:cubicBezTo>
                  <a:pt x="857540" y="110100"/>
                  <a:pt x="852370" y="114427"/>
                  <a:pt x="845628" y="117520"/>
                </a:cubicBezTo>
                <a:cubicBezTo>
                  <a:pt x="838886" y="120610"/>
                  <a:pt x="831299" y="122155"/>
                  <a:pt x="822865" y="122155"/>
                </a:cubicBezTo>
                <a:cubicBezTo>
                  <a:pt x="812175" y="122155"/>
                  <a:pt x="803218" y="120597"/>
                  <a:pt x="795992" y="117482"/>
                </a:cubicBezTo>
                <a:cubicBezTo>
                  <a:pt x="788767" y="114366"/>
                  <a:pt x="783100" y="109679"/>
                  <a:pt x="778991" y="103421"/>
                </a:cubicBezTo>
                <a:cubicBezTo>
                  <a:pt x="774881" y="97163"/>
                  <a:pt x="772719" y="90085"/>
                  <a:pt x="772504" y="82189"/>
                </a:cubicBezTo>
                <a:close/>
                <a:moveTo>
                  <a:pt x="889522" y="120221"/>
                </a:moveTo>
                <a:lnTo>
                  <a:pt x="889522" y="103622"/>
                </a:lnTo>
                <a:lnTo>
                  <a:pt x="906040" y="103622"/>
                </a:lnTo>
                <a:lnTo>
                  <a:pt x="906040" y="120174"/>
                </a:lnTo>
                <a:cubicBezTo>
                  <a:pt x="906040" y="126257"/>
                  <a:pt x="904965" y="131169"/>
                  <a:pt x="902817" y="134909"/>
                </a:cubicBezTo>
                <a:cubicBezTo>
                  <a:pt x="900668" y="138651"/>
                  <a:pt x="897257" y="141544"/>
                  <a:pt x="892583" y="143589"/>
                </a:cubicBezTo>
                <a:lnTo>
                  <a:pt x="888555" y="137304"/>
                </a:lnTo>
                <a:cubicBezTo>
                  <a:pt x="891617" y="135968"/>
                  <a:pt x="893873" y="134003"/>
                  <a:pt x="895323" y="131409"/>
                </a:cubicBezTo>
                <a:cubicBezTo>
                  <a:pt x="896773" y="128815"/>
                  <a:pt x="897579" y="125086"/>
                  <a:pt x="897740" y="120221"/>
                </a:cubicBezTo>
                <a:lnTo>
                  <a:pt x="889522" y="120221"/>
                </a:lnTo>
                <a:close/>
                <a:moveTo>
                  <a:pt x="976833" y="120221"/>
                </a:moveTo>
                <a:lnTo>
                  <a:pt x="976833" y="2095"/>
                </a:lnTo>
                <a:lnTo>
                  <a:pt x="991337" y="2095"/>
                </a:lnTo>
                <a:lnTo>
                  <a:pt x="991337" y="44479"/>
                </a:lnTo>
                <a:cubicBezTo>
                  <a:pt x="998105" y="36636"/>
                  <a:pt x="1006647" y="32714"/>
                  <a:pt x="1016960" y="32714"/>
                </a:cubicBezTo>
                <a:cubicBezTo>
                  <a:pt x="1023299" y="32714"/>
                  <a:pt x="1028805" y="33963"/>
                  <a:pt x="1033479" y="36461"/>
                </a:cubicBezTo>
                <a:cubicBezTo>
                  <a:pt x="1038152" y="38959"/>
                  <a:pt x="1041496" y="42411"/>
                  <a:pt x="1043511" y="46815"/>
                </a:cubicBezTo>
                <a:cubicBezTo>
                  <a:pt x="1045525" y="51220"/>
                  <a:pt x="1046532" y="57613"/>
                  <a:pt x="1046532" y="65993"/>
                </a:cubicBezTo>
                <a:lnTo>
                  <a:pt x="1046532" y="120221"/>
                </a:lnTo>
                <a:lnTo>
                  <a:pt x="1032028" y="120221"/>
                </a:lnTo>
                <a:lnTo>
                  <a:pt x="1032028" y="65993"/>
                </a:lnTo>
                <a:cubicBezTo>
                  <a:pt x="1032028" y="58741"/>
                  <a:pt x="1030457" y="53463"/>
                  <a:pt x="1027315" y="50159"/>
                </a:cubicBezTo>
                <a:cubicBezTo>
                  <a:pt x="1024172" y="46856"/>
                  <a:pt x="1019727" y="45204"/>
                  <a:pt x="1013979" y="45204"/>
                </a:cubicBezTo>
                <a:cubicBezTo>
                  <a:pt x="1009682" y="45204"/>
                  <a:pt x="1005639" y="46319"/>
                  <a:pt x="1001852" y="48548"/>
                </a:cubicBezTo>
                <a:cubicBezTo>
                  <a:pt x="998065" y="50777"/>
                  <a:pt x="995366" y="53799"/>
                  <a:pt x="993754" y="57613"/>
                </a:cubicBezTo>
                <a:cubicBezTo>
                  <a:pt x="992143" y="61427"/>
                  <a:pt x="991337" y="66691"/>
                  <a:pt x="991337" y="73406"/>
                </a:cubicBezTo>
                <a:lnTo>
                  <a:pt x="991337" y="120221"/>
                </a:lnTo>
                <a:lnTo>
                  <a:pt x="976833" y="120221"/>
                </a:lnTo>
                <a:close/>
                <a:moveTo>
                  <a:pt x="1062532" y="77435"/>
                </a:moveTo>
                <a:cubicBezTo>
                  <a:pt x="1062532" y="61588"/>
                  <a:pt x="1066937" y="49851"/>
                  <a:pt x="1075747" y="42223"/>
                </a:cubicBezTo>
                <a:cubicBezTo>
                  <a:pt x="1083106" y="35884"/>
                  <a:pt x="1092077" y="32714"/>
                  <a:pt x="1102659" y="32714"/>
                </a:cubicBezTo>
                <a:cubicBezTo>
                  <a:pt x="1114424" y="32714"/>
                  <a:pt x="1124039" y="36569"/>
                  <a:pt x="1131506" y="44277"/>
                </a:cubicBezTo>
                <a:cubicBezTo>
                  <a:pt x="1138973" y="51986"/>
                  <a:pt x="1142706" y="62635"/>
                  <a:pt x="1142706" y="76226"/>
                </a:cubicBezTo>
                <a:cubicBezTo>
                  <a:pt x="1142706" y="87238"/>
                  <a:pt x="1141054" y="95900"/>
                  <a:pt x="1137751" y="102212"/>
                </a:cubicBezTo>
                <a:cubicBezTo>
                  <a:pt x="1134447" y="108524"/>
                  <a:pt x="1129639" y="113426"/>
                  <a:pt x="1123327" y="116918"/>
                </a:cubicBezTo>
                <a:cubicBezTo>
                  <a:pt x="1117016" y="120409"/>
                  <a:pt x="1110126" y="122155"/>
                  <a:pt x="1102659" y="122155"/>
                </a:cubicBezTo>
                <a:cubicBezTo>
                  <a:pt x="1090680" y="122155"/>
                  <a:pt x="1080998" y="118314"/>
                  <a:pt x="1073611" y="110633"/>
                </a:cubicBezTo>
                <a:cubicBezTo>
                  <a:pt x="1066225" y="102951"/>
                  <a:pt x="1062532" y="91885"/>
                  <a:pt x="1062532" y="77435"/>
                </a:cubicBezTo>
                <a:moveTo>
                  <a:pt x="1077439" y="77395"/>
                </a:moveTo>
                <a:cubicBezTo>
                  <a:pt x="1077439" y="88313"/>
                  <a:pt x="1079829" y="96488"/>
                  <a:pt x="1084610" y="101920"/>
                </a:cubicBezTo>
                <a:cubicBezTo>
                  <a:pt x="1089391" y="107352"/>
                  <a:pt x="1095407" y="110069"/>
                  <a:pt x="1102659" y="110069"/>
                </a:cubicBezTo>
                <a:cubicBezTo>
                  <a:pt x="1109858" y="110069"/>
                  <a:pt x="1115847" y="107339"/>
                  <a:pt x="1120628" y="101880"/>
                </a:cubicBezTo>
                <a:cubicBezTo>
                  <a:pt x="1125409" y="96421"/>
                  <a:pt x="1127800" y="88099"/>
                  <a:pt x="1127800" y="76914"/>
                </a:cubicBezTo>
                <a:cubicBezTo>
                  <a:pt x="1127800" y="66370"/>
                  <a:pt x="1125396" y="58382"/>
                  <a:pt x="1120588" y="52949"/>
                </a:cubicBezTo>
                <a:cubicBezTo>
                  <a:pt x="1115780" y="47517"/>
                  <a:pt x="1109804" y="44801"/>
                  <a:pt x="1102659" y="44801"/>
                </a:cubicBezTo>
                <a:cubicBezTo>
                  <a:pt x="1095407" y="44801"/>
                  <a:pt x="1089391" y="47504"/>
                  <a:pt x="1084610" y="52909"/>
                </a:cubicBezTo>
                <a:cubicBezTo>
                  <a:pt x="1079829" y="58314"/>
                  <a:pt x="1077439" y="66476"/>
                  <a:pt x="1077439" y="77395"/>
                </a:cubicBezTo>
                <a:close/>
                <a:moveTo>
                  <a:pt x="1153226" y="94598"/>
                </a:moveTo>
                <a:lnTo>
                  <a:pt x="1167569" y="92342"/>
                </a:lnTo>
                <a:cubicBezTo>
                  <a:pt x="1168375" y="98064"/>
                  <a:pt x="1170618" y="102450"/>
                  <a:pt x="1174297" y="105498"/>
                </a:cubicBezTo>
                <a:cubicBezTo>
                  <a:pt x="1177977" y="108545"/>
                  <a:pt x="1183121" y="110069"/>
                  <a:pt x="1189728" y="110069"/>
                </a:cubicBezTo>
                <a:cubicBezTo>
                  <a:pt x="1196389" y="110069"/>
                  <a:pt x="1201331" y="108723"/>
                  <a:pt x="1204554" y="106032"/>
                </a:cubicBezTo>
                <a:cubicBezTo>
                  <a:pt x="1207777" y="103340"/>
                  <a:pt x="1209389" y="100182"/>
                  <a:pt x="1209389" y="96559"/>
                </a:cubicBezTo>
                <a:cubicBezTo>
                  <a:pt x="1209389" y="93308"/>
                  <a:pt x="1207965" y="90749"/>
                  <a:pt x="1205118" y="88884"/>
                </a:cubicBezTo>
                <a:cubicBezTo>
                  <a:pt x="1203131" y="87605"/>
                  <a:pt x="1198189" y="85979"/>
                  <a:pt x="1190292" y="84007"/>
                </a:cubicBezTo>
                <a:cubicBezTo>
                  <a:pt x="1179656" y="81319"/>
                  <a:pt x="1172283" y="78994"/>
                  <a:pt x="1168173" y="77032"/>
                </a:cubicBezTo>
                <a:cubicBezTo>
                  <a:pt x="1164064" y="75070"/>
                  <a:pt x="1160948" y="72354"/>
                  <a:pt x="1158827" y="68886"/>
                </a:cubicBezTo>
                <a:cubicBezTo>
                  <a:pt x="1156705" y="65418"/>
                  <a:pt x="1155644" y="61587"/>
                  <a:pt x="1155644" y="57394"/>
                </a:cubicBezTo>
                <a:cubicBezTo>
                  <a:pt x="1155644" y="53576"/>
                  <a:pt x="1156517" y="50041"/>
                  <a:pt x="1158262" y="46788"/>
                </a:cubicBezTo>
                <a:cubicBezTo>
                  <a:pt x="1160008" y="43534"/>
                  <a:pt x="1162385" y="40833"/>
                  <a:pt x="1165394" y="38682"/>
                </a:cubicBezTo>
                <a:cubicBezTo>
                  <a:pt x="1167650" y="37015"/>
                  <a:pt x="1170725" y="35604"/>
                  <a:pt x="1174620" y="34449"/>
                </a:cubicBezTo>
                <a:cubicBezTo>
                  <a:pt x="1178514" y="33293"/>
                  <a:pt x="1182691" y="32714"/>
                  <a:pt x="1187149" y="32714"/>
                </a:cubicBezTo>
                <a:cubicBezTo>
                  <a:pt x="1193864" y="32714"/>
                  <a:pt x="1199760" y="33688"/>
                  <a:pt x="1204836" y="35635"/>
                </a:cubicBezTo>
                <a:cubicBezTo>
                  <a:pt x="1209913" y="37581"/>
                  <a:pt x="1213659" y="40217"/>
                  <a:pt x="1216077" y="43544"/>
                </a:cubicBezTo>
                <a:cubicBezTo>
                  <a:pt x="1218494" y="46870"/>
                  <a:pt x="1220159" y="51318"/>
                  <a:pt x="1221073" y="56888"/>
                </a:cubicBezTo>
                <a:lnTo>
                  <a:pt x="1206891" y="58821"/>
                </a:lnTo>
                <a:cubicBezTo>
                  <a:pt x="1206246" y="54417"/>
                  <a:pt x="1204380" y="50979"/>
                  <a:pt x="1201291" y="48508"/>
                </a:cubicBezTo>
                <a:cubicBezTo>
                  <a:pt x="1198202" y="46037"/>
                  <a:pt x="1193837" y="44801"/>
                  <a:pt x="1188197" y="44801"/>
                </a:cubicBezTo>
                <a:cubicBezTo>
                  <a:pt x="1181536" y="44801"/>
                  <a:pt x="1176782" y="45897"/>
                  <a:pt x="1173935" y="48090"/>
                </a:cubicBezTo>
                <a:cubicBezTo>
                  <a:pt x="1171088" y="50280"/>
                  <a:pt x="1169664" y="52846"/>
                  <a:pt x="1169664" y="55787"/>
                </a:cubicBezTo>
                <a:cubicBezTo>
                  <a:pt x="1169664" y="57657"/>
                  <a:pt x="1170255" y="59341"/>
                  <a:pt x="1171437" y="60838"/>
                </a:cubicBezTo>
                <a:cubicBezTo>
                  <a:pt x="1172619" y="62388"/>
                  <a:pt x="1174472" y="63670"/>
                  <a:pt x="1176997" y="64686"/>
                </a:cubicBezTo>
                <a:cubicBezTo>
                  <a:pt x="1178447" y="65221"/>
                  <a:pt x="1182718" y="66451"/>
                  <a:pt x="1189808" y="68375"/>
                </a:cubicBezTo>
                <a:cubicBezTo>
                  <a:pt x="1200069" y="71113"/>
                  <a:pt x="1207227" y="73354"/>
                  <a:pt x="1211282" y="75098"/>
                </a:cubicBezTo>
                <a:cubicBezTo>
                  <a:pt x="1215338" y="76842"/>
                  <a:pt x="1218521" y="79379"/>
                  <a:pt x="1220831" y="82708"/>
                </a:cubicBezTo>
                <a:cubicBezTo>
                  <a:pt x="1223141" y="86035"/>
                  <a:pt x="1224296" y="90167"/>
                  <a:pt x="1224296" y="95104"/>
                </a:cubicBezTo>
                <a:cubicBezTo>
                  <a:pt x="1224296" y="99935"/>
                  <a:pt x="1222885" y="104484"/>
                  <a:pt x="1220065" y="108752"/>
                </a:cubicBezTo>
                <a:cubicBezTo>
                  <a:pt x="1217245" y="113017"/>
                  <a:pt x="1213176" y="116318"/>
                  <a:pt x="1207858" y="118653"/>
                </a:cubicBezTo>
                <a:cubicBezTo>
                  <a:pt x="1202540" y="120988"/>
                  <a:pt x="1196523" y="122155"/>
                  <a:pt x="1189808" y="122155"/>
                </a:cubicBezTo>
                <a:cubicBezTo>
                  <a:pt x="1178689" y="122155"/>
                  <a:pt x="1170215" y="119839"/>
                  <a:pt x="1164386" y="115205"/>
                </a:cubicBezTo>
                <a:cubicBezTo>
                  <a:pt x="1158558" y="110572"/>
                  <a:pt x="1154838" y="103703"/>
                  <a:pt x="1153226" y="94598"/>
                </a:cubicBezTo>
                <a:close/>
                <a:moveTo>
                  <a:pt x="1272833" y="107410"/>
                </a:moveTo>
                <a:lnTo>
                  <a:pt x="1274928" y="120221"/>
                </a:lnTo>
                <a:cubicBezTo>
                  <a:pt x="1270846" y="120973"/>
                  <a:pt x="1267193" y="121349"/>
                  <a:pt x="1263970" y="121349"/>
                </a:cubicBezTo>
                <a:cubicBezTo>
                  <a:pt x="1258706" y="121349"/>
                  <a:pt x="1254623" y="120517"/>
                  <a:pt x="1251722" y="118852"/>
                </a:cubicBezTo>
                <a:cubicBezTo>
                  <a:pt x="1248821" y="117186"/>
                  <a:pt x="1246780" y="114997"/>
                  <a:pt x="1245598" y="112285"/>
                </a:cubicBezTo>
                <a:cubicBezTo>
                  <a:pt x="1244416" y="109572"/>
                  <a:pt x="1243826" y="103864"/>
                  <a:pt x="1243826" y="95162"/>
                </a:cubicBezTo>
                <a:lnTo>
                  <a:pt x="1243826" y="45929"/>
                </a:lnTo>
                <a:lnTo>
                  <a:pt x="1233189" y="45929"/>
                </a:lnTo>
                <a:lnTo>
                  <a:pt x="1233189" y="34648"/>
                </a:lnTo>
                <a:lnTo>
                  <a:pt x="1243826" y="34648"/>
                </a:lnTo>
                <a:lnTo>
                  <a:pt x="1243826" y="13398"/>
                </a:lnTo>
                <a:lnTo>
                  <a:pt x="1258249" y="4673"/>
                </a:lnTo>
                <a:lnTo>
                  <a:pt x="1258249" y="34648"/>
                </a:lnTo>
                <a:lnTo>
                  <a:pt x="1272833" y="34648"/>
                </a:lnTo>
                <a:lnTo>
                  <a:pt x="1272833" y="45929"/>
                </a:lnTo>
                <a:lnTo>
                  <a:pt x="1258249" y="45929"/>
                </a:lnTo>
                <a:lnTo>
                  <a:pt x="1258249" y="95968"/>
                </a:lnTo>
                <a:cubicBezTo>
                  <a:pt x="1258249" y="100104"/>
                  <a:pt x="1258504" y="102763"/>
                  <a:pt x="1259014" y="103945"/>
                </a:cubicBezTo>
                <a:cubicBezTo>
                  <a:pt x="1259525" y="105127"/>
                  <a:pt x="1260357" y="106067"/>
                  <a:pt x="1261512" y="106765"/>
                </a:cubicBezTo>
                <a:cubicBezTo>
                  <a:pt x="1262667" y="107463"/>
                  <a:pt x="1264319" y="107812"/>
                  <a:pt x="1266468" y="107812"/>
                </a:cubicBezTo>
                <a:cubicBezTo>
                  <a:pt x="1268079" y="107812"/>
                  <a:pt x="1270201" y="107678"/>
                  <a:pt x="1272833" y="107410"/>
                </a:cubicBezTo>
                <a:close/>
                <a:moveTo>
                  <a:pt x="1286796" y="18855"/>
                </a:moveTo>
                <a:lnTo>
                  <a:pt x="1286796" y="2095"/>
                </a:lnTo>
                <a:lnTo>
                  <a:pt x="1301300" y="2095"/>
                </a:lnTo>
                <a:lnTo>
                  <a:pt x="1301300" y="18855"/>
                </a:lnTo>
                <a:lnTo>
                  <a:pt x="1286796" y="18855"/>
                </a:lnTo>
                <a:moveTo>
                  <a:pt x="1286796" y="120221"/>
                </a:moveTo>
                <a:lnTo>
                  <a:pt x="1286796" y="34648"/>
                </a:lnTo>
                <a:lnTo>
                  <a:pt x="1301300" y="34648"/>
                </a:lnTo>
                <a:lnTo>
                  <a:pt x="1301300" y="120221"/>
                </a:lnTo>
                <a:lnTo>
                  <a:pt x="1286796" y="120221"/>
                </a:lnTo>
                <a:close/>
                <a:moveTo>
                  <a:pt x="1323304" y="120221"/>
                </a:moveTo>
                <a:lnTo>
                  <a:pt x="1323304" y="34648"/>
                </a:lnTo>
                <a:lnTo>
                  <a:pt x="1336357" y="34648"/>
                </a:lnTo>
                <a:lnTo>
                  <a:pt x="1336357" y="46735"/>
                </a:lnTo>
                <a:cubicBezTo>
                  <a:pt x="1342642" y="37388"/>
                  <a:pt x="1351721" y="32714"/>
                  <a:pt x="1363593" y="32714"/>
                </a:cubicBezTo>
                <a:cubicBezTo>
                  <a:pt x="1368750" y="32714"/>
                  <a:pt x="1373490" y="33641"/>
                  <a:pt x="1377814" y="35494"/>
                </a:cubicBezTo>
                <a:cubicBezTo>
                  <a:pt x="1382139" y="37348"/>
                  <a:pt x="1385375" y="39778"/>
                  <a:pt x="1387524" y="42787"/>
                </a:cubicBezTo>
                <a:cubicBezTo>
                  <a:pt x="1389673" y="45795"/>
                  <a:pt x="1391177" y="49367"/>
                  <a:pt x="1392036" y="53503"/>
                </a:cubicBezTo>
                <a:cubicBezTo>
                  <a:pt x="1392574" y="56189"/>
                  <a:pt x="1392842" y="60890"/>
                  <a:pt x="1392842" y="67604"/>
                </a:cubicBezTo>
                <a:lnTo>
                  <a:pt x="1392842" y="120221"/>
                </a:lnTo>
                <a:lnTo>
                  <a:pt x="1378338" y="120221"/>
                </a:lnTo>
                <a:lnTo>
                  <a:pt x="1378338" y="68113"/>
                </a:lnTo>
                <a:cubicBezTo>
                  <a:pt x="1378338" y="62197"/>
                  <a:pt x="1377774" y="57774"/>
                  <a:pt x="1376646" y="54843"/>
                </a:cubicBezTo>
                <a:cubicBezTo>
                  <a:pt x="1375518" y="51912"/>
                  <a:pt x="1373517" y="49573"/>
                  <a:pt x="1370643" y="47825"/>
                </a:cubicBezTo>
                <a:cubicBezTo>
                  <a:pt x="1367769" y="46078"/>
                  <a:pt x="1364398" y="45204"/>
                  <a:pt x="1360531" y="45204"/>
                </a:cubicBezTo>
                <a:cubicBezTo>
                  <a:pt x="1354353" y="45204"/>
                  <a:pt x="1349022" y="47167"/>
                  <a:pt x="1344536" y="51094"/>
                </a:cubicBezTo>
                <a:cubicBezTo>
                  <a:pt x="1340051" y="55018"/>
                  <a:pt x="1337808" y="62466"/>
                  <a:pt x="1337808" y="73436"/>
                </a:cubicBezTo>
                <a:lnTo>
                  <a:pt x="1337808" y="120221"/>
                </a:lnTo>
                <a:lnTo>
                  <a:pt x="1323304" y="120221"/>
                </a:lnTo>
                <a:close/>
                <a:moveTo>
                  <a:pt x="1411743" y="127312"/>
                </a:moveTo>
                <a:lnTo>
                  <a:pt x="1425844" y="129407"/>
                </a:lnTo>
                <a:cubicBezTo>
                  <a:pt x="1426435" y="133758"/>
                  <a:pt x="1428074" y="136928"/>
                  <a:pt x="1430760" y="138915"/>
                </a:cubicBezTo>
                <a:cubicBezTo>
                  <a:pt x="1434359" y="141601"/>
                  <a:pt x="1439274" y="142944"/>
                  <a:pt x="1445505" y="142944"/>
                </a:cubicBezTo>
                <a:cubicBezTo>
                  <a:pt x="1452220" y="142944"/>
                  <a:pt x="1457404" y="141598"/>
                  <a:pt x="1461057" y="138905"/>
                </a:cubicBezTo>
                <a:cubicBezTo>
                  <a:pt x="1464710" y="136214"/>
                  <a:pt x="1467181" y="132446"/>
                  <a:pt x="1468470" y="127599"/>
                </a:cubicBezTo>
                <a:cubicBezTo>
                  <a:pt x="1469222" y="124640"/>
                  <a:pt x="1469571" y="118422"/>
                  <a:pt x="1469517" y="108946"/>
                </a:cubicBezTo>
                <a:cubicBezTo>
                  <a:pt x="1463179" y="116463"/>
                  <a:pt x="1455282" y="120221"/>
                  <a:pt x="1445828" y="120221"/>
                </a:cubicBezTo>
                <a:cubicBezTo>
                  <a:pt x="1434063" y="120221"/>
                  <a:pt x="1424958" y="115978"/>
                  <a:pt x="1418512" y="107490"/>
                </a:cubicBezTo>
                <a:cubicBezTo>
                  <a:pt x="1412066" y="99003"/>
                  <a:pt x="1408843" y="88823"/>
                  <a:pt x="1408843" y="76951"/>
                </a:cubicBezTo>
                <a:cubicBezTo>
                  <a:pt x="1408843" y="68786"/>
                  <a:pt x="1410320" y="61252"/>
                  <a:pt x="1413274" y="54349"/>
                </a:cubicBezTo>
                <a:cubicBezTo>
                  <a:pt x="1416229" y="47447"/>
                  <a:pt x="1420513" y="42115"/>
                  <a:pt x="1426126" y="38355"/>
                </a:cubicBezTo>
                <a:cubicBezTo>
                  <a:pt x="1431740" y="34595"/>
                  <a:pt x="1438334" y="32714"/>
                  <a:pt x="1445908" y="32714"/>
                </a:cubicBezTo>
                <a:cubicBezTo>
                  <a:pt x="1456007" y="32714"/>
                  <a:pt x="1464334" y="36824"/>
                  <a:pt x="1470887" y="45043"/>
                </a:cubicBezTo>
                <a:lnTo>
                  <a:pt x="1470887" y="34648"/>
                </a:lnTo>
                <a:lnTo>
                  <a:pt x="1484263" y="34648"/>
                </a:lnTo>
                <a:lnTo>
                  <a:pt x="1484263" y="108669"/>
                </a:lnTo>
                <a:cubicBezTo>
                  <a:pt x="1484263" y="121999"/>
                  <a:pt x="1482907" y="131446"/>
                  <a:pt x="1480194" y="137009"/>
                </a:cubicBezTo>
                <a:cubicBezTo>
                  <a:pt x="1477481" y="142572"/>
                  <a:pt x="1473184" y="146966"/>
                  <a:pt x="1467301" y="150191"/>
                </a:cubicBezTo>
                <a:cubicBezTo>
                  <a:pt x="1461419" y="153418"/>
                  <a:pt x="1454181" y="155031"/>
                  <a:pt x="1445586" y="155031"/>
                </a:cubicBezTo>
                <a:cubicBezTo>
                  <a:pt x="1435379" y="155031"/>
                  <a:pt x="1427134" y="152728"/>
                  <a:pt x="1420849" y="148121"/>
                </a:cubicBezTo>
                <a:cubicBezTo>
                  <a:pt x="1414564" y="143515"/>
                  <a:pt x="1411529" y="136579"/>
                  <a:pt x="1411743" y="127312"/>
                </a:cubicBezTo>
                <a:moveTo>
                  <a:pt x="1423749" y="75906"/>
                </a:moveTo>
                <a:cubicBezTo>
                  <a:pt x="1423749" y="87105"/>
                  <a:pt x="1425979" y="95276"/>
                  <a:pt x="1430437" y="100419"/>
                </a:cubicBezTo>
                <a:cubicBezTo>
                  <a:pt x="1434896" y="105563"/>
                  <a:pt x="1440483" y="108135"/>
                  <a:pt x="1447197" y="108135"/>
                </a:cubicBezTo>
                <a:cubicBezTo>
                  <a:pt x="1453858" y="108135"/>
                  <a:pt x="1459445" y="105576"/>
                  <a:pt x="1463958" y="100460"/>
                </a:cubicBezTo>
                <a:cubicBezTo>
                  <a:pt x="1468470" y="95343"/>
                  <a:pt x="1470726" y="87319"/>
                  <a:pt x="1470726" y="76387"/>
                </a:cubicBezTo>
                <a:cubicBezTo>
                  <a:pt x="1470726" y="65939"/>
                  <a:pt x="1468403" y="58063"/>
                  <a:pt x="1463756" y="52758"/>
                </a:cubicBezTo>
                <a:cubicBezTo>
                  <a:pt x="1459109" y="47453"/>
                  <a:pt x="1453509" y="44801"/>
                  <a:pt x="1446956" y="44801"/>
                </a:cubicBezTo>
                <a:cubicBezTo>
                  <a:pt x="1440510" y="44801"/>
                  <a:pt x="1435030" y="47413"/>
                  <a:pt x="1430518" y="52637"/>
                </a:cubicBezTo>
                <a:cubicBezTo>
                  <a:pt x="1426006" y="57861"/>
                  <a:pt x="1423749" y="65618"/>
                  <a:pt x="1423749" y="75906"/>
                </a:cubicBezTo>
                <a:close/>
                <a:moveTo>
                  <a:pt x="1515008" y="155031"/>
                </a:moveTo>
                <a:lnTo>
                  <a:pt x="1504613" y="155031"/>
                </a:lnTo>
                <a:cubicBezTo>
                  <a:pt x="1520675" y="129246"/>
                  <a:pt x="1528706" y="103434"/>
                  <a:pt x="1528706" y="77596"/>
                </a:cubicBezTo>
                <a:cubicBezTo>
                  <a:pt x="1528706" y="67497"/>
                  <a:pt x="1527551" y="57478"/>
                  <a:pt x="1525241" y="47541"/>
                </a:cubicBezTo>
                <a:cubicBezTo>
                  <a:pt x="1523415" y="39483"/>
                  <a:pt x="1520863" y="31747"/>
                  <a:pt x="1517586" y="24334"/>
                </a:cubicBezTo>
                <a:cubicBezTo>
                  <a:pt x="1515491" y="19500"/>
                  <a:pt x="1511167" y="11442"/>
                  <a:pt x="1504613" y="161"/>
                </a:cubicBezTo>
                <a:lnTo>
                  <a:pt x="1515008" y="161"/>
                </a:lnTo>
                <a:cubicBezTo>
                  <a:pt x="1525107" y="13644"/>
                  <a:pt x="1532574" y="27181"/>
                  <a:pt x="1537408" y="40772"/>
                </a:cubicBezTo>
                <a:cubicBezTo>
                  <a:pt x="1541545" y="52483"/>
                  <a:pt x="1543613" y="64730"/>
                  <a:pt x="1543613" y="77515"/>
                </a:cubicBezTo>
                <a:cubicBezTo>
                  <a:pt x="1543613" y="92019"/>
                  <a:pt x="1540833" y="106040"/>
                  <a:pt x="1535273" y="119577"/>
                </a:cubicBezTo>
                <a:cubicBezTo>
                  <a:pt x="1529713" y="133114"/>
                  <a:pt x="1522958" y="144932"/>
                  <a:pt x="1515008" y="15503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E2F72-2C36-42A9-8BED-8E6CC44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262" y="1223796"/>
            <a:ext cx="1862543" cy="22401"/>
          </a:xfrm>
          <a:custGeom xmlns:a="http://schemas.openxmlformats.org/drawingml/2006/main">
            <a:pathLst>
              <a:path w="1862543" h="22401">
                <a:moveTo>
                  <a:pt x="0" y="0"/>
                </a:moveTo>
                <a:lnTo>
                  <a:pt x="1862543" y="0"/>
                </a:lnTo>
                <a:lnTo>
                  <a:pt x="1862543" y="22401"/>
                </a:lnTo>
                <a:lnTo>
                  <a:pt x="0" y="22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2BC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43BF5-6254-470B-B4E8-6C9AFA7C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313" y="1408980"/>
            <a:ext cx="1839514" cy="334002"/>
          </a:xfrm>
          <a:custGeom xmlns:a="http://schemas.openxmlformats.org/drawingml/2006/main">
            <a:pathLst>
              <a:path w="1839514" h="334002">
                <a:moveTo>
                  <a:pt x="821" y="106406"/>
                </a:moveTo>
                <a:cubicBezTo>
                  <a:pt x="0" y="47954"/>
                  <a:pt x="47954" y="0"/>
                  <a:pt x="106555" y="672"/>
                </a:cubicBezTo>
                <a:lnTo>
                  <a:pt x="1731988" y="672"/>
                </a:lnTo>
                <a:cubicBezTo>
                  <a:pt x="1791501" y="0"/>
                  <a:pt x="1839440" y="47954"/>
                  <a:pt x="1839514" y="106406"/>
                </a:cubicBezTo>
                <a:lnTo>
                  <a:pt x="1839514" y="226476"/>
                </a:lnTo>
                <a:cubicBezTo>
                  <a:pt x="1839440" y="285825"/>
                  <a:pt x="1791501" y="333778"/>
                  <a:pt x="1731988" y="334002"/>
                </a:cubicBezTo>
                <a:lnTo>
                  <a:pt x="106555" y="334002"/>
                </a:lnTo>
                <a:cubicBezTo>
                  <a:pt x="47954" y="333778"/>
                  <a:pt x="0" y="285825"/>
                  <a:pt x="821" y="226476"/>
                </a:cubicBezTo>
                <a:lnTo>
                  <a:pt x="821" y="106406"/>
                </a:lnTo>
              </a:path>
            </a:pathLst>
          </a:custGeom>
          <a:solidFill xmlns:a="http://schemas.openxmlformats.org/drawingml/2006/main">
            <a:srgbClr val="FFFB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attacker.victim.com">
            <a:extLst xmlns:a="http://schemas.openxmlformats.org/drawingml/2006/main">
              <a:ext uri="{FF2B5EF4-FFF2-40B4-BE49-F238E27FC236}">
                <a16:creationId xmlns:a16="http://schemas.microsoft.com/office/drawing/2014/main" id="{6F76AA37-FE94-460C-A984-0E58CB49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016" y="1515627"/>
            <a:ext cx="1515273" cy="120060"/>
          </a:xfrm>
          <a:custGeom xmlns:a="http://schemas.openxmlformats.org/drawingml/2006/main">
            <a:pathLst>
              <a:path w="1515273" h="120060">
                <a:moveTo>
                  <a:pt x="22884" y="58983"/>
                </a:moveTo>
                <a:lnTo>
                  <a:pt x="2337" y="55276"/>
                </a:lnTo>
                <a:cubicBezTo>
                  <a:pt x="4647" y="46894"/>
                  <a:pt x="8622" y="40690"/>
                  <a:pt x="14262" y="36663"/>
                </a:cubicBezTo>
                <a:cubicBezTo>
                  <a:pt x="19903" y="32634"/>
                  <a:pt x="28283" y="30619"/>
                  <a:pt x="39402" y="30619"/>
                </a:cubicBezTo>
                <a:cubicBezTo>
                  <a:pt x="49501" y="30619"/>
                  <a:pt x="57022" y="31815"/>
                  <a:pt x="61964" y="34205"/>
                </a:cubicBezTo>
                <a:cubicBezTo>
                  <a:pt x="66906" y="36596"/>
                  <a:pt x="70384" y="39631"/>
                  <a:pt x="72399" y="43310"/>
                </a:cubicBezTo>
                <a:cubicBezTo>
                  <a:pt x="74413" y="46990"/>
                  <a:pt x="75420" y="53745"/>
                  <a:pt x="75420" y="63576"/>
                </a:cubicBezTo>
                <a:lnTo>
                  <a:pt x="75179" y="90005"/>
                </a:lnTo>
                <a:cubicBezTo>
                  <a:pt x="75179" y="97525"/>
                  <a:pt x="75541" y="103072"/>
                  <a:pt x="76266" y="106644"/>
                </a:cubicBezTo>
                <a:cubicBezTo>
                  <a:pt x="76992" y="110216"/>
                  <a:pt x="78348" y="114044"/>
                  <a:pt x="80336" y="118126"/>
                </a:cubicBezTo>
                <a:lnTo>
                  <a:pt x="57935" y="118126"/>
                </a:lnTo>
                <a:cubicBezTo>
                  <a:pt x="57344" y="116622"/>
                  <a:pt x="56619" y="114393"/>
                  <a:pt x="55760" y="111438"/>
                </a:cubicBezTo>
                <a:cubicBezTo>
                  <a:pt x="55383" y="110095"/>
                  <a:pt x="55115" y="109209"/>
                  <a:pt x="54954" y="108779"/>
                </a:cubicBezTo>
                <a:cubicBezTo>
                  <a:pt x="51086" y="112540"/>
                  <a:pt x="46950" y="115360"/>
                  <a:pt x="42545" y="117240"/>
                </a:cubicBezTo>
                <a:cubicBezTo>
                  <a:pt x="38140" y="119120"/>
                  <a:pt x="33440" y="120060"/>
                  <a:pt x="28444" y="120060"/>
                </a:cubicBezTo>
                <a:cubicBezTo>
                  <a:pt x="19634" y="120060"/>
                  <a:pt x="12691" y="117680"/>
                  <a:pt x="7615" y="112919"/>
                </a:cubicBezTo>
                <a:cubicBezTo>
                  <a:pt x="2538" y="108158"/>
                  <a:pt x="0" y="102140"/>
                  <a:pt x="0" y="94865"/>
                </a:cubicBezTo>
                <a:cubicBezTo>
                  <a:pt x="0" y="90050"/>
                  <a:pt x="1155" y="85758"/>
                  <a:pt x="3465" y="81987"/>
                </a:cubicBezTo>
                <a:cubicBezTo>
                  <a:pt x="5775" y="78215"/>
                  <a:pt x="9011" y="75326"/>
                  <a:pt x="13174" y="73320"/>
                </a:cubicBezTo>
                <a:cubicBezTo>
                  <a:pt x="17338" y="71314"/>
                  <a:pt x="23341" y="69563"/>
                  <a:pt x="31183" y="68065"/>
                </a:cubicBezTo>
                <a:cubicBezTo>
                  <a:pt x="41766" y="66086"/>
                  <a:pt x="49098" y="64240"/>
                  <a:pt x="53181" y="62528"/>
                </a:cubicBezTo>
                <a:lnTo>
                  <a:pt x="53181" y="60247"/>
                </a:lnTo>
                <a:cubicBezTo>
                  <a:pt x="53181" y="55847"/>
                  <a:pt x="52107" y="52710"/>
                  <a:pt x="49958" y="50837"/>
                </a:cubicBezTo>
                <a:cubicBezTo>
                  <a:pt x="47809" y="48962"/>
                  <a:pt x="43753" y="48024"/>
                  <a:pt x="37791" y="48024"/>
                </a:cubicBezTo>
                <a:cubicBezTo>
                  <a:pt x="33762" y="48024"/>
                  <a:pt x="30619" y="48835"/>
                  <a:pt x="28363" y="50457"/>
                </a:cubicBezTo>
                <a:cubicBezTo>
                  <a:pt x="26107" y="52076"/>
                  <a:pt x="24281" y="54918"/>
                  <a:pt x="22884" y="58983"/>
                </a:cubicBezTo>
                <a:moveTo>
                  <a:pt x="53181" y="77354"/>
                </a:moveTo>
                <a:cubicBezTo>
                  <a:pt x="50280" y="78309"/>
                  <a:pt x="45687" y="79451"/>
                  <a:pt x="39402" y="80779"/>
                </a:cubicBezTo>
                <a:cubicBezTo>
                  <a:pt x="33117" y="82105"/>
                  <a:pt x="29008" y="83405"/>
                  <a:pt x="27074" y="84679"/>
                </a:cubicBezTo>
                <a:cubicBezTo>
                  <a:pt x="24119" y="86749"/>
                  <a:pt x="22642" y="89376"/>
                  <a:pt x="22642" y="92561"/>
                </a:cubicBezTo>
                <a:cubicBezTo>
                  <a:pt x="22642" y="95693"/>
                  <a:pt x="23824" y="98401"/>
                  <a:pt x="26188" y="100684"/>
                </a:cubicBezTo>
                <a:cubicBezTo>
                  <a:pt x="28551" y="102965"/>
                  <a:pt x="31559" y="104106"/>
                  <a:pt x="35212" y="104106"/>
                </a:cubicBezTo>
                <a:cubicBezTo>
                  <a:pt x="39295" y="104106"/>
                  <a:pt x="43189" y="102779"/>
                  <a:pt x="46896" y="100125"/>
                </a:cubicBezTo>
                <a:cubicBezTo>
                  <a:pt x="49636" y="98109"/>
                  <a:pt x="51435" y="95640"/>
                  <a:pt x="52295" y="92719"/>
                </a:cubicBezTo>
                <a:cubicBezTo>
                  <a:pt x="52886" y="90809"/>
                  <a:pt x="53181" y="87174"/>
                  <a:pt x="53181" y="81814"/>
                </a:cubicBezTo>
                <a:lnTo>
                  <a:pt x="53181" y="77354"/>
                </a:lnTo>
                <a:close/>
                <a:moveTo>
                  <a:pt x="136302" y="32553"/>
                </a:moveTo>
                <a:lnTo>
                  <a:pt x="136302" y="50603"/>
                </a:lnTo>
                <a:lnTo>
                  <a:pt x="120832" y="50603"/>
                </a:lnTo>
                <a:lnTo>
                  <a:pt x="120832" y="85034"/>
                </a:lnTo>
                <a:cubicBezTo>
                  <a:pt x="120832" y="92008"/>
                  <a:pt x="120979" y="96071"/>
                  <a:pt x="121275" y="97224"/>
                </a:cubicBezTo>
                <a:cubicBezTo>
                  <a:pt x="121570" y="98376"/>
                  <a:pt x="122242" y="99328"/>
                  <a:pt x="123289" y="100080"/>
                </a:cubicBezTo>
                <a:cubicBezTo>
                  <a:pt x="124337" y="100830"/>
                  <a:pt x="125612" y="101205"/>
                  <a:pt x="127117" y="101205"/>
                </a:cubicBezTo>
                <a:cubicBezTo>
                  <a:pt x="129212" y="101205"/>
                  <a:pt x="132247" y="100480"/>
                  <a:pt x="136222" y="99030"/>
                </a:cubicBezTo>
                <a:lnTo>
                  <a:pt x="138156" y="116661"/>
                </a:lnTo>
                <a:cubicBezTo>
                  <a:pt x="132891" y="118927"/>
                  <a:pt x="126929" y="120060"/>
                  <a:pt x="120268" y="120060"/>
                </a:cubicBezTo>
                <a:cubicBezTo>
                  <a:pt x="116185" y="120060"/>
                  <a:pt x="112505" y="119375"/>
                  <a:pt x="109228" y="118005"/>
                </a:cubicBezTo>
                <a:cubicBezTo>
                  <a:pt x="105952" y="116636"/>
                  <a:pt x="103548" y="114863"/>
                  <a:pt x="102017" y="112687"/>
                </a:cubicBezTo>
                <a:cubicBezTo>
                  <a:pt x="100486" y="110512"/>
                  <a:pt x="99425" y="107571"/>
                  <a:pt x="98834" y="103864"/>
                </a:cubicBezTo>
                <a:cubicBezTo>
                  <a:pt x="98350" y="101232"/>
                  <a:pt x="98109" y="95914"/>
                  <a:pt x="98109" y="87910"/>
                </a:cubicBezTo>
                <a:lnTo>
                  <a:pt x="98109" y="50603"/>
                </a:lnTo>
                <a:lnTo>
                  <a:pt x="87714" y="50603"/>
                </a:lnTo>
                <a:lnTo>
                  <a:pt x="87714" y="32553"/>
                </a:lnTo>
                <a:lnTo>
                  <a:pt x="98109" y="32553"/>
                </a:lnTo>
                <a:lnTo>
                  <a:pt x="98109" y="15471"/>
                </a:lnTo>
                <a:lnTo>
                  <a:pt x="120832" y="2095"/>
                </a:lnTo>
                <a:lnTo>
                  <a:pt x="120832" y="32553"/>
                </a:lnTo>
                <a:lnTo>
                  <a:pt x="136302" y="32553"/>
                </a:lnTo>
                <a:close/>
                <a:moveTo>
                  <a:pt x="190812" y="32553"/>
                </a:moveTo>
                <a:lnTo>
                  <a:pt x="190812" y="50603"/>
                </a:lnTo>
                <a:lnTo>
                  <a:pt x="175341" y="50603"/>
                </a:lnTo>
                <a:lnTo>
                  <a:pt x="175341" y="85034"/>
                </a:lnTo>
                <a:cubicBezTo>
                  <a:pt x="175341" y="92008"/>
                  <a:pt x="175489" y="96071"/>
                  <a:pt x="175784" y="97224"/>
                </a:cubicBezTo>
                <a:cubicBezTo>
                  <a:pt x="176080" y="98376"/>
                  <a:pt x="176751" y="99328"/>
                  <a:pt x="177799" y="100080"/>
                </a:cubicBezTo>
                <a:cubicBezTo>
                  <a:pt x="178846" y="100830"/>
                  <a:pt x="180122" y="101205"/>
                  <a:pt x="181626" y="101205"/>
                </a:cubicBezTo>
                <a:cubicBezTo>
                  <a:pt x="183721" y="101205"/>
                  <a:pt x="186756" y="100480"/>
                  <a:pt x="190731" y="99030"/>
                </a:cubicBezTo>
                <a:lnTo>
                  <a:pt x="192665" y="116661"/>
                </a:lnTo>
                <a:cubicBezTo>
                  <a:pt x="187401" y="118927"/>
                  <a:pt x="181438" y="120060"/>
                  <a:pt x="174777" y="120060"/>
                </a:cubicBezTo>
                <a:cubicBezTo>
                  <a:pt x="170694" y="120060"/>
                  <a:pt x="167015" y="119375"/>
                  <a:pt x="163738" y="118005"/>
                </a:cubicBezTo>
                <a:cubicBezTo>
                  <a:pt x="160461" y="116636"/>
                  <a:pt x="158057" y="114863"/>
                  <a:pt x="156526" y="112687"/>
                </a:cubicBezTo>
                <a:cubicBezTo>
                  <a:pt x="154995" y="110512"/>
                  <a:pt x="153934" y="107571"/>
                  <a:pt x="153343" y="103864"/>
                </a:cubicBezTo>
                <a:cubicBezTo>
                  <a:pt x="152860" y="101232"/>
                  <a:pt x="152618" y="95914"/>
                  <a:pt x="152618" y="87910"/>
                </a:cubicBezTo>
                <a:lnTo>
                  <a:pt x="152618" y="50603"/>
                </a:lnTo>
                <a:lnTo>
                  <a:pt x="142224" y="50603"/>
                </a:lnTo>
                <a:lnTo>
                  <a:pt x="142224" y="32553"/>
                </a:lnTo>
                <a:lnTo>
                  <a:pt x="152618" y="32553"/>
                </a:lnTo>
                <a:lnTo>
                  <a:pt x="152618" y="15471"/>
                </a:lnTo>
                <a:lnTo>
                  <a:pt x="175341" y="2095"/>
                </a:lnTo>
                <a:lnTo>
                  <a:pt x="175341" y="32553"/>
                </a:lnTo>
                <a:lnTo>
                  <a:pt x="190812" y="32553"/>
                </a:lnTo>
                <a:close/>
                <a:moveTo>
                  <a:pt x="223001" y="58983"/>
                </a:moveTo>
                <a:lnTo>
                  <a:pt x="202454" y="55276"/>
                </a:lnTo>
                <a:cubicBezTo>
                  <a:pt x="204764" y="46894"/>
                  <a:pt x="208739" y="40690"/>
                  <a:pt x="214379" y="36663"/>
                </a:cubicBezTo>
                <a:cubicBezTo>
                  <a:pt x="220020" y="32634"/>
                  <a:pt x="228400" y="30619"/>
                  <a:pt x="239520" y="30619"/>
                </a:cubicBezTo>
                <a:cubicBezTo>
                  <a:pt x="249619" y="30619"/>
                  <a:pt x="257139" y="31815"/>
                  <a:pt x="262081" y="34205"/>
                </a:cubicBezTo>
                <a:cubicBezTo>
                  <a:pt x="267023" y="36596"/>
                  <a:pt x="270502" y="39631"/>
                  <a:pt x="272516" y="43310"/>
                </a:cubicBezTo>
                <a:cubicBezTo>
                  <a:pt x="274530" y="46990"/>
                  <a:pt x="275538" y="53745"/>
                  <a:pt x="275538" y="63576"/>
                </a:cubicBezTo>
                <a:lnTo>
                  <a:pt x="275296" y="90005"/>
                </a:lnTo>
                <a:cubicBezTo>
                  <a:pt x="275296" y="97525"/>
                  <a:pt x="275659" y="103072"/>
                  <a:pt x="276384" y="106644"/>
                </a:cubicBezTo>
                <a:cubicBezTo>
                  <a:pt x="277109" y="110216"/>
                  <a:pt x="278465" y="114044"/>
                  <a:pt x="280453" y="118126"/>
                </a:cubicBezTo>
                <a:lnTo>
                  <a:pt x="258052" y="118126"/>
                </a:lnTo>
                <a:cubicBezTo>
                  <a:pt x="257461" y="116622"/>
                  <a:pt x="256736" y="114393"/>
                  <a:pt x="255877" y="111438"/>
                </a:cubicBezTo>
                <a:cubicBezTo>
                  <a:pt x="255501" y="110095"/>
                  <a:pt x="255232" y="109209"/>
                  <a:pt x="255071" y="108779"/>
                </a:cubicBezTo>
                <a:cubicBezTo>
                  <a:pt x="251203" y="112540"/>
                  <a:pt x="247067" y="115360"/>
                  <a:pt x="242662" y="117240"/>
                </a:cubicBezTo>
                <a:cubicBezTo>
                  <a:pt x="238257" y="119120"/>
                  <a:pt x="233557" y="120060"/>
                  <a:pt x="228561" y="120060"/>
                </a:cubicBezTo>
                <a:cubicBezTo>
                  <a:pt x="219751" y="120060"/>
                  <a:pt x="212808" y="117680"/>
                  <a:pt x="207732" y="112919"/>
                </a:cubicBezTo>
                <a:cubicBezTo>
                  <a:pt x="202655" y="108158"/>
                  <a:pt x="200117" y="102140"/>
                  <a:pt x="200117" y="94865"/>
                </a:cubicBezTo>
                <a:cubicBezTo>
                  <a:pt x="200117" y="90050"/>
                  <a:pt x="201272" y="85758"/>
                  <a:pt x="203582" y="81987"/>
                </a:cubicBezTo>
                <a:cubicBezTo>
                  <a:pt x="205892" y="78215"/>
                  <a:pt x="209129" y="75326"/>
                  <a:pt x="213292" y="73320"/>
                </a:cubicBezTo>
                <a:cubicBezTo>
                  <a:pt x="217455" y="71314"/>
                  <a:pt x="223458" y="69563"/>
                  <a:pt x="231301" y="68065"/>
                </a:cubicBezTo>
                <a:cubicBezTo>
                  <a:pt x="241883" y="66086"/>
                  <a:pt x="249216" y="64240"/>
                  <a:pt x="253298" y="62528"/>
                </a:cubicBezTo>
                <a:lnTo>
                  <a:pt x="253298" y="60247"/>
                </a:lnTo>
                <a:cubicBezTo>
                  <a:pt x="253298" y="55847"/>
                  <a:pt x="252224" y="52710"/>
                  <a:pt x="250075" y="50837"/>
                </a:cubicBezTo>
                <a:cubicBezTo>
                  <a:pt x="247927" y="48962"/>
                  <a:pt x="243871" y="48024"/>
                  <a:pt x="237908" y="48024"/>
                </a:cubicBezTo>
                <a:cubicBezTo>
                  <a:pt x="233879" y="48024"/>
                  <a:pt x="230737" y="48835"/>
                  <a:pt x="228481" y="50457"/>
                </a:cubicBezTo>
                <a:cubicBezTo>
                  <a:pt x="226224" y="52076"/>
                  <a:pt x="224398" y="54918"/>
                  <a:pt x="223001" y="58983"/>
                </a:cubicBezTo>
                <a:moveTo>
                  <a:pt x="253298" y="77354"/>
                </a:moveTo>
                <a:cubicBezTo>
                  <a:pt x="250398" y="78309"/>
                  <a:pt x="245805" y="79451"/>
                  <a:pt x="239520" y="80779"/>
                </a:cubicBezTo>
                <a:cubicBezTo>
                  <a:pt x="233235" y="82105"/>
                  <a:pt x="229125" y="83405"/>
                  <a:pt x="227191" y="84679"/>
                </a:cubicBezTo>
                <a:cubicBezTo>
                  <a:pt x="224237" y="86749"/>
                  <a:pt x="222760" y="89376"/>
                  <a:pt x="222760" y="92561"/>
                </a:cubicBezTo>
                <a:cubicBezTo>
                  <a:pt x="222760" y="95693"/>
                  <a:pt x="223941" y="98401"/>
                  <a:pt x="226305" y="100684"/>
                </a:cubicBezTo>
                <a:cubicBezTo>
                  <a:pt x="228669" y="102965"/>
                  <a:pt x="231677" y="104106"/>
                  <a:pt x="235330" y="104106"/>
                </a:cubicBezTo>
                <a:cubicBezTo>
                  <a:pt x="239412" y="104106"/>
                  <a:pt x="243307" y="102779"/>
                  <a:pt x="247013" y="100125"/>
                </a:cubicBezTo>
                <a:cubicBezTo>
                  <a:pt x="249753" y="98109"/>
                  <a:pt x="251552" y="95640"/>
                  <a:pt x="252412" y="92719"/>
                </a:cubicBezTo>
                <a:cubicBezTo>
                  <a:pt x="253003" y="90809"/>
                  <a:pt x="253298" y="87174"/>
                  <a:pt x="253298" y="81814"/>
                </a:cubicBezTo>
                <a:lnTo>
                  <a:pt x="253298" y="77354"/>
                </a:lnTo>
                <a:close/>
                <a:moveTo>
                  <a:pt x="371793" y="57855"/>
                </a:moveTo>
                <a:lnTo>
                  <a:pt x="349473" y="61883"/>
                </a:lnTo>
                <a:cubicBezTo>
                  <a:pt x="348721" y="57452"/>
                  <a:pt x="347016" y="54114"/>
                  <a:pt x="344357" y="51872"/>
                </a:cubicBezTo>
                <a:cubicBezTo>
                  <a:pt x="341698" y="49629"/>
                  <a:pt x="338246" y="48508"/>
                  <a:pt x="334002" y="48508"/>
                </a:cubicBezTo>
                <a:cubicBezTo>
                  <a:pt x="328362" y="48508"/>
                  <a:pt x="323863" y="50449"/>
                  <a:pt x="320506" y="54332"/>
                </a:cubicBezTo>
                <a:cubicBezTo>
                  <a:pt x="317148" y="58215"/>
                  <a:pt x="315470" y="64708"/>
                  <a:pt x="315470" y="73811"/>
                </a:cubicBezTo>
                <a:cubicBezTo>
                  <a:pt x="315470" y="83934"/>
                  <a:pt x="317175" y="91084"/>
                  <a:pt x="320586" y="95263"/>
                </a:cubicBezTo>
                <a:cubicBezTo>
                  <a:pt x="323997" y="99439"/>
                  <a:pt x="328577" y="101527"/>
                  <a:pt x="334325" y="101527"/>
                </a:cubicBezTo>
                <a:cubicBezTo>
                  <a:pt x="338622" y="101527"/>
                  <a:pt x="342141" y="100305"/>
                  <a:pt x="344880" y="97861"/>
                </a:cubicBezTo>
                <a:cubicBezTo>
                  <a:pt x="347620" y="95417"/>
                  <a:pt x="349554" y="91214"/>
                  <a:pt x="350682" y="85251"/>
                </a:cubicBezTo>
                <a:lnTo>
                  <a:pt x="372921" y="89119"/>
                </a:lnTo>
                <a:cubicBezTo>
                  <a:pt x="370611" y="99325"/>
                  <a:pt x="366180" y="107034"/>
                  <a:pt x="359626" y="112244"/>
                </a:cubicBezTo>
                <a:cubicBezTo>
                  <a:pt x="353072" y="117455"/>
                  <a:pt x="344289" y="120060"/>
                  <a:pt x="333277" y="120060"/>
                </a:cubicBezTo>
                <a:cubicBezTo>
                  <a:pt x="320761" y="120060"/>
                  <a:pt x="310783" y="116112"/>
                  <a:pt x="303343" y="108215"/>
                </a:cubicBezTo>
                <a:cubicBezTo>
                  <a:pt x="295903" y="100319"/>
                  <a:pt x="292183" y="89387"/>
                  <a:pt x="292183" y="75420"/>
                </a:cubicBezTo>
                <a:cubicBezTo>
                  <a:pt x="292183" y="61292"/>
                  <a:pt x="295916" y="50294"/>
                  <a:pt x="303383" y="42424"/>
                </a:cubicBezTo>
                <a:cubicBezTo>
                  <a:pt x="310850" y="34554"/>
                  <a:pt x="320949" y="30619"/>
                  <a:pt x="333680" y="30619"/>
                </a:cubicBezTo>
                <a:cubicBezTo>
                  <a:pt x="344101" y="30619"/>
                  <a:pt x="352387" y="32862"/>
                  <a:pt x="358538" y="37348"/>
                </a:cubicBezTo>
                <a:cubicBezTo>
                  <a:pt x="364689" y="41833"/>
                  <a:pt x="369107" y="48669"/>
                  <a:pt x="371793" y="57855"/>
                </a:cubicBezTo>
                <a:close/>
                <a:moveTo>
                  <a:pt x="387471" y="118126"/>
                </a:moveTo>
                <a:lnTo>
                  <a:pt x="387471" y="0"/>
                </a:lnTo>
                <a:lnTo>
                  <a:pt x="410114" y="0"/>
                </a:lnTo>
                <a:lnTo>
                  <a:pt x="410114" y="62689"/>
                </a:lnTo>
                <a:lnTo>
                  <a:pt x="436623" y="32553"/>
                </a:lnTo>
                <a:lnTo>
                  <a:pt x="464503" y="32553"/>
                </a:lnTo>
                <a:lnTo>
                  <a:pt x="435254" y="63830"/>
                </a:lnTo>
                <a:lnTo>
                  <a:pt x="466598" y="118126"/>
                </a:lnTo>
                <a:lnTo>
                  <a:pt x="442183" y="118126"/>
                </a:lnTo>
                <a:lnTo>
                  <a:pt x="420669" y="79681"/>
                </a:lnTo>
                <a:lnTo>
                  <a:pt x="410114" y="90730"/>
                </a:lnTo>
                <a:lnTo>
                  <a:pt x="410114" y="118126"/>
                </a:lnTo>
                <a:lnTo>
                  <a:pt x="387471" y="118126"/>
                </a:lnTo>
                <a:close/>
                <a:moveTo>
                  <a:pt x="528931" y="90891"/>
                </a:moveTo>
                <a:lnTo>
                  <a:pt x="551492" y="94759"/>
                </a:lnTo>
                <a:cubicBezTo>
                  <a:pt x="548592" y="103005"/>
                  <a:pt x="544012" y="109283"/>
                  <a:pt x="537754" y="113594"/>
                </a:cubicBezTo>
                <a:cubicBezTo>
                  <a:pt x="531496" y="117905"/>
                  <a:pt x="523666" y="120060"/>
                  <a:pt x="514266" y="120060"/>
                </a:cubicBezTo>
                <a:cubicBezTo>
                  <a:pt x="499386" y="120060"/>
                  <a:pt x="488373" y="115199"/>
                  <a:pt x="481229" y="105476"/>
                </a:cubicBezTo>
                <a:cubicBezTo>
                  <a:pt x="475588" y="97687"/>
                  <a:pt x="472768" y="87856"/>
                  <a:pt x="472768" y="75984"/>
                </a:cubicBezTo>
                <a:cubicBezTo>
                  <a:pt x="472768" y="61803"/>
                  <a:pt x="476475" y="50697"/>
                  <a:pt x="483888" y="42666"/>
                </a:cubicBezTo>
                <a:cubicBezTo>
                  <a:pt x="491301" y="34635"/>
                  <a:pt x="500675" y="30619"/>
                  <a:pt x="512009" y="30619"/>
                </a:cubicBezTo>
                <a:cubicBezTo>
                  <a:pt x="524741" y="30619"/>
                  <a:pt x="534786" y="34823"/>
                  <a:pt x="542145" y="43230"/>
                </a:cubicBezTo>
                <a:cubicBezTo>
                  <a:pt x="549505" y="51637"/>
                  <a:pt x="553023" y="64516"/>
                  <a:pt x="552701" y="81867"/>
                </a:cubicBezTo>
                <a:lnTo>
                  <a:pt x="495975" y="81867"/>
                </a:lnTo>
                <a:cubicBezTo>
                  <a:pt x="496136" y="88581"/>
                  <a:pt x="497962" y="93805"/>
                  <a:pt x="501454" y="97539"/>
                </a:cubicBezTo>
                <a:cubicBezTo>
                  <a:pt x="504945" y="101272"/>
                  <a:pt x="509297" y="103139"/>
                  <a:pt x="514507" y="103139"/>
                </a:cubicBezTo>
                <a:cubicBezTo>
                  <a:pt x="518053" y="103139"/>
                  <a:pt x="521034" y="102172"/>
                  <a:pt x="523451" y="100238"/>
                </a:cubicBezTo>
                <a:cubicBezTo>
                  <a:pt x="525869" y="98304"/>
                  <a:pt x="527695" y="95189"/>
                  <a:pt x="528931" y="90891"/>
                </a:cubicBezTo>
                <a:moveTo>
                  <a:pt x="530220" y="68007"/>
                </a:moveTo>
                <a:cubicBezTo>
                  <a:pt x="530059" y="61480"/>
                  <a:pt x="528367" y="56518"/>
                  <a:pt x="525144" y="53121"/>
                </a:cubicBezTo>
                <a:cubicBezTo>
                  <a:pt x="521920" y="49723"/>
                  <a:pt x="517999" y="48024"/>
                  <a:pt x="513379" y="48024"/>
                </a:cubicBezTo>
                <a:cubicBezTo>
                  <a:pt x="508437" y="48024"/>
                  <a:pt x="504355" y="49816"/>
                  <a:pt x="501131" y="53400"/>
                </a:cubicBezTo>
                <a:cubicBezTo>
                  <a:pt x="497908" y="56986"/>
                  <a:pt x="496324" y="61855"/>
                  <a:pt x="496377" y="68007"/>
                </a:cubicBezTo>
                <a:lnTo>
                  <a:pt x="530220" y="68007"/>
                </a:lnTo>
                <a:close/>
                <a:moveTo>
                  <a:pt x="592149" y="118126"/>
                </a:moveTo>
                <a:lnTo>
                  <a:pt x="569506" y="118126"/>
                </a:lnTo>
                <a:lnTo>
                  <a:pt x="569506" y="32553"/>
                </a:lnTo>
                <a:lnTo>
                  <a:pt x="590537" y="32553"/>
                </a:lnTo>
                <a:lnTo>
                  <a:pt x="590537" y="44720"/>
                </a:lnTo>
                <a:cubicBezTo>
                  <a:pt x="594136" y="38973"/>
                  <a:pt x="597373" y="35185"/>
                  <a:pt x="600247" y="33359"/>
                </a:cubicBezTo>
                <a:cubicBezTo>
                  <a:pt x="603121" y="31533"/>
                  <a:pt x="606384" y="30619"/>
                  <a:pt x="610037" y="30619"/>
                </a:cubicBezTo>
                <a:cubicBezTo>
                  <a:pt x="615194" y="30619"/>
                  <a:pt x="620163" y="32043"/>
                  <a:pt x="624944" y="34890"/>
                </a:cubicBezTo>
                <a:lnTo>
                  <a:pt x="617933" y="54631"/>
                </a:lnTo>
                <a:cubicBezTo>
                  <a:pt x="614119" y="52160"/>
                  <a:pt x="610574" y="50925"/>
                  <a:pt x="607297" y="50925"/>
                </a:cubicBezTo>
                <a:cubicBezTo>
                  <a:pt x="604128" y="50925"/>
                  <a:pt x="601442" y="51798"/>
                  <a:pt x="599239" y="53544"/>
                </a:cubicBezTo>
                <a:cubicBezTo>
                  <a:pt x="597037" y="55289"/>
                  <a:pt x="595305" y="58445"/>
                  <a:pt x="594042" y="63011"/>
                </a:cubicBezTo>
                <a:cubicBezTo>
                  <a:pt x="592780" y="67578"/>
                  <a:pt x="592149" y="77139"/>
                  <a:pt x="592149" y="91697"/>
                </a:cubicBezTo>
                <a:lnTo>
                  <a:pt x="592149" y="118126"/>
                </a:lnTo>
                <a:close/>
                <a:moveTo>
                  <a:pt x="634691" y="118126"/>
                </a:moveTo>
                <a:lnTo>
                  <a:pt x="634691" y="95404"/>
                </a:lnTo>
                <a:lnTo>
                  <a:pt x="657334" y="95404"/>
                </a:lnTo>
                <a:lnTo>
                  <a:pt x="657334" y="118126"/>
                </a:lnTo>
                <a:lnTo>
                  <a:pt x="634691" y="118126"/>
                </a:lnTo>
                <a:close/>
                <a:moveTo>
                  <a:pt x="703768" y="118126"/>
                </a:moveTo>
                <a:lnTo>
                  <a:pt x="669281" y="32553"/>
                </a:lnTo>
                <a:lnTo>
                  <a:pt x="693051" y="32553"/>
                </a:lnTo>
                <a:lnTo>
                  <a:pt x="709167" y="76226"/>
                </a:lnTo>
                <a:lnTo>
                  <a:pt x="713840" y="90811"/>
                </a:lnTo>
                <a:cubicBezTo>
                  <a:pt x="715076" y="87104"/>
                  <a:pt x="715855" y="84660"/>
                  <a:pt x="716177" y="83478"/>
                </a:cubicBezTo>
                <a:cubicBezTo>
                  <a:pt x="716929" y="81061"/>
                  <a:pt x="717735" y="78643"/>
                  <a:pt x="718594" y="76226"/>
                </a:cubicBezTo>
                <a:lnTo>
                  <a:pt x="734871" y="32553"/>
                </a:lnTo>
                <a:lnTo>
                  <a:pt x="758158" y="32553"/>
                </a:lnTo>
                <a:lnTo>
                  <a:pt x="724154" y="118126"/>
                </a:lnTo>
                <a:lnTo>
                  <a:pt x="703768" y="118126"/>
                </a:lnTo>
                <a:close/>
                <a:moveTo>
                  <a:pt x="771338" y="20950"/>
                </a:moveTo>
                <a:lnTo>
                  <a:pt x="771338" y="0"/>
                </a:lnTo>
                <a:lnTo>
                  <a:pt x="793980" y="0"/>
                </a:lnTo>
                <a:lnTo>
                  <a:pt x="793980" y="20950"/>
                </a:lnTo>
                <a:lnTo>
                  <a:pt x="771338" y="20950"/>
                </a:lnTo>
                <a:moveTo>
                  <a:pt x="771338" y="118126"/>
                </a:moveTo>
                <a:lnTo>
                  <a:pt x="771338" y="32553"/>
                </a:lnTo>
                <a:lnTo>
                  <a:pt x="793980" y="32553"/>
                </a:lnTo>
                <a:lnTo>
                  <a:pt x="793980" y="118126"/>
                </a:lnTo>
                <a:lnTo>
                  <a:pt x="771338" y="118126"/>
                </a:lnTo>
                <a:close/>
                <a:moveTo>
                  <a:pt x="891501" y="57855"/>
                </a:moveTo>
                <a:lnTo>
                  <a:pt x="869181" y="61883"/>
                </a:lnTo>
                <a:cubicBezTo>
                  <a:pt x="868429" y="57452"/>
                  <a:pt x="866723" y="54114"/>
                  <a:pt x="864064" y="51872"/>
                </a:cubicBezTo>
                <a:cubicBezTo>
                  <a:pt x="861405" y="49629"/>
                  <a:pt x="857954" y="48508"/>
                  <a:pt x="853710" y="48508"/>
                </a:cubicBezTo>
                <a:cubicBezTo>
                  <a:pt x="848070" y="48508"/>
                  <a:pt x="843571" y="50449"/>
                  <a:pt x="840213" y="54332"/>
                </a:cubicBezTo>
                <a:cubicBezTo>
                  <a:pt x="836856" y="58215"/>
                  <a:pt x="835177" y="64708"/>
                  <a:pt x="835177" y="73811"/>
                </a:cubicBezTo>
                <a:cubicBezTo>
                  <a:pt x="835177" y="83934"/>
                  <a:pt x="836883" y="91084"/>
                  <a:pt x="840294" y="95263"/>
                </a:cubicBezTo>
                <a:cubicBezTo>
                  <a:pt x="843705" y="99439"/>
                  <a:pt x="848285" y="101527"/>
                  <a:pt x="854033" y="101527"/>
                </a:cubicBezTo>
                <a:cubicBezTo>
                  <a:pt x="858330" y="101527"/>
                  <a:pt x="861849" y="100305"/>
                  <a:pt x="864588" y="97861"/>
                </a:cubicBezTo>
                <a:cubicBezTo>
                  <a:pt x="867328" y="95417"/>
                  <a:pt x="869262" y="91214"/>
                  <a:pt x="870390" y="85251"/>
                </a:cubicBezTo>
                <a:lnTo>
                  <a:pt x="892629" y="89119"/>
                </a:lnTo>
                <a:cubicBezTo>
                  <a:pt x="890319" y="99325"/>
                  <a:pt x="885887" y="107034"/>
                  <a:pt x="879334" y="112244"/>
                </a:cubicBezTo>
                <a:cubicBezTo>
                  <a:pt x="872780" y="117455"/>
                  <a:pt x="863997" y="120060"/>
                  <a:pt x="852985" y="120060"/>
                </a:cubicBezTo>
                <a:cubicBezTo>
                  <a:pt x="840469" y="120060"/>
                  <a:pt x="830491" y="116112"/>
                  <a:pt x="823051" y="108215"/>
                </a:cubicBezTo>
                <a:cubicBezTo>
                  <a:pt x="815611" y="100319"/>
                  <a:pt x="811891" y="89387"/>
                  <a:pt x="811891" y="75420"/>
                </a:cubicBezTo>
                <a:cubicBezTo>
                  <a:pt x="811891" y="61292"/>
                  <a:pt x="815624" y="50294"/>
                  <a:pt x="823091" y="42424"/>
                </a:cubicBezTo>
                <a:cubicBezTo>
                  <a:pt x="830558" y="34554"/>
                  <a:pt x="840657" y="30619"/>
                  <a:pt x="853388" y="30619"/>
                </a:cubicBezTo>
                <a:cubicBezTo>
                  <a:pt x="863809" y="30619"/>
                  <a:pt x="872095" y="32862"/>
                  <a:pt x="878246" y="37348"/>
                </a:cubicBezTo>
                <a:cubicBezTo>
                  <a:pt x="884397" y="41833"/>
                  <a:pt x="888815" y="48669"/>
                  <a:pt x="891501" y="57855"/>
                </a:cubicBezTo>
                <a:close/>
                <a:moveTo>
                  <a:pt x="947226" y="32553"/>
                </a:moveTo>
                <a:lnTo>
                  <a:pt x="947226" y="50603"/>
                </a:lnTo>
                <a:lnTo>
                  <a:pt x="931755" y="50603"/>
                </a:lnTo>
                <a:lnTo>
                  <a:pt x="931755" y="85034"/>
                </a:lnTo>
                <a:cubicBezTo>
                  <a:pt x="931755" y="92008"/>
                  <a:pt x="931903" y="96071"/>
                  <a:pt x="932198" y="97224"/>
                </a:cubicBezTo>
                <a:cubicBezTo>
                  <a:pt x="932494" y="98376"/>
                  <a:pt x="933165" y="99328"/>
                  <a:pt x="934213" y="100080"/>
                </a:cubicBezTo>
                <a:cubicBezTo>
                  <a:pt x="935260" y="100830"/>
                  <a:pt x="936536" y="101205"/>
                  <a:pt x="938040" y="101205"/>
                </a:cubicBezTo>
                <a:cubicBezTo>
                  <a:pt x="940135" y="101205"/>
                  <a:pt x="943170" y="100480"/>
                  <a:pt x="947145" y="99030"/>
                </a:cubicBezTo>
                <a:lnTo>
                  <a:pt x="949079" y="116661"/>
                </a:lnTo>
                <a:cubicBezTo>
                  <a:pt x="943815" y="118927"/>
                  <a:pt x="937852" y="120060"/>
                  <a:pt x="931191" y="120060"/>
                </a:cubicBezTo>
                <a:cubicBezTo>
                  <a:pt x="927109" y="120060"/>
                  <a:pt x="923429" y="119375"/>
                  <a:pt x="920152" y="118005"/>
                </a:cubicBezTo>
                <a:cubicBezTo>
                  <a:pt x="916875" y="116636"/>
                  <a:pt x="914471" y="114863"/>
                  <a:pt x="912940" y="112687"/>
                </a:cubicBezTo>
                <a:cubicBezTo>
                  <a:pt x="911409" y="110512"/>
                  <a:pt x="910348" y="107571"/>
                  <a:pt x="909758" y="103864"/>
                </a:cubicBezTo>
                <a:cubicBezTo>
                  <a:pt x="909274" y="101232"/>
                  <a:pt x="909032" y="95914"/>
                  <a:pt x="909032" y="87910"/>
                </a:cubicBezTo>
                <a:lnTo>
                  <a:pt x="909032" y="50603"/>
                </a:lnTo>
                <a:lnTo>
                  <a:pt x="898638" y="50603"/>
                </a:lnTo>
                <a:lnTo>
                  <a:pt x="898638" y="32553"/>
                </a:lnTo>
                <a:lnTo>
                  <a:pt x="909032" y="32553"/>
                </a:lnTo>
                <a:lnTo>
                  <a:pt x="909032" y="15471"/>
                </a:lnTo>
                <a:lnTo>
                  <a:pt x="931755" y="2095"/>
                </a:lnTo>
                <a:lnTo>
                  <a:pt x="931755" y="32553"/>
                </a:lnTo>
                <a:lnTo>
                  <a:pt x="947226" y="32553"/>
                </a:lnTo>
                <a:close/>
                <a:moveTo>
                  <a:pt x="962495" y="20950"/>
                </a:moveTo>
                <a:lnTo>
                  <a:pt x="962495" y="0"/>
                </a:lnTo>
                <a:lnTo>
                  <a:pt x="985137" y="0"/>
                </a:lnTo>
                <a:lnTo>
                  <a:pt x="985137" y="20950"/>
                </a:lnTo>
                <a:lnTo>
                  <a:pt x="962495" y="20950"/>
                </a:lnTo>
                <a:moveTo>
                  <a:pt x="962495" y="118126"/>
                </a:moveTo>
                <a:lnTo>
                  <a:pt x="962495" y="32553"/>
                </a:lnTo>
                <a:lnTo>
                  <a:pt x="985137" y="32553"/>
                </a:lnTo>
                <a:lnTo>
                  <a:pt x="985137" y="118126"/>
                </a:lnTo>
                <a:lnTo>
                  <a:pt x="962495" y="118126"/>
                </a:lnTo>
                <a:close/>
                <a:moveTo>
                  <a:pt x="1006352" y="32553"/>
                </a:moveTo>
                <a:lnTo>
                  <a:pt x="1027221" y="32553"/>
                </a:lnTo>
                <a:lnTo>
                  <a:pt x="1027221" y="44237"/>
                </a:lnTo>
                <a:cubicBezTo>
                  <a:pt x="1034688" y="35159"/>
                  <a:pt x="1043578" y="30619"/>
                  <a:pt x="1053892" y="30619"/>
                </a:cubicBezTo>
                <a:cubicBezTo>
                  <a:pt x="1059371" y="30619"/>
                  <a:pt x="1064126" y="31752"/>
                  <a:pt x="1068154" y="34019"/>
                </a:cubicBezTo>
                <a:cubicBezTo>
                  <a:pt x="1072183" y="36285"/>
                  <a:pt x="1075487" y="39712"/>
                  <a:pt x="1078065" y="44300"/>
                </a:cubicBezTo>
                <a:cubicBezTo>
                  <a:pt x="1081826" y="39712"/>
                  <a:pt x="1085881" y="36285"/>
                  <a:pt x="1090233" y="34019"/>
                </a:cubicBezTo>
                <a:cubicBezTo>
                  <a:pt x="1094584" y="31752"/>
                  <a:pt x="1099230" y="30619"/>
                  <a:pt x="1104172" y="30619"/>
                </a:cubicBezTo>
                <a:cubicBezTo>
                  <a:pt x="1110457" y="30619"/>
                  <a:pt x="1115776" y="31895"/>
                  <a:pt x="1120127" y="34447"/>
                </a:cubicBezTo>
                <a:cubicBezTo>
                  <a:pt x="1124478" y="36998"/>
                  <a:pt x="1127728" y="40745"/>
                  <a:pt x="1129877" y="45687"/>
                </a:cubicBezTo>
                <a:cubicBezTo>
                  <a:pt x="1131434" y="49340"/>
                  <a:pt x="1132213" y="55249"/>
                  <a:pt x="1132213" y="63414"/>
                </a:cubicBezTo>
                <a:lnTo>
                  <a:pt x="1132213" y="118126"/>
                </a:lnTo>
                <a:lnTo>
                  <a:pt x="1109571" y="118126"/>
                </a:lnTo>
                <a:lnTo>
                  <a:pt x="1109571" y="69271"/>
                </a:lnTo>
                <a:cubicBezTo>
                  <a:pt x="1109571" y="60794"/>
                  <a:pt x="1108792" y="55321"/>
                  <a:pt x="1107234" y="52854"/>
                </a:cubicBezTo>
                <a:cubicBezTo>
                  <a:pt x="1105139" y="49634"/>
                  <a:pt x="1101916" y="48024"/>
                  <a:pt x="1097565" y="48024"/>
                </a:cubicBezTo>
                <a:cubicBezTo>
                  <a:pt x="1094396" y="48024"/>
                  <a:pt x="1091414" y="48990"/>
                  <a:pt x="1088621" y="50922"/>
                </a:cubicBezTo>
                <a:cubicBezTo>
                  <a:pt x="1085828" y="52853"/>
                  <a:pt x="1083813" y="55683"/>
                  <a:pt x="1082578" y="59413"/>
                </a:cubicBezTo>
                <a:cubicBezTo>
                  <a:pt x="1081342" y="63142"/>
                  <a:pt x="1080724" y="69030"/>
                  <a:pt x="1080724" y="77080"/>
                </a:cubicBezTo>
                <a:lnTo>
                  <a:pt x="1080724" y="118126"/>
                </a:lnTo>
                <a:lnTo>
                  <a:pt x="1058082" y="118126"/>
                </a:lnTo>
                <a:lnTo>
                  <a:pt x="1058082" y="71283"/>
                </a:lnTo>
                <a:cubicBezTo>
                  <a:pt x="1058082" y="62967"/>
                  <a:pt x="1057679" y="57602"/>
                  <a:pt x="1056874" y="55188"/>
                </a:cubicBezTo>
                <a:cubicBezTo>
                  <a:pt x="1056068" y="52772"/>
                  <a:pt x="1054819" y="50974"/>
                  <a:pt x="1053127" y="49794"/>
                </a:cubicBezTo>
                <a:cubicBezTo>
                  <a:pt x="1051435" y="48614"/>
                  <a:pt x="1049138" y="48024"/>
                  <a:pt x="1046237" y="48024"/>
                </a:cubicBezTo>
                <a:cubicBezTo>
                  <a:pt x="1042746" y="48024"/>
                  <a:pt x="1039603" y="48963"/>
                  <a:pt x="1036810" y="50842"/>
                </a:cubicBezTo>
                <a:cubicBezTo>
                  <a:pt x="1034016" y="52719"/>
                  <a:pt x="1032015" y="55428"/>
                  <a:pt x="1030807" y="58970"/>
                </a:cubicBezTo>
                <a:cubicBezTo>
                  <a:pt x="1029598" y="62512"/>
                  <a:pt x="1028994" y="68387"/>
                  <a:pt x="1028994" y="76596"/>
                </a:cubicBezTo>
                <a:lnTo>
                  <a:pt x="1028994" y="118126"/>
                </a:lnTo>
                <a:lnTo>
                  <a:pt x="1006352" y="118126"/>
                </a:lnTo>
                <a:lnTo>
                  <a:pt x="1006352" y="32553"/>
                </a:lnTo>
                <a:close/>
                <a:moveTo>
                  <a:pt x="1154398" y="118126"/>
                </a:moveTo>
                <a:lnTo>
                  <a:pt x="1154398" y="95404"/>
                </a:lnTo>
                <a:lnTo>
                  <a:pt x="1177040" y="95404"/>
                </a:lnTo>
                <a:lnTo>
                  <a:pt x="1177040" y="118126"/>
                </a:lnTo>
                <a:lnTo>
                  <a:pt x="1154398" y="118126"/>
                </a:lnTo>
                <a:close/>
                <a:moveTo>
                  <a:pt x="1274562" y="57855"/>
                </a:moveTo>
                <a:lnTo>
                  <a:pt x="1252242" y="61883"/>
                </a:lnTo>
                <a:cubicBezTo>
                  <a:pt x="1251490" y="57452"/>
                  <a:pt x="1249784" y="54114"/>
                  <a:pt x="1247125" y="51872"/>
                </a:cubicBezTo>
                <a:cubicBezTo>
                  <a:pt x="1244466" y="49629"/>
                  <a:pt x="1241015" y="48508"/>
                  <a:pt x="1236771" y="48508"/>
                </a:cubicBezTo>
                <a:cubicBezTo>
                  <a:pt x="1231131" y="48508"/>
                  <a:pt x="1226632" y="50449"/>
                  <a:pt x="1223275" y="54332"/>
                </a:cubicBezTo>
                <a:cubicBezTo>
                  <a:pt x="1219917" y="58215"/>
                  <a:pt x="1218238" y="64708"/>
                  <a:pt x="1218238" y="73811"/>
                </a:cubicBezTo>
                <a:cubicBezTo>
                  <a:pt x="1218238" y="83934"/>
                  <a:pt x="1219944" y="91084"/>
                  <a:pt x="1223355" y="95263"/>
                </a:cubicBezTo>
                <a:cubicBezTo>
                  <a:pt x="1226766" y="99439"/>
                  <a:pt x="1231346" y="101527"/>
                  <a:pt x="1237094" y="101527"/>
                </a:cubicBezTo>
                <a:cubicBezTo>
                  <a:pt x="1241391" y="101527"/>
                  <a:pt x="1244910" y="100305"/>
                  <a:pt x="1247649" y="97861"/>
                </a:cubicBezTo>
                <a:cubicBezTo>
                  <a:pt x="1250389" y="95417"/>
                  <a:pt x="1252323" y="91214"/>
                  <a:pt x="1253451" y="85251"/>
                </a:cubicBezTo>
                <a:lnTo>
                  <a:pt x="1275690" y="89119"/>
                </a:lnTo>
                <a:cubicBezTo>
                  <a:pt x="1273380" y="99325"/>
                  <a:pt x="1268948" y="107034"/>
                  <a:pt x="1262395" y="112244"/>
                </a:cubicBezTo>
                <a:cubicBezTo>
                  <a:pt x="1255841" y="117455"/>
                  <a:pt x="1247058" y="120060"/>
                  <a:pt x="1236046" y="120060"/>
                </a:cubicBezTo>
                <a:cubicBezTo>
                  <a:pt x="1223530" y="120060"/>
                  <a:pt x="1213552" y="116112"/>
                  <a:pt x="1206112" y="108215"/>
                </a:cubicBezTo>
                <a:cubicBezTo>
                  <a:pt x="1198672" y="100319"/>
                  <a:pt x="1194952" y="89387"/>
                  <a:pt x="1194952" y="75420"/>
                </a:cubicBezTo>
                <a:cubicBezTo>
                  <a:pt x="1194952" y="61292"/>
                  <a:pt x="1198685" y="50294"/>
                  <a:pt x="1206152" y="42424"/>
                </a:cubicBezTo>
                <a:cubicBezTo>
                  <a:pt x="1213619" y="34554"/>
                  <a:pt x="1223718" y="30619"/>
                  <a:pt x="1236449" y="30619"/>
                </a:cubicBezTo>
                <a:cubicBezTo>
                  <a:pt x="1246870" y="30619"/>
                  <a:pt x="1255156" y="32862"/>
                  <a:pt x="1261307" y="37348"/>
                </a:cubicBezTo>
                <a:cubicBezTo>
                  <a:pt x="1267458" y="41833"/>
                  <a:pt x="1271876" y="48669"/>
                  <a:pt x="1274562" y="57855"/>
                </a:cubicBezTo>
                <a:close/>
                <a:moveTo>
                  <a:pt x="1285808" y="74131"/>
                </a:moveTo>
                <a:cubicBezTo>
                  <a:pt x="1285808" y="66611"/>
                  <a:pt x="1287661" y="59332"/>
                  <a:pt x="1291367" y="52295"/>
                </a:cubicBezTo>
                <a:cubicBezTo>
                  <a:pt x="1295074" y="45258"/>
                  <a:pt x="1300325" y="39886"/>
                  <a:pt x="1307120" y="36179"/>
                </a:cubicBezTo>
                <a:cubicBezTo>
                  <a:pt x="1313916" y="32473"/>
                  <a:pt x="1321503" y="30619"/>
                  <a:pt x="1329883" y="30619"/>
                </a:cubicBezTo>
                <a:cubicBezTo>
                  <a:pt x="1342829" y="30619"/>
                  <a:pt x="1353439" y="34823"/>
                  <a:pt x="1361711" y="43230"/>
                </a:cubicBezTo>
                <a:cubicBezTo>
                  <a:pt x="1369984" y="51637"/>
                  <a:pt x="1374120" y="62259"/>
                  <a:pt x="1374120" y="75098"/>
                </a:cubicBezTo>
                <a:cubicBezTo>
                  <a:pt x="1374120" y="88044"/>
                  <a:pt x="1369944" y="98774"/>
                  <a:pt x="1361591" y="107289"/>
                </a:cubicBezTo>
                <a:cubicBezTo>
                  <a:pt x="1353237" y="115803"/>
                  <a:pt x="1342722" y="120060"/>
                  <a:pt x="1330044" y="120060"/>
                </a:cubicBezTo>
                <a:cubicBezTo>
                  <a:pt x="1322202" y="120060"/>
                  <a:pt x="1314721" y="118288"/>
                  <a:pt x="1307604" y="114742"/>
                </a:cubicBezTo>
                <a:cubicBezTo>
                  <a:pt x="1300486" y="111197"/>
                  <a:pt x="1295074" y="105999"/>
                  <a:pt x="1291367" y="99150"/>
                </a:cubicBezTo>
                <a:cubicBezTo>
                  <a:pt x="1287661" y="92301"/>
                  <a:pt x="1285808" y="83962"/>
                  <a:pt x="1285808" y="74131"/>
                </a:cubicBezTo>
                <a:moveTo>
                  <a:pt x="1309014" y="75340"/>
                </a:moveTo>
                <a:cubicBezTo>
                  <a:pt x="1309014" y="83800"/>
                  <a:pt x="1311028" y="90280"/>
                  <a:pt x="1315057" y="94779"/>
                </a:cubicBezTo>
                <a:cubicBezTo>
                  <a:pt x="1319086" y="99278"/>
                  <a:pt x="1324055" y="101527"/>
                  <a:pt x="1329964" y="101527"/>
                </a:cubicBezTo>
                <a:cubicBezTo>
                  <a:pt x="1335873" y="101527"/>
                  <a:pt x="1340828" y="99278"/>
                  <a:pt x="1344830" y="94779"/>
                </a:cubicBezTo>
                <a:cubicBezTo>
                  <a:pt x="1348832" y="90280"/>
                  <a:pt x="1350833" y="83747"/>
                  <a:pt x="1350833" y="75179"/>
                </a:cubicBezTo>
                <a:cubicBezTo>
                  <a:pt x="1350833" y="66825"/>
                  <a:pt x="1348832" y="60399"/>
                  <a:pt x="1344830" y="55901"/>
                </a:cubicBezTo>
                <a:cubicBezTo>
                  <a:pt x="1340828" y="51402"/>
                  <a:pt x="1335873" y="49152"/>
                  <a:pt x="1329964" y="49152"/>
                </a:cubicBezTo>
                <a:cubicBezTo>
                  <a:pt x="1324055" y="49152"/>
                  <a:pt x="1319086" y="51402"/>
                  <a:pt x="1315057" y="55901"/>
                </a:cubicBezTo>
                <a:cubicBezTo>
                  <a:pt x="1311028" y="60399"/>
                  <a:pt x="1309014" y="66879"/>
                  <a:pt x="1309014" y="75340"/>
                </a:cubicBezTo>
                <a:close/>
                <a:moveTo>
                  <a:pt x="1389411" y="32553"/>
                </a:moveTo>
                <a:lnTo>
                  <a:pt x="1410281" y="32553"/>
                </a:lnTo>
                <a:lnTo>
                  <a:pt x="1410281" y="44237"/>
                </a:lnTo>
                <a:cubicBezTo>
                  <a:pt x="1417748" y="35159"/>
                  <a:pt x="1426638" y="30619"/>
                  <a:pt x="1436952" y="30619"/>
                </a:cubicBezTo>
                <a:cubicBezTo>
                  <a:pt x="1442431" y="30619"/>
                  <a:pt x="1447185" y="31752"/>
                  <a:pt x="1451214" y="34019"/>
                </a:cubicBezTo>
                <a:cubicBezTo>
                  <a:pt x="1455243" y="36285"/>
                  <a:pt x="1458547" y="39712"/>
                  <a:pt x="1461125" y="44300"/>
                </a:cubicBezTo>
                <a:cubicBezTo>
                  <a:pt x="1464886" y="39712"/>
                  <a:pt x="1468941" y="36285"/>
                  <a:pt x="1473292" y="34019"/>
                </a:cubicBezTo>
                <a:cubicBezTo>
                  <a:pt x="1477644" y="31752"/>
                  <a:pt x="1482290" y="30619"/>
                  <a:pt x="1487232" y="30619"/>
                </a:cubicBezTo>
                <a:cubicBezTo>
                  <a:pt x="1493517" y="30619"/>
                  <a:pt x="1498835" y="31895"/>
                  <a:pt x="1503187" y="34447"/>
                </a:cubicBezTo>
                <a:cubicBezTo>
                  <a:pt x="1507538" y="36998"/>
                  <a:pt x="1510788" y="40745"/>
                  <a:pt x="1512936" y="45687"/>
                </a:cubicBezTo>
                <a:cubicBezTo>
                  <a:pt x="1514494" y="49340"/>
                  <a:pt x="1515273" y="55249"/>
                  <a:pt x="1515273" y="63414"/>
                </a:cubicBezTo>
                <a:lnTo>
                  <a:pt x="1515273" y="118126"/>
                </a:lnTo>
                <a:lnTo>
                  <a:pt x="1492631" y="118126"/>
                </a:lnTo>
                <a:lnTo>
                  <a:pt x="1492631" y="69271"/>
                </a:lnTo>
                <a:cubicBezTo>
                  <a:pt x="1492631" y="60794"/>
                  <a:pt x="1491852" y="55321"/>
                  <a:pt x="1490294" y="52854"/>
                </a:cubicBezTo>
                <a:cubicBezTo>
                  <a:pt x="1488199" y="49634"/>
                  <a:pt x="1484976" y="48024"/>
                  <a:pt x="1480625" y="48024"/>
                </a:cubicBezTo>
                <a:cubicBezTo>
                  <a:pt x="1477456" y="48024"/>
                  <a:pt x="1474474" y="48990"/>
                  <a:pt x="1471681" y="50922"/>
                </a:cubicBezTo>
                <a:cubicBezTo>
                  <a:pt x="1468888" y="52853"/>
                  <a:pt x="1466873" y="55683"/>
                  <a:pt x="1465638" y="59413"/>
                </a:cubicBezTo>
                <a:cubicBezTo>
                  <a:pt x="1464402" y="63142"/>
                  <a:pt x="1463784" y="69030"/>
                  <a:pt x="1463784" y="77080"/>
                </a:cubicBezTo>
                <a:lnTo>
                  <a:pt x="1463784" y="118126"/>
                </a:lnTo>
                <a:lnTo>
                  <a:pt x="1441142" y="118126"/>
                </a:lnTo>
                <a:lnTo>
                  <a:pt x="1441142" y="71283"/>
                </a:lnTo>
                <a:cubicBezTo>
                  <a:pt x="1441142" y="62967"/>
                  <a:pt x="1440739" y="57602"/>
                  <a:pt x="1439933" y="55188"/>
                </a:cubicBezTo>
                <a:cubicBezTo>
                  <a:pt x="1439128" y="52772"/>
                  <a:pt x="1437879" y="50974"/>
                  <a:pt x="1436187" y="49794"/>
                </a:cubicBezTo>
                <a:cubicBezTo>
                  <a:pt x="1434494" y="48614"/>
                  <a:pt x="1432198" y="48024"/>
                  <a:pt x="1429297" y="48024"/>
                </a:cubicBezTo>
                <a:cubicBezTo>
                  <a:pt x="1425806" y="48024"/>
                  <a:pt x="1422663" y="48963"/>
                  <a:pt x="1419870" y="50842"/>
                </a:cubicBezTo>
                <a:cubicBezTo>
                  <a:pt x="1417076" y="52719"/>
                  <a:pt x="1415075" y="55428"/>
                  <a:pt x="1413867" y="58970"/>
                </a:cubicBezTo>
                <a:cubicBezTo>
                  <a:pt x="1412658" y="62512"/>
                  <a:pt x="1412054" y="68387"/>
                  <a:pt x="1412054" y="76596"/>
                </a:cubicBezTo>
                <a:lnTo>
                  <a:pt x="1412054" y="118126"/>
                </a:lnTo>
                <a:lnTo>
                  <a:pt x="1389411" y="118126"/>
                </a:lnTo>
                <a:lnTo>
                  <a:pt x="1389411" y="32553"/>
                </a:lnTo>
                <a:close/>
              </a:path>
            </a:pathLst>
          </a:custGeom>
          <a:solidFill xmlns:a="http://schemas.openxmlformats.org/drawingml/2006/main">
            <a:srgbClr val="BB55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E61F3-5955-4507-8FC8-9AB7A9A7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758" y="2574053"/>
            <a:ext cx="1838693" cy="334420"/>
          </a:xfrm>
          <a:custGeom xmlns:a="http://schemas.openxmlformats.org/drawingml/2006/main">
            <a:pathLst>
              <a:path w="1838693" h="334420">
                <a:moveTo>
                  <a:pt x="0" y="107989"/>
                </a:moveTo>
                <a:cubicBezTo>
                  <a:pt x="851" y="48043"/>
                  <a:pt x="48894" y="0"/>
                  <a:pt x="107526" y="463"/>
                </a:cubicBezTo>
                <a:lnTo>
                  <a:pt x="1731167" y="463"/>
                </a:lnTo>
                <a:cubicBezTo>
                  <a:pt x="1790082" y="0"/>
                  <a:pt x="1838125" y="48043"/>
                  <a:pt x="1838693" y="107989"/>
                </a:cubicBezTo>
                <a:lnTo>
                  <a:pt x="1838693" y="226267"/>
                </a:lnTo>
                <a:cubicBezTo>
                  <a:pt x="1838125" y="286377"/>
                  <a:pt x="1790082" y="334420"/>
                  <a:pt x="1731167" y="333793"/>
                </a:cubicBezTo>
                <a:lnTo>
                  <a:pt x="107526" y="333793"/>
                </a:lnTo>
                <a:cubicBezTo>
                  <a:pt x="48894" y="334420"/>
                  <a:pt x="851" y="286377"/>
                  <a:pt x="0" y="226267"/>
                </a:cubicBezTo>
                <a:lnTo>
                  <a:pt x="0" y="107989"/>
                </a:lnTo>
              </a:path>
            </a:pathLst>
          </a:custGeom>
          <a:solidFill xmlns:a="http://schemas.openxmlformats.org/drawingml/2006/main">
            <a:srgbClr val="FFFB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otherchild.victim.com">
            <a:extLst xmlns:a="http://schemas.openxmlformats.org/drawingml/2006/main">
              <a:ext uri="{FF2B5EF4-FFF2-40B4-BE49-F238E27FC236}">
                <a16:creationId xmlns:a16="http://schemas.microsoft.com/office/drawing/2014/main" id="{B9A13270-FAE8-43C3-ADFF-E16751EB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611" y="2683850"/>
            <a:ext cx="1543792" cy="114628"/>
          </a:xfrm>
          <a:custGeom xmlns:a="http://schemas.openxmlformats.org/drawingml/2006/main">
            <a:pathLst>
              <a:path w="1543792" h="114628">
                <a:moveTo>
                  <a:pt x="0" y="70777"/>
                </a:moveTo>
                <a:cubicBezTo>
                  <a:pt x="0" y="63597"/>
                  <a:pt x="1769" y="56647"/>
                  <a:pt x="5308" y="49928"/>
                </a:cubicBezTo>
                <a:cubicBezTo>
                  <a:pt x="8847" y="43210"/>
                  <a:pt x="13860" y="38081"/>
                  <a:pt x="20348" y="34542"/>
                </a:cubicBezTo>
                <a:cubicBezTo>
                  <a:pt x="26836" y="31003"/>
                  <a:pt x="34081" y="29234"/>
                  <a:pt x="42081" y="29234"/>
                </a:cubicBezTo>
                <a:cubicBezTo>
                  <a:pt x="54442" y="29234"/>
                  <a:pt x="64571" y="33247"/>
                  <a:pt x="72469" y="41274"/>
                </a:cubicBezTo>
                <a:cubicBezTo>
                  <a:pt x="80368" y="49300"/>
                  <a:pt x="84317" y="59442"/>
                  <a:pt x="84317" y="71700"/>
                </a:cubicBezTo>
                <a:cubicBezTo>
                  <a:pt x="84317" y="84060"/>
                  <a:pt x="80329" y="94305"/>
                  <a:pt x="72354" y="102434"/>
                </a:cubicBezTo>
                <a:cubicBezTo>
                  <a:pt x="64379" y="110563"/>
                  <a:pt x="54339" y="114628"/>
                  <a:pt x="42235" y="114628"/>
                </a:cubicBezTo>
                <a:cubicBezTo>
                  <a:pt x="34747" y="114628"/>
                  <a:pt x="27606" y="112935"/>
                  <a:pt x="20810" y="109550"/>
                </a:cubicBezTo>
                <a:cubicBezTo>
                  <a:pt x="14014" y="106165"/>
                  <a:pt x="8847" y="101203"/>
                  <a:pt x="5308" y="94664"/>
                </a:cubicBezTo>
                <a:cubicBezTo>
                  <a:pt x="1769" y="88125"/>
                  <a:pt x="0" y="80162"/>
                  <a:pt x="0" y="70777"/>
                </a:cubicBezTo>
                <a:moveTo>
                  <a:pt x="22156" y="71931"/>
                </a:moveTo>
                <a:cubicBezTo>
                  <a:pt x="22156" y="80009"/>
                  <a:pt x="24079" y="86195"/>
                  <a:pt x="27926" y="90490"/>
                </a:cubicBezTo>
                <a:cubicBezTo>
                  <a:pt x="31773" y="94786"/>
                  <a:pt x="36517" y="96933"/>
                  <a:pt x="42158" y="96933"/>
                </a:cubicBezTo>
                <a:cubicBezTo>
                  <a:pt x="47800" y="96933"/>
                  <a:pt x="52531" y="94786"/>
                  <a:pt x="56352" y="90490"/>
                </a:cubicBezTo>
                <a:cubicBezTo>
                  <a:pt x="60173" y="86195"/>
                  <a:pt x="62084" y="79957"/>
                  <a:pt x="62084" y="71777"/>
                </a:cubicBezTo>
                <a:cubicBezTo>
                  <a:pt x="62084" y="63802"/>
                  <a:pt x="60173" y="57666"/>
                  <a:pt x="56352" y="53371"/>
                </a:cubicBezTo>
                <a:cubicBezTo>
                  <a:pt x="52531" y="49076"/>
                  <a:pt x="47800" y="46928"/>
                  <a:pt x="42158" y="46928"/>
                </a:cubicBezTo>
                <a:cubicBezTo>
                  <a:pt x="36517" y="46928"/>
                  <a:pt x="31773" y="49076"/>
                  <a:pt x="27926" y="53371"/>
                </a:cubicBezTo>
                <a:cubicBezTo>
                  <a:pt x="24079" y="57666"/>
                  <a:pt x="22156" y="63853"/>
                  <a:pt x="22156" y="71931"/>
                </a:cubicBezTo>
                <a:close/>
                <a:moveTo>
                  <a:pt x="135058" y="31080"/>
                </a:moveTo>
                <a:lnTo>
                  <a:pt x="135058" y="48313"/>
                </a:lnTo>
                <a:lnTo>
                  <a:pt x="120287" y="48313"/>
                </a:lnTo>
                <a:lnTo>
                  <a:pt x="120287" y="81187"/>
                </a:lnTo>
                <a:cubicBezTo>
                  <a:pt x="120287" y="87844"/>
                  <a:pt x="120428" y="91724"/>
                  <a:pt x="120710" y="92825"/>
                </a:cubicBezTo>
                <a:cubicBezTo>
                  <a:pt x="120992" y="93924"/>
                  <a:pt x="121633" y="94833"/>
                  <a:pt x="122634" y="95551"/>
                </a:cubicBezTo>
                <a:cubicBezTo>
                  <a:pt x="123634" y="96268"/>
                  <a:pt x="124852" y="96626"/>
                  <a:pt x="126288" y="96626"/>
                </a:cubicBezTo>
                <a:cubicBezTo>
                  <a:pt x="128288" y="96626"/>
                  <a:pt x="131186" y="95933"/>
                  <a:pt x="134981" y="94549"/>
                </a:cubicBezTo>
                <a:lnTo>
                  <a:pt x="136827" y="111382"/>
                </a:lnTo>
                <a:cubicBezTo>
                  <a:pt x="131801" y="113546"/>
                  <a:pt x="126108" y="114628"/>
                  <a:pt x="119749" y="114628"/>
                </a:cubicBezTo>
                <a:cubicBezTo>
                  <a:pt x="115851" y="114628"/>
                  <a:pt x="112338" y="113974"/>
                  <a:pt x="109209" y="112666"/>
                </a:cubicBezTo>
                <a:cubicBezTo>
                  <a:pt x="106080" y="111358"/>
                  <a:pt x="103785" y="109666"/>
                  <a:pt x="102324" y="107588"/>
                </a:cubicBezTo>
                <a:cubicBezTo>
                  <a:pt x="100862" y="105511"/>
                  <a:pt x="99849" y="102703"/>
                  <a:pt x="99285" y="99164"/>
                </a:cubicBezTo>
                <a:cubicBezTo>
                  <a:pt x="98823" y="96651"/>
                  <a:pt x="98592" y="91574"/>
                  <a:pt x="98592" y="83932"/>
                </a:cubicBezTo>
                <a:lnTo>
                  <a:pt x="98592" y="48313"/>
                </a:lnTo>
                <a:lnTo>
                  <a:pt x="88668" y="48313"/>
                </a:lnTo>
                <a:lnTo>
                  <a:pt x="88668" y="31080"/>
                </a:lnTo>
                <a:lnTo>
                  <a:pt x="98592" y="31080"/>
                </a:lnTo>
                <a:lnTo>
                  <a:pt x="98592" y="14771"/>
                </a:lnTo>
                <a:lnTo>
                  <a:pt x="120287" y="2000"/>
                </a:lnTo>
                <a:lnTo>
                  <a:pt x="120287" y="31080"/>
                </a:lnTo>
                <a:lnTo>
                  <a:pt x="135058" y="31080"/>
                </a:lnTo>
                <a:close/>
                <a:moveTo>
                  <a:pt x="168416" y="0"/>
                </a:moveTo>
                <a:lnTo>
                  <a:pt x="168416" y="41524"/>
                </a:lnTo>
                <a:cubicBezTo>
                  <a:pt x="175391" y="33330"/>
                  <a:pt x="183725" y="29234"/>
                  <a:pt x="193418" y="29234"/>
                </a:cubicBezTo>
                <a:cubicBezTo>
                  <a:pt x="198393" y="29234"/>
                  <a:pt x="202881" y="30157"/>
                  <a:pt x="206881" y="32003"/>
                </a:cubicBezTo>
                <a:cubicBezTo>
                  <a:pt x="210882" y="33850"/>
                  <a:pt x="213895" y="36209"/>
                  <a:pt x="215921" y="39081"/>
                </a:cubicBezTo>
                <a:cubicBezTo>
                  <a:pt x="217947" y="41953"/>
                  <a:pt x="219331" y="45133"/>
                  <a:pt x="220075" y="48621"/>
                </a:cubicBezTo>
                <a:cubicBezTo>
                  <a:pt x="220819" y="52108"/>
                  <a:pt x="221190" y="57519"/>
                  <a:pt x="221190" y="64853"/>
                </a:cubicBezTo>
                <a:lnTo>
                  <a:pt x="221190" y="112781"/>
                </a:lnTo>
                <a:lnTo>
                  <a:pt x="199573" y="112781"/>
                </a:lnTo>
                <a:lnTo>
                  <a:pt x="199573" y="69673"/>
                </a:lnTo>
                <a:cubicBezTo>
                  <a:pt x="199573" y="61118"/>
                  <a:pt x="199162" y="55688"/>
                  <a:pt x="198342" y="53383"/>
                </a:cubicBezTo>
                <a:cubicBezTo>
                  <a:pt x="197521" y="51077"/>
                  <a:pt x="196072" y="49245"/>
                  <a:pt x="193995" y="47887"/>
                </a:cubicBezTo>
                <a:cubicBezTo>
                  <a:pt x="191918" y="46530"/>
                  <a:pt x="189315" y="45851"/>
                  <a:pt x="186187" y="45851"/>
                </a:cubicBezTo>
                <a:cubicBezTo>
                  <a:pt x="182597" y="45851"/>
                  <a:pt x="179391" y="46722"/>
                  <a:pt x="176570" y="48464"/>
                </a:cubicBezTo>
                <a:cubicBezTo>
                  <a:pt x="173750" y="50206"/>
                  <a:pt x="171685" y="52832"/>
                  <a:pt x="170377" y="56340"/>
                </a:cubicBezTo>
                <a:cubicBezTo>
                  <a:pt x="169070" y="59849"/>
                  <a:pt x="168416" y="65036"/>
                  <a:pt x="168416" y="71902"/>
                </a:cubicBezTo>
                <a:lnTo>
                  <a:pt x="168416" y="112781"/>
                </a:lnTo>
                <a:lnTo>
                  <a:pt x="146798" y="112781"/>
                </a:lnTo>
                <a:lnTo>
                  <a:pt x="146798" y="0"/>
                </a:lnTo>
                <a:lnTo>
                  <a:pt x="168416" y="0"/>
                </a:lnTo>
                <a:close/>
                <a:moveTo>
                  <a:pt x="286780" y="86779"/>
                </a:moveTo>
                <a:lnTo>
                  <a:pt x="308321" y="90471"/>
                </a:lnTo>
                <a:cubicBezTo>
                  <a:pt x="305551" y="98344"/>
                  <a:pt x="301179" y="104338"/>
                  <a:pt x="295204" y="108454"/>
                </a:cubicBezTo>
                <a:cubicBezTo>
                  <a:pt x="289229" y="112570"/>
                  <a:pt x="281754" y="114628"/>
                  <a:pt x="272779" y="114628"/>
                </a:cubicBezTo>
                <a:cubicBezTo>
                  <a:pt x="258572" y="114628"/>
                  <a:pt x="248058" y="109986"/>
                  <a:pt x="241237" y="100703"/>
                </a:cubicBezTo>
                <a:cubicBezTo>
                  <a:pt x="235851" y="93266"/>
                  <a:pt x="233159" y="83881"/>
                  <a:pt x="233159" y="72546"/>
                </a:cubicBezTo>
                <a:cubicBezTo>
                  <a:pt x="233159" y="59006"/>
                  <a:pt x="236698" y="48403"/>
                  <a:pt x="243775" y="40735"/>
                </a:cubicBezTo>
                <a:cubicBezTo>
                  <a:pt x="250853" y="33068"/>
                  <a:pt x="259803" y="29234"/>
                  <a:pt x="270624" y="29234"/>
                </a:cubicBezTo>
                <a:cubicBezTo>
                  <a:pt x="282780" y="29234"/>
                  <a:pt x="292370" y="33247"/>
                  <a:pt x="299397" y="41274"/>
                </a:cubicBezTo>
                <a:cubicBezTo>
                  <a:pt x="306423" y="49300"/>
                  <a:pt x="309782" y="61596"/>
                  <a:pt x="309475" y="78162"/>
                </a:cubicBezTo>
                <a:lnTo>
                  <a:pt x="255315" y="78162"/>
                </a:lnTo>
                <a:cubicBezTo>
                  <a:pt x="255469" y="84573"/>
                  <a:pt x="257213" y="89561"/>
                  <a:pt x="260546" y="93125"/>
                </a:cubicBezTo>
                <a:cubicBezTo>
                  <a:pt x="263880" y="96690"/>
                  <a:pt x="268034" y="98472"/>
                  <a:pt x="273009" y="98472"/>
                </a:cubicBezTo>
                <a:cubicBezTo>
                  <a:pt x="276394" y="98472"/>
                  <a:pt x="279241" y="97549"/>
                  <a:pt x="281549" y="95703"/>
                </a:cubicBezTo>
                <a:cubicBezTo>
                  <a:pt x="283857" y="93856"/>
                  <a:pt x="285600" y="90882"/>
                  <a:pt x="286780" y="86779"/>
                </a:cubicBezTo>
                <a:moveTo>
                  <a:pt x="288011" y="64930"/>
                </a:moveTo>
                <a:cubicBezTo>
                  <a:pt x="287857" y="58699"/>
                  <a:pt x="286242" y="53961"/>
                  <a:pt x="283164" y="50717"/>
                </a:cubicBezTo>
                <a:cubicBezTo>
                  <a:pt x="280087" y="47473"/>
                  <a:pt x="276343" y="45851"/>
                  <a:pt x="271932" y="45851"/>
                </a:cubicBezTo>
                <a:cubicBezTo>
                  <a:pt x="267214" y="45851"/>
                  <a:pt x="263316" y="47562"/>
                  <a:pt x="260239" y="50984"/>
                </a:cubicBezTo>
                <a:cubicBezTo>
                  <a:pt x="257161" y="54407"/>
                  <a:pt x="255648" y="59056"/>
                  <a:pt x="255700" y="64930"/>
                </a:cubicBezTo>
                <a:lnTo>
                  <a:pt x="288011" y="64930"/>
                </a:lnTo>
                <a:close/>
                <a:moveTo>
                  <a:pt x="344539" y="112781"/>
                </a:moveTo>
                <a:lnTo>
                  <a:pt x="322922" y="112781"/>
                </a:lnTo>
                <a:lnTo>
                  <a:pt x="322922" y="31080"/>
                </a:lnTo>
                <a:lnTo>
                  <a:pt x="343001" y="31080"/>
                </a:lnTo>
                <a:lnTo>
                  <a:pt x="343001" y="42697"/>
                </a:lnTo>
                <a:cubicBezTo>
                  <a:pt x="346437" y="37209"/>
                  <a:pt x="349527" y="33593"/>
                  <a:pt x="352271" y="31850"/>
                </a:cubicBezTo>
                <a:cubicBezTo>
                  <a:pt x="355015" y="30106"/>
                  <a:pt x="358131" y="29234"/>
                  <a:pt x="361618" y="29234"/>
                </a:cubicBezTo>
                <a:cubicBezTo>
                  <a:pt x="366542" y="29234"/>
                  <a:pt x="371286" y="30593"/>
                  <a:pt x="375851" y="33311"/>
                </a:cubicBezTo>
                <a:lnTo>
                  <a:pt x="369157" y="52159"/>
                </a:lnTo>
                <a:cubicBezTo>
                  <a:pt x="365516" y="49800"/>
                  <a:pt x="362131" y="48621"/>
                  <a:pt x="359003" y="48621"/>
                </a:cubicBezTo>
                <a:cubicBezTo>
                  <a:pt x="355977" y="48621"/>
                  <a:pt x="353412" y="49454"/>
                  <a:pt x="351309" y="51121"/>
                </a:cubicBezTo>
                <a:cubicBezTo>
                  <a:pt x="349207" y="52788"/>
                  <a:pt x="347553" y="55801"/>
                  <a:pt x="346347" y="60160"/>
                </a:cubicBezTo>
                <a:cubicBezTo>
                  <a:pt x="345142" y="64520"/>
                  <a:pt x="344539" y="73649"/>
                  <a:pt x="344539" y="87548"/>
                </a:cubicBezTo>
                <a:lnTo>
                  <a:pt x="344539" y="112781"/>
                </a:lnTo>
                <a:close/>
                <a:moveTo>
                  <a:pt x="453326" y="55237"/>
                </a:moveTo>
                <a:lnTo>
                  <a:pt x="432016" y="59083"/>
                </a:lnTo>
                <a:cubicBezTo>
                  <a:pt x="431298" y="54852"/>
                  <a:pt x="429670" y="51666"/>
                  <a:pt x="427131" y="49525"/>
                </a:cubicBezTo>
                <a:cubicBezTo>
                  <a:pt x="424592" y="47383"/>
                  <a:pt x="421297" y="46313"/>
                  <a:pt x="417245" y="46313"/>
                </a:cubicBezTo>
                <a:cubicBezTo>
                  <a:pt x="411860" y="46313"/>
                  <a:pt x="407565" y="48166"/>
                  <a:pt x="404359" y="51873"/>
                </a:cubicBezTo>
                <a:cubicBezTo>
                  <a:pt x="401154" y="55580"/>
                  <a:pt x="399551" y="61780"/>
                  <a:pt x="399551" y="70471"/>
                </a:cubicBezTo>
                <a:cubicBezTo>
                  <a:pt x="399551" y="80136"/>
                  <a:pt x="401179" y="86963"/>
                  <a:pt x="404436" y="90952"/>
                </a:cubicBezTo>
                <a:cubicBezTo>
                  <a:pt x="407693" y="94940"/>
                  <a:pt x="412065" y="96933"/>
                  <a:pt x="417553" y="96933"/>
                </a:cubicBezTo>
                <a:cubicBezTo>
                  <a:pt x="421656" y="96933"/>
                  <a:pt x="425015" y="95767"/>
                  <a:pt x="427631" y="93433"/>
                </a:cubicBezTo>
                <a:cubicBezTo>
                  <a:pt x="430247" y="91099"/>
                  <a:pt x="432093" y="87086"/>
                  <a:pt x="433170" y="81393"/>
                </a:cubicBezTo>
                <a:lnTo>
                  <a:pt x="454403" y="85086"/>
                </a:lnTo>
                <a:cubicBezTo>
                  <a:pt x="452198" y="94831"/>
                  <a:pt x="447967" y="102190"/>
                  <a:pt x="441709" y="107165"/>
                </a:cubicBezTo>
                <a:cubicBezTo>
                  <a:pt x="435452" y="112140"/>
                  <a:pt x="427067" y="114628"/>
                  <a:pt x="416553" y="114628"/>
                </a:cubicBezTo>
                <a:cubicBezTo>
                  <a:pt x="404603" y="114628"/>
                  <a:pt x="395076" y="110858"/>
                  <a:pt x="387973" y="103319"/>
                </a:cubicBezTo>
                <a:cubicBezTo>
                  <a:pt x="380870" y="95779"/>
                  <a:pt x="377318" y="85342"/>
                  <a:pt x="377318" y="72008"/>
                </a:cubicBezTo>
                <a:cubicBezTo>
                  <a:pt x="377318" y="58519"/>
                  <a:pt x="380882" y="48018"/>
                  <a:pt x="388011" y="40504"/>
                </a:cubicBezTo>
                <a:cubicBezTo>
                  <a:pt x="395140" y="32991"/>
                  <a:pt x="404782" y="29234"/>
                  <a:pt x="416938" y="29234"/>
                </a:cubicBezTo>
                <a:cubicBezTo>
                  <a:pt x="426887" y="29234"/>
                  <a:pt x="434798" y="31375"/>
                  <a:pt x="440671" y="35658"/>
                </a:cubicBezTo>
                <a:cubicBezTo>
                  <a:pt x="446543" y="39940"/>
                  <a:pt x="450762" y="46467"/>
                  <a:pt x="453326" y="55237"/>
                </a:cubicBezTo>
                <a:close/>
                <a:moveTo>
                  <a:pt x="488007" y="0"/>
                </a:moveTo>
                <a:lnTo>
                  <a:pt x="488007" y="41524"/>
                </a:lnTo>
                <a:cubicBezTo>
                  <a:pt x="494982" y="33330"/>
                  <a:pt x="503316" y="29234"/>
                  <a:pt x="513010" y="29234"/>
                </a:cubicBezTo>
                <a:cubicBezTo>
                  <a:pt x="517985" y="29234"/>
                  <a:pt x="522472" y="30157"/>
                  <a:pt x="526473" y="32003"/>
                </a:cubicBezTo>
                <a:cubicBezTo>
                  <a:pt x="530473" y="33850"/>
                  <a:pt x="533486" y="36209"/>
                  <a:pt x="535512" y="39081"/>
                </a:cubicBezTo>
                <a:cubicBezTo>
                  <a:pt x="537538" y="41953"/>
                  <a:pt x="538923" y="45133"/>
                  <a:pt x="539666" y="48621"/>
                </a:cubicBezTo>
                <a:cubicBezTo>
                  <a:pt x="540410" y="52108"/>
                  <a:pt x="540782" y="57519"/>
                  <a:pt x="540782" y="64853"/>
                </a:cubicBezTo>
                <a:lnTo>
                  <a:pt x="540782" y="112781"/>
                </a:lnTo>
                <a:lnTo>
                  <a:pt x="519164" y="112781"/>
                </a:lnTo>
                <a:lnTo>
                  <a:pt x="519164" y="69673"/>
                </a:lnTo>
                <a:cubicBezTo>
                  <a:pt x="519164" y="61118"/>
                  <a:pt x="518754" y="55688"/>
                  <a:pt x="517933" y="53383"/>
                </a:cubicBezTo>
                <a:cubicBezTo>
                  <a:pt x="517113" y="51077"/>
                  <a:pt x="515664" y="49245"/>
                  <a:pt x="513587" y="47887"/>
                </a:cubicBezTo>
                <a:cubicBezTo>
                  <a:pt x="511509" y="46530"/>
                  <a:pt x="508907" y="45851"/>
                  <a:pt x="505778" y="45851"/>
                </a:cubicBezTo>
                <a:cubicBezTo>
                  <a:pt x="502188" y="45851"/>
                  <a:pt x="498983" y="46722"/>
                  <a:pt x="496162" y="48464"/>
                </a:cubicBezTo>
                <a:cubicBezTo>
                  <a:pt x="493341" y="50206"/>
                  <a:pt x="491277" y="52832"/>
                  <a:pt x="489969" y="56340"/>
                </a:cubicBezTo>
                <a:cubicBezTo>
                  <a:pt x="488661" y="59849"/>
                  <a:pt x="488007" y="65036"/>
                  <a:pt x="488007" y="71902"/>
                </a:cubicBezTo>
                <a:lnTo>
                  <a:pt x="488007" y="112781"/>
                </a:lnTo>
                <a:lnTo>
                  <a:pt x="466389" y="112781"/>
                </a:lnTo>
                <a:lnTo>
                  <a:pt x="466389" y="0"/>
                </a:lnTo>
                <a:lnTo>
                  <a:pt x="488007" y="0"/>
                </a:lnTo>
                <a:close/>
                <a:moveTo>
                  <a:pt x="559057" y="20002"/>
                </a:moveTo>
                <a:lnTo>
                  <a:pt x="559057" y="0"/>
                </a:lnTo>
                <a:lnTo>
                  <a:pt x="580675" y="0"/>
                </a:lnTo>
                <a:lnTo>
                  <a:pt x="580675" y="20002"/>
                </a:lnTo>
                <a:lnTo>
                  <a:pt x="559057" y="20002"/>
                </a:lnTo>
                <a:moveTo>
                  <a:pt x="559057" y="112781"/>
                </a:moveTo>
                <a:lnTo>
                  <a:pt x="559057" y="31080"/>
                </a:lnTo>
                <a:lnTo>
                  <a:pt x="580675" y="31080"/>
                </a:lnTo>
                <a:lnTo>
                  <a:pt x="580675" y="112781"/>
                </a:lnTo>
                <a:lnTo>
                  <a:pt x="559057" y="112781"/>
                </a:lnTo>
                <a:close/>
                <a:moveTo>
                  <a:pt x="599381" y="112781"/>
                </a:moveTo>
                <a:lnTo>
                  <a:pt x="599381" y="0"/>
                </a:lnTo>
                <a:lnTo>
                  <a:pt x="620999" y="0"/>
                </a:lnTo>
                <a:lnTo>
                  <a:pt x="620999" y="112781"/>
                </a:lnTo>
                <a:lnTo>
                  <a:pt x="599381" y="112781"/>
                </a:lnTo>
                <a:close/>
                <a:moveTo>
                  <a:pt x="714634" y="112781"/>
                </a:moveTo>
                <a:lnTo>
                  <a:pt x="694555" y="112781"/>
                </a:lnTo>
                <a:lnTo>
                  <a:pt x="694555" y="100780"/>
                </a:lnTo>
                <a:cubicBezTo>
                  <a:pt x="691221" y="105447"/>
                  <a:pt x="687285" y="108922"/>
                  <a:pt x="682746" y="111204"/>
                </a:cubicBezTo>
                <a:cubicBezTo>
                  <a:pt x="678207" y="113486"/>
                  <a:pt x="673630" y="114628"/>
                  <a:pt x="669014" y="114628"/>
                </a:cubicBezTo>
                <a:cubicBezTo>
                  <a:pt x="659628" y="114628"/>
                  <a:pt x="651589" y="110845"/>
                  <a:pt x="644896" y="103280"/>
                </a:cubicBezTo>
                <a:cubicBezTo>
                  <a:pt x="638203" y="95715"/>
                  <a:pt x="634856" y="85163"/>
                  <a:pt x="634856" y="71623"/>
                </a:cubicBezTo>
                <a:cubicBezTo>
                  <a:pt x="634856" y="57775"/>
                  <a:pt x="638113" y="47249"/>
                  <a:pt x="644627" y="40043"/>
                </a:cubicBezTo>
                <a:cubicBezTo>
                  <a:pt x="651140" y="32837"/>
                  <a:pt x="659372" y="29234"/>
                  <a:pt x="669322" y="29234"/>
                </a:cubicBezTo>
                <a:cubicBezTo>
                  <a:pt x="678451" y="29234"/>
                  <a:pt x="686349" y="33029"/>
                  <a:pt x="693016" y="40620"/>
                </a:cubicBezTo>
                <a:lnTo>
                  <a:pt x="693016" y="0"/>
                </a:lnTo>
                <a:lnTo>
                  <a:pt x="714634" y="0"/>
                </a:lnTo>
                <a:lnTo>
                  <a:pt x="714634" y="112781"/>
                </a:lnTo>
                <a:moveTo>
                  <a:pt x="656936" y="70202"/>
                </a:moveTo>
                <a:cubicBezTo>
                  <a:pt x="656936" y="78908"/>
                  <a:pt x="658141" y="85207"/>
                  <a:pt x="660551" y="89098"/>
                </a:cubicBezTo>
                <a:cubicBezTo>
                  <a:pt x="664039" y="94732"/>
                  <a:pt x="668911" y="97549"/>
                  <a:pt x="675168" y="97549"/>
                </a:cubicBezTo>
                <a:cubicBezTo>
                  <a:pt x="680143" y="97549"/>
                  <a:pt x="684374" y="95436"/>
                  <a:pt x="687862" y="91212"/>
                </a:cubicBezTo>
                <a:cubicBezTo>
                  <a:pt x="691350" y="86987"/>
                  <a:pt x="693093" y="80675"/>
                  <a:pt x="693093" y="72277"/>
                </a:cubicBezTo>
                <a:cubicBezTo>
                  <a:pt x="693093" y="62904"/>
                  <a:pt x="691401" y="56157"/>
                  <a:pt x="688016" y="52034"/>
                </a:cubicBezTo>
                <a:cubicBezTo>
                  <a:pt x="684631" y="47912"/>
                  <a:pt x="680297" y="45851"/>
                  <a:pt x="675014" y="45851"/>
                </a:cubicBezTo>
                <a:cubicBezTo>
                  <a:pt x="669886" y="45851"/>
                  <a:pt x="665590" y="47887"/>
                  <a:pt x="662128" y="51957"/>
                </a:cubicBezTo>
                <a:cubicBezTo>
                  <a:pt x="658667" y="56028"/>
                  <a:pt x="656936" y="62110"/>
                  <a:pt x="656936" y="70202"/>
                </a:cubicBezTo>
                <a:close/>
                <a:moveTo>
                  <a:pt x="732293" y="112781"/>
                </a:moveTo>
                <a:lnTo>
                  <a:pt x="732293" y="91087"/>
                </a:lnTo>
                <a:lnTo>
                  <a:pt x="753911" y="91087"/>
                </a:lnTo>
                <a:lnTo>
                  <a:pt x="753911" y="112781"/>
                </a:lnTo>
                <a:lnTo>
                  <a:pt x="732293" y="112781"/>
                </a:lnTo>
                <a:close/>
                <a:moveTo>
                  <a:pt x="795080" y="112781"/>
                </a:moveTo>
                <a:lnTo>
                  <a:pt x="762153" y="31080"/>
                </a:lnTo>
                <a:lnTo>
                  <a:pt x="784848" y="31080"/>
                </a:lnTo>
                <a:lnTo>
                  <a:pt x="800234" y="72777"/>
                </a:lnTo>
                <a:lnTo>
                  <a:pt x="804696" y="86702"/>
                </a:lnTo>
                <a:cubicBezTo>
                  <a:pt x="805876" y="83163"/>
                  <a:pt x="806620" y="80829"/>
                  <a:pt x="806927" y="79701"/>
                </a:cubicBezTo>
                <a:cubicBezTo>
                  <a:pt x="807645" y="77393"/>
                  <a:pt x="808415" y="75085"/>
                  <a:pt x="809235" y="72777"/>
                </a:cubicBezTo>
                <a:lnTo>
                  <a:pt x="824775" y="31080"/>
                </a:lnTo>
                <a:lnTo>
                  <a:pt x="847008" y="31080"/>
                </a:lnTo>
                <a:lnTo>
                  <a:pt x="814543" y="112781"/>
                </a:lnTo>
                <a:lnTo>
                  <a:pt x="795080" y="112781"/>
                </a:lnTo>
                <a:close/>
                <a:moveTo>
                  <a:pt x="856994" y="20002"/>
                </a:moveTo>
                <a:lnTo>
                  <a:pt x="856994" y="0"/>
                </a:lnTo>
                <a:lnTo>
                  <a:pt x="878612" y="0"/>
                </a:lnTo>
                <a:lnTo>
                  <a:pt x="878612" y="20002"/>
                </a:lnTo>
                <a:lnTo>
                  <a:pt x="856994" y="20002"/>
                </a:lnTo>
                <a:moveTo>
                  <a:pt x="856994" y="112781"/>
                </a:moveTo>
                <a:lnTo>
                  <a:pt x="856994" y="31080"/>
                </a:lnTo>
                <a:lnTo>
                  <a:pt x="878612" y="31080"/>
                </a:lnTo>
                <a:lnTo>
                  <a:pt x="878612" y="112781"/>
                </a:lnTo>
                <a:lnTo>
                  <a:pt x="856994" y="112781"/>
                </a:lnTo>
                <a:close/>
                <a:moveTo>
                  <a:pt x="968555" y="55237"/>
                </a:moveTo>
                <a:lnTo>
                  <a:pt x="947245" y="59083"/>
                </a:lnTo>
                <a:cubicBezTo>
                  <a:pt x="946527" y="54852"/>
                  <a:pt x="944899" y="51666"/>
                  <a:pt x="942360" y="49525"/>
                </a:cubicBezTo>
                <a:cubicBezTo>
                  <a:pt x="939821" y="47383"/>
                  <a:pt x="936526" y="46313"/>
                  <a:pt x="932474" y="46313"/>
                </a:cubicBezTo>
                <a:cubicBezTo>
                  <a:pt x="927089" y="46313"/>
                  <a:pt x="922794" y="48166"/>
                  <a:pt x="919588" y="51873"/>
                </a:cubicBezTo>
                <a:cubicBezTo>
                  <a:pt x="916383" y="55580"/>
                  <a:pt x="914780" y="61780"/>
                  <a:pt x="914780" y="70471"/>
                </a:cubicBezTo>
                <a:cubicBezTo>
                  <a:pt x="914780" y="80136"/>
                  <a:pt x="916408" y="86963"/>
                  <a:pt x="919665" y="90952"/>
                </a:cubicBezTo>
                <a:cubicBezTo>
                  <a:pt x="922922" y="94940"/>
                  <a:pt x="927294" y="96933"/>
                  <a:pt x="932782" y="96933"/>
                </a:cubicBezTo>
                <a:cubicBezTo>
                  <a:pt x="936885" y="96933"/>
                  <a:pt x="940244" y="95767"/>
                  <a:pt x="942860" y="93433"/>
                </a:cubicBezTo>
                <a:cubicBezTo>
                  <a:pt x="945476" y="91099"/>
                  <a:pt x="947322" y="87086"/>
                  <a:pt x="948399" y="81393"/>
                </a:cubicBezTo>
                <a:lnTo>
                  <a:pt x="969632" y="85086"/>
                </a:lnTo>
                <a:cubicBezTo>
                  <a:pt x="967427" y="94831"/>
                  <a:pt x="963195" y="102190"/>
                  <a:pt x="956938" y="107165"/>
                </a:cubicBezTo>
                <a:cubicBezTo>
                  <a:pt x="950681" y="112140"/>
                  <a:pt x="942296" y="114628"/>
                  <a:pt x="931782" y="114628"/>
                </a:cubicBezTo>
                <a:cubicBezTo>
                  <a:pt x="919832" y="114628"/>
                  <a:pt x="910305" y="110858"/>
                  <a:pt x="903202" y="103319"/>
                </a:cubicBezTo>
                <a:cubicBezTo>
                  <a:pt x="896099" y="95779"/>
                  <a:pt x="892547" y="85342"/>
                  <a:pt x="892547" y="72008"/>
                </a:cubicBezTo>
                <a:cubicBezTo>
                  <a:pt x="892547" y="58519"/>
                  <a:pt x="896111" y="48018"/>
                  <a:pt x="903240" y="40504"/>
                </a:cubicBezTo>
                <a:cubicBezTo>
                  <a:pt x="910369" y="32991"/>
                  <a:pt x="920011" y="29234"/>
                  <a:pt x="932167" y="29234"/>
                </a:cubicBezTo>
                <a:cubicBezTo>
                  <a:pt x="942116" y="29234"/>
                  <a:pt x="950027" y="31375"/>
                  <a:pt x="955900" y="35658"/>
                </a:cubicBezTo>
                <a:cubicBezTo>
                  <a:pt x="961772" y="39940"/>
                  <a:pt x="965991" y="46467"/>
                  <a:pt x="968555" y="55237"/>
                </a:cubicBezTo>
                <a:close/>
                <a:moveTo>
                  <a:pt x="1019161" y="31080"/>
                </a:moveTo>
                <a:lnTo>
                  <a:pt x="1019161" y="48313"/>
                </a:lnTo>
                <a:lnTo>
                  <a:pt x="1004390" y="48313"/>
                </a:lnTo>
                <a:lnTo>
                  <a:pt x="1004390" y="81187"/>
                </a:lnTo>
                <a:cubicBezTo>
                  <a:pt x="1004390" y="87844"/>
                  <a:pt x="1004531" y="91724"/>
                  <a:pt x="1004813" y="92825"/>
                </a:cubicBezTo>
                <a:cubicBezTo>
                  <a:pt x="1005095" y="93924"/>
                  <a:pt x="1005736" y="94833"/>
                  <a:pt x="1006736" y="95551"/>
                </a:cubicBezTo>
                <a:cubicBezTo>
                  <a:pt x="1007736" y="96268"/>
                  <a:pt x="1008955" y="96626"/>
                  <a:pt x="1010391" y="96626"/>
                </a:cubicBezTo>
                <a:cubicBezTo>
                  <a:pt x="1012391" y="96626"/>
                  <a:pt x="1015289" y="95933"/>
                  <a:pt x="1019084" y="94549"/>
                </a:cubicBezTo>
                <a:lnTo>
                  <a:pt x="1020930" y="111382"/>
                </a:lnTo>
                <a:cubicBezTo>
                  <a:pt x="1015904" y="113546"/>
                  <a:pt x="1010211" y="114628"/>
                  <a:pt x="1003851" y="114628"/>
                </a:cubicBezTo>
                <a:cubicBezTo>
                  <a:pt x="999954" y="114628"/>
                  <a:pt x="996440" y="113974"/>
                  <a:pt x="993312" y="112666"/>
                </a:cubicBezTo>
                <a:cubicBezTo>
                  <a:pt x="990183" y="111358"/>
                  <a:pt x="987888" y="109666"/>
                  <a:pt x="986426" y="107588"/>
                </a:cubicBezTo>
                <a:cubicBezTo>
                  <a:pt x="984965" y="105511"/>
                  <a:pt x="983952" y="102703"/>
                  <a:pt x="983388" y="99164"/>
                </a:cubicBezTo>
                <a:cubicBezTo>
                  <a:pt x="982926" y="96651"/>
                  <a:pt x="982695" y="91574"/>
                  <a:pt x="982695" y="83932"/>
                </a:cubicBezTo>
                <a:lnTo>
                  <a:pt x="982695" y="48313"/>
                </a:lnTo>
                <a:lnTo>
                  <a:pt x="972771" y="48313"/>
                </a:lnTo>
                <a:lnTo>
                  <a:pt x="972771" y="31080"/>
                </a:lnTo>
                <a:lnTo>
                  <a:pt x="982695" y="31080"/>
                </a:lnTo>
                <a:lnTo>
                  <a:pt x="982695" y="14771"/>
                </a:lnTo>
                <a:lnTo>
                  <a:pt x="1004390" y="2000"/>
                </a:lnTo>
                <a:lnTo>
                  <a:pt x="1004390" y="31080"/>
                </a:lnTo>
                <a:lnTo>
                  <a:pt x="1019161" y="31080"/>
                </a:lnTo>
                <a:close/>
                <a:moveTo>
                  <a:pt x="1030978" y="20002"/>
                </a:moveTo>
                <a:lnTo>
                  <a:pt x="1030978" y="0"/>
                </a:lnTo>
                <a:lnTo>
                  <a:pt x="1052595" y="0"/>
                </a:lnTo>
                <a:lnTo>
                  <a:pt x="1052595" y="20002"/>
                </a:lnTo>
                <a:lnTo>
                  <a:pt x="1030978" y="20002"/>
                </a:lnTo>
                <a:moveTo>
                  <a:pt x="1030978" y="112781"/>
                </a:moveTo>
                <a:lnTo>
                  <a:pt x="1030978" y="31080"/>
                </a:lnTo>
                <a:lnTo>
                  <a:pt x="1052595" y="31080"/>
                </a:lnTo>
                <a:lnTo>
                  <a:pt x="1052595" y="112781"/>
                </a:lnTo>
                <a:lnTo>
                  <a:pt x="1030978" y="112781"/>
                </a:lnTo>
                <a:close/>
                <a:moveTo>
                  <a:pt x="1069684" y="31080"/>
                </a:moveTo>
                <a:lnTo>
                  <a:pt x="1089609" y="31080"/>
                </a:lnTo>
                <a:lnTo>
                  <a:pt x="1089609" y="42235"/>
                </a:lnTo>
                <a:cubicBezTo>
                  <a:pt x="1096738" y="33568"/>
                  <a:pt x="1105227" y="29234"/>
                  <a:pt x="1115074" y="29234"/>
                </a:cubicBezTo>
                <a:cubicBezTo>
                  <a:pt x="1120305" y="29234"/>
                  <a:pt x="1124844" y="30316"/>
                  <a:pt x="1128691" y="32479"/>
                </a:cubicBezTo>
                <a:cubicBezTo>
                  <a:pt x="1132537" y="34643"/>
                  <a:pt x="1135691" y="37915"/>
                  <a:pt x="1138153" y="42295"/>
                </a:cubicBezTo>
                <a:cubicBezTo>
                  <a:pt x="1141743" y="37915"/>
                  <a:pt x="1145615" y="34643"/>
                  <a:pt x="1149770" y="32479"/>
                </a:cubicBezTo>
                <a:cubicBezTo>
                  <a:pt x="1153924" y="30316"/>
                  <a:pt x="1158360" y="29234"/>
                  <a:pt x="1163079" y="29234"/>
                </a:cubicBezTo>
                <a:cubicBezTo>
                  <a:pt x="1169079" y="29234"/>
                  <a:pt x="1174157" y="30452"/>
                  <a:pt x="1178311" y="32888"/>
                </a:cubicBezTo>
                <a:cubicBezTo>
                  <a:pt x="1182466" y="35324"/>
                  <a:pt x="1185568" y="38902"/>
                  <a:pt x="1187620" y="43620"/>
                </a:cubicBezTo>
                <a:cubicBezTo>
                  <a:pt x="1189107" y="47108"/>
                  <a:pt x="1189851" y="52749"/>
                  <a:pt x="1189851" y="60545"/>
                </a:cubicBezTo>
                <a:lnTo>
                  <a:pt x="1189851" y="112781"/>
                </a:lnTo>
                <a:lnTo>
                  <a:pt x="1168233" y="112781"/>
                </a:lnTo>
                <a:lnTo>
                  <a:pt x="1168233" y="66137"/>
                </a:lnTo>
                <a:cubicBezTo>
                  <a:pt x="1168233" y="58043"/>
                  <a:pt x="1167490" y="52818"/>
                  <a:pt x="1166002" y="50462"/>
                </a:cubicBezTo>
                <a:cubicBezTo>
                  <a:pt x="1164002" y="47388"/>
                  <a:pt x="1160925" y="45851"/>
                  <a:pt x="1156770" y="45851"/>
                </a:cubicBezTo>
                <a:cubicBezTo>
                  <a:pt x="1153745" y="45851"/>
                  <a:pt x="1150898" y="46773"/>
                  <a:pt x="1148231" y="48618"/>
                </a:cubicBezTo>
                <a:cubicBezTo>
                  <a:pt x="1145564" y="50461"/>
                  <a:pt x="1143641" y="53164"/>
                  <a:pt x="1142461" y="56725"/>
                </a:cubicBezTo>
                <a:cubicBezTo>
                  <a:pt x="1141282" y="60284"/>
                  <a:pt x="1140692" y="65907"/>
                  <a:pt x="1140692" y="73592"/>
                </a:cubicBezTo>
                <a:lnTo>
                  <a:pt x="1140692" y="112781"/>
                </a:lnTo>
                <a:lnTo>
                  <a:pt x="1119074" y="112781"/>
                </a:lnTo>
                <a:lnTo>
                  <a:pt x="1119074" y="68058"/>
                </a:lnTo>
                <a:cubicBezTo>
                  <a:pt x="1119074" y="60118"/>
                  <a:pt x="1118689" y="54995"/>
                  <a:pt x="1117920" y="52691"/>
                </a:cubicBezTo>
                <a:cubicBezTo>
                  <a:pt x="1117151" y="50384"/>
                  <a:pt x="1115958" y="48668"/>
                  <a:pt x="1114343" y="47541"/>
                </a:cubicBezTo>
                <a:cubicBezTo>
                  <a:pt x="1112727" y="46414"/>
                  <a:pt x="1110535" y="45851"/>
                  <a:pt x="1107765" y="45851"/>
                </a:cubicBezTo>
                <a:cubicBezTo>
                  <a:pt x="1104432" y="45851"/>
                  <a:pt x="1101431" y="46748"/>
                  <a:pt x="1098764" y="48541"/>
                </a:cubicBezTo>
                <a:cubicBezTo>
                  <a:pt x="1096097" y="50333"/>
                  <a:pt x="1094187" y="52920"/>
                  <a:pt x="1093033" y="56302"/>
                </a:cubicBezTo>
                <a:cubicBezTo>
                  <a:pt x="1091879" y="59683"/>
                  <a:pt x="1091302" y="65293"/>
                  <a:pt x="1091302" y="73130"/>
                </a:cubicBezTo>
                <a:lnTo>
                  <a:pt x="1091302" y="112781"/>
                </a:lnTo>
                <a:lnTo>
                  <a:pt x="1069684" y="112781"/>
                </a:lnTo>
                <a:lnTo>
                  <a:pt x="1069684" y="31080"/>
                </a:lnTo>
                <a:close/>
                <a:moveTo>
                  <a:pt x="1207947" y="112781"/>
                </a:moveTo>
                <a:lnTo>
                  <a:pt x="1207947" y="91087"/>
                </a:lnTo>
                <a:lnTo>
                  <a:pt x="1229565" y="91087"/>
                </a:lnTo>
                <a:lnTo>
                  <a:pt x="1229565" y="112781"/>
                </a:lnTo>
                <a:lnTo>
                  <a:pt x="1207947" y="112781"/>
                </a:lnTo>
                <a:close/>
                <a:moveTo>
                  <a:pt x="1319509" y="55237"/>
                </a:moveTo>
                <a:lnTo>
                  <a:pt x="1298199" y="59083"/>
                </a:lnTo>
                <a:cubicBezTo>
                  <a:pt x="1297481" y="54852"/>
                  <a:pt x="1295853" y="51666"/>
                  <a:pt x="1293314" y="49525"/>
                </a:cubicBezTo>
                <a:cubicBezTo>
                  <a:pt x="1290775" y="47383"/>
                  <a:pt x="1287480" y="46313"/>
                  <a:pt x="1283428" y="46313"/>
                </a:cubicBezTo>
                <a:cubicBezTo>
                  <a:pt x="1278043" y="46313"/>
                  <a:pt x="1273748" y="48166"/>
                  <a:pt x="1270542" y="51873"/>
                </a:cubicBezTo>
                <a:cubicBezTo>
                  <a:pt x="1267337" y="55580"/>
                  <a:pt x="1265734" y="61780"/>
                  <a:pt x="1265734" y="70471"/>
                </a:cubicBezTo>
                <a:cubicBezTo>
                  <a:pt x="1265734" y="80136"/>
                  <a:pt x="1267363" y="86963"/>
                  <a:pt x="1270619" y="90952"/>
                </a:cubicBezTo>
                <a:cubicBezTo>
                  <a:pt x="1273876" y="94940"/>
                  <a:pt x="1278248" y="96933"/>
                  <a:pt x="1283736" y="96933"/>
                </a:cubicBezTo>
                <a:cubicBezTo>
                  <a:pt x="1287839" y="96933"/>
                  <a:pt x="1291198" y="95767"/>
                  <a:pt x="1293814" y="93433"/>
                </a:cubicBezTo>
                <a:cubicBezTo>
                  <a:pt x="1296430" y="91099"/>
                  <a:pt x="1298276" y="87086"/>
                  <a:pt x="1299353" y="81393"/>
                </a:cubicBezTo>
                <a:lnTo>
                  <a:pt x="1320586" y="85086"/>
                </a:lnTo>
                <a:cubicBezTo>
                  <a:pt x="1318381" y="94831"/>
                  <a:pt x="1314150" y="102190"/>
                  <a:pt x="1307893" y="107165"/>
                </a:cubicBezTo>
                <a:cubicBezTo>
                  <a:pt x="1301635" y="112140"/>
                  <a:pt x="1293250" y="114628"/>
                  <a:pt x="1282736" y="114628"/>
                </a:cubicBezTo>
                <a:cubicBezTo>
                  <a:pt x="1270786" y="114628"/>
                  <a:pt x="1261259" y="110858"/>
                  <a:pt x="1254156" y="103319"/>
                </a:cubicBezTo>
                <a:cubicBezTo>
                  <a:pt x="1247053" y="95779"/>
                  <a:pt x="1243501" y="85342"/>
                  <a:pt x="1243501" y="72008"/>
                </a:cubicBezTo>
                <a:cubicBezTo>
                  <a:pt x="1243501" y="58519"/>
                  <a:pt x="1247066" y="48018"/>
                  <a:pt x="1254194" y="40504"/>
                </a:cubicBezTo>
                <a:cubicBezTo>
                  <a:pt x="1261323" y="32991"/>
                  <a:pt x="1270966" y="29234"/>
                  <a:pt x="1283121" y="29234"/>
                </a:cubicBezTo>
                <a:cubicBezTo>
                  <a:pt x="1293070" y="29234"/>
                  <a:pt x="1300982" y="31375"/>
                  <a:pt x="1306854" y="35658"/>
                </a:cubicBezTo>
                <a:cubicBezTo>
                  <a:pt x="1312726" y="39940"/>
                  <a:pt x="1316945" y="46467"/>
                  <a:pt x="1319509" y="55237"/>
                </a:cubicBezTo>
                <a:close/>
                <a:moveTo>
                  <a:pt x="1327648" y="70777"/>
                </a:moveTo>
                <a:cubicBezTo>
                  <a:pt x="1327648" y="63597"/>
                  <a:pt x="1329417" y="56647"/>
                  <a:pt x="1332956" y="49928"/>
                </a:cubicBezTo>
                <a:cubicBezTo>
                  <a:pt x="1336495" y="43210"/>
                  <a:pt x="1341508" y="38081"/>
                  <a:pt x="1347996" y="34542"/>
                </a:cubicBezTo>
                <a:cubicBezTo>
                  <a:pt x="1354484" y="31003"/>
                  <a:pt x="1361729" y="29234"/>
                  <a:pt x="1369729" y="29234"/>
                </a:cubicBezTo>
                <a:cubicBezTo>
                  <a:pt x="1382090" y="29234"/>
                  <a:pt x="1392219" y="33247"/>
                  <a:pt x="1400117" y="41274"/>
                </a:cubicBezTo>
                <a:cubicBezTo>
                  <a:pt x="1408016" y="49300"/>
                  <a:pt x="1411965" y="59442"/>
                  <a:pt x="1411965" y="71700"/>
                </a:cubicBezTo>
                <a:cubicBezTo>
                  <a:pt x="1411965" y="84060"/>
                  <a:pt x="1407977" y="94305"/>
                  <a:pt x="1400002" y="102434"/>
                </a:cubicBezTo>
                <a:cubicBezTo>
                  <a:pt x="1392027" y="110563"/>
                  <a:pt x="1381987" y="114628"/>
                  <a:pt x="1369883" y="114628"/>
                </a:cubicBezTo>
                <a:cubicBezTo>
                  <a:pt x="1362395" y="114628"/>
                  <a:pt x="1355253" y="112935"/>
                  <a:pt x="1348458" y="109550"/>
                </a:cubicBezTo>
                <a:cubicBezTo>
                  <a:pt x="1341662" y="106165"/>
                  <a:pt x="1336495" y="101203"/>
                  <a:pt x="1332956" y="94664"/>
                </a:cubicBezTo>
                <a:cubicBezTo>
                  <a:pt x="1329417" y="88125"/>
                  <a:pt x="1327648" y="80162"/>
                  <a:pt x="1327648" y="70777"/>
                </a:cubicBezTo>
                <a:moveTo>
                  <a:pt x="1349804" y="71931"/>
                </a:moveTo>
                <a:cubicBezTo>
                  <a:pt x="1349804" y="80009"/>
                  <a:pt x="1351727" y="86195"/>
                  <a:pt x="1355574" y="90490"/>
                </a:cubicBezTo>
                <a:cubicBezTo>
                  <a:pt x="1359421" y="94786"/>
                  <a:pt x="1364165" y="96933"/>
                  <a:pt x="1369806" y="96933"/>
                </a:cubicBezTo>
                <a:cubicBezTo>
                  <a:pt x="1375448" y="96933"/>
                  <a:pt x="1380179" y="94786"/>
                  <a:pt x="1384000" y="90490"/>
                </a:cubicBezTo>
                <a:cubicBezTo>
                  <a:pt x="1387821" y="86195"/>
                  <a:pt x="1389731" y="79957"/>
                  <a:pt x="1389731" y="71777"/>
                </a:cubicBezTo>
                <a:cubicBezTo>
                  <a:pt x="1389731" y="63802"/>
                  <a:pt x="1387821" y="57666"/>
                  <a:pt x="1384000" y="53371"/>
                </a:cubicBezTo>
                <a:cubicBezTo>
                  <a:pt x="1380179" y="49076"/>
                  <a:pt x="1375448" y="46928"/>
                  <a:pt x="1369806" y="46928"/>
                </a:cubicBezTo>
                <a:cubicBezTo>
                  <a:pt x="1364165" y="46928"/>
                  <a:pt x="1359421" y="49076"/>
                  <a:pt x="1355574" y="53371"/>
                </a:cubicBezTo>
                <a:cubicBezTo>
                  <a:pt x="1351727" y="57666"/>
                  <a:pt x="1349804" y="63853"/>
                  <a:pt x="1349804" y="71931"/>
                </a:cubicBezTo>
                <a:close/>
                <a:moveTo>
                  <a:pt x="1423625" y="31080"/>
                </a:moveTo>
                <a:lnTo>
                  <a:pt x="1443551" y="31080"/>
                </a:lnTo>
                <a:lnTo>
                  <a:pt x="1443551" y="42235"/>
                </a:lnTo>
                <a:cubicBezTo>
                  <a:pt x="1450680" y="33568"/>
                  <a:pt x="1459168" y="29234"/>
                  <a:pt x="1469015" y="29234"/>
                </a:cubicBezTo>
                <a:cubicBezTo>
                  <a:pt x="1474246" y="29234"/>
                  <a:pt x="1478785" y="30316"/>
                  <a:pt x="1482632" y="32479"/>
                </a:cubicBezTo>
                <a:cubicBezTo>
                  <a:pt x="1486478" y="34643"/>
                  <a:pt x="1489632" y="37915"/>
                  <a:pt x="1492094" y="42295"/>
                </a:cubicBezTo>
                <a:cubicBezTo>
                  <a:pt x="1495684" y="37915"/>
                  <a:pt x="1499557" y="34643"/>
                  <a:pt x="1503711" y="32479"/>
                </a:cubicBezTo>
                <a:cubicBezTo>
                  <a:pt x="1507865" y="30316"/>
                  <a:pt x="1512301" y="29234"/>
                  <a:pt x="1517020" y="29234"/>
                </a:cubicBezTo>
                <a:cubicBezTo>
                  <a:pt x="1523021" y="29234"/>
                  <a:pt x="1528098" y="30452"/>
                  <a:pt x="1532252" y="32888"/>
                </a:cubicBezTo>
                <a:cubicBezTo>
                  <a:pt x="1536407" y="35324"/>
                  <a:pt x="1539510" y="38902"/>
                  <a:pt x="1541561" y="43620"/>
                </a:cubicBezTo>
                <a:cubicBezTo>
                  <a:pt x="1543048" y="47108"/>
                  <a:pt x="1543792" y="52749"/>
                  <a:pt x="1543792" y="60545"/>
                </a:cubicBezTo>
                <a:lnTo>
                  <a:pt x="1543792" y="112781"/>
                </a:lnTo>
                <a:lnTo>
                  <a:pt x="1522174" y="112781"/>
                </a:lnTo>
                <a:lnTo>
                  <a:pt x="1522174" y="66137"/>
                </a:lnTo>
                <a:cubicBezTo>
                  <a:pt x="1522174" y="58043"/>
                  <a:pt x="1521431" y="52818"/>
                  <a:pt x="1519943" y="50462"/>
                </a:cubicBezTo>
                <a:cubicBezTo>
                  <a:pt x="1517943" y="47388"/>
                  <a:pt x="1514866" y="45851"/>
                  <a:pt x="1510712" y="45851"/>
                </a:cubicBezTo>
                <a:cubicBezTo>
                  <a:pt x="1507686" y="45851"/>
                  <a:pt x="1504839" y="46773"/>
                  <a:pt x="1502172" y="48618"/>
                </a:cubicBezTo>
                <a:cubicBezTo>
                  <a:pt x="1499505" y="50461"/>
                  <a:pt x="1497582" y="53164"/>
                  <a:pt x="1496402" y="56725"/>
                </a:cubicBezTo>
                <a:cubicBezTo>
                  <a:pt x="1495223" y="60284"/>
                  <a:pt x="1494633" y="65907"/>
                  <a:pt x="1494633" y="73592"/>
                </a:cubicBezTo>
                <a:lnTo>
                  <a:pt x="1494633" y="112781"/>
                </a:lnTo>
                <a:lnTo>
                  <a:pt x="1473015" y="112781"/>
                </a:lnTo>
                <a:lnTo>
                  <a:pt x="1473015" y="68058"/>
                </a:lnTo>
                <a:cubicBezTo>
                  <a:pt x="1473015" y="60118"/>
                  <a:pt x="1472631" y="54995"/>
                  <a:pt x="1471861" y="52691"/>
                </a:cubicBezTo>
                <a:cubicBezTo>
                  <a:pt x="1471092" y="50384"/>
                  <a:pt x="1469900" y="48668"/>
                  <a:pt x="1468284" y="47541"/>
                </a:cubicBezTo>
                <a:cubicBezTo>
                  <a:pt x="1466668" y="46414"/>
                  <a:pt x="1464476" y="45851"/>
                  <a:pt x="1461706" y="45851"/>
                </a:cubicBezTo>
                <a:cubicBezTo>
                  <a:pt x="1458373" y="45851"/>
                  <a:pt x="1455372" y="46748"/>
                  <a:pt x="1452705" y="48541"/>
                </a:cubicBezTo>
                <a:cubicBezTo>
                  <a:pt x="1450038" y="50333"/>
                  <a:pt x="1448128" y="52920"/>
                  <a:pt x="1446974" y="56302"/>
                </a:cubicBezTo>
                <a:cubicBezTo>
                  <a:pt x="1445820" y="59683"/>
                  <a:pt x="1445243" y="65293"/>
                  <a:pt x="1445243" y="73130"/>
                </a:cubicBezTo>
                <a:lnTo>
                  <a:pt x="1445243" y="112781"/>
                </a:lnTo>
                <a:lnTo>
                  <a:pt x="1423625" y="112781"/>
                </a:lnTo>
                <a:lnTo>
                  <a:pt x="1423625" y="310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228f27b7548fb"/>
          <a:stretch xmlns:a="http://schemas.openxmlformats.org/drawingml/2006/main"/>
        </p:blipFill>
        <p:spPr>
          <a:xfrm xmlns:a="http://schemas.openxmlformats.org/drawingml/2006/main">
            <a:off x="5298609" y="1841548"/>
            <a:ext cx="450384" cy="450384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ba605c86e4aca"/>
          <a:stretch xmlns:a="http://schemas.openxmlformats.org/drawingml/2006/main"/>
        </p:blipFill>
        <p:spPr>
          <a:xfrm xmlns:a="http://schemas.openxmlformats.org/drawingml/2006/main">
            <a:off x="5298609" y="3004844"/>
            <a:ext cx="435017" cy="435017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D7539-8EDE-4A92-B4B5-12AD5999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600" y="2404983"/>
            <a:ext cx="1814499" cy="22401"/>
          </a:xfrm>
          <a:custGeom xmlns:a="http://schemas.openxmlformats.org/drawingml/2006/main">
            <a:pathLst>
              <a:path w="1814499" h="22401">
                <a:moveTo>
                  <a:pt x="0" y="0"/>
                </a:moveTo>
                <a:lnTo>
                  <a:pt x="89605" y="0"/>
                </a:lnTo>
                <a:lnTo>
                  <a:pt x="89605" y="22401"/>
                </a:lnTo>
                <a:lnTo>
                  <a:pt x="0" y="22401"/>
                </a:lnTo>
                <a:lnTo>
                  <a:pt x="0" y="0"/>
                </a:lnTo>
                <a:close/>
                <a:moveTo>
                  <a:pt x="156809" y="0"/>
                </a:moveTo>
                <a:lnTo>
                  <a:pt x="246414" y="0"/>
                </a:lnTo>
                <a:lnTo>
                  <a:pt x="246414" y="22401"/>
                </a:lnTo>
                <a:lnTo>
                  <a:pt x="156809" y="22401"/>
                </a:lnTo>
                <a:lnTo>
                  <a:pt x="156809" y="0"/>
                </a:lnTo>
                <a:close/>
                <a:moveTo>
                  <a:pt x="313617" y="0"/>
                </a:moveTo>
                <a:lnTo>
                  <a:pt x="403222" y="0"/>
                </a:lnTo>
                <a:lnTo>
                  <a:pt x="403222" y="22401"/>
                </a:lnTo>
                <a:lnTo>
                  <a:pt x="313617" y="22401"/>
                </a:lnTo>
                <a:lnTo>
                  <a:pt x="313617" y="0"/>
                </a:lnTo>
                <a:close/>
                <a:moveTo>
                  <a:pt x="470426" y="0"/>
                </a:moveTo>
                <a:lnTo>
                  <a:pt x="560031" y="0"/>
                </a:lnTo>
                <a:lnTo>
                  <a:pt x="560031" y="22401"/>
                </a:lnTo>
                <a:lnTo>
                  <a:pt x="470426" y="22401"/>
                </a:lnTo>
                <a:lnTo>
                  <a:pt x="470426" y="0"/>
                </a:lnTo>
                <a:close/>
                <a:moveTo>
                  <a:pt x="627234" y="0"/>
                </a:moveTo>
                <a:lnTo>
                  <a:pt x="716839" y="0"/>
                </a:lnTo>
                <a:lnTo>
                  <a:pt x="716839" y="22401"/>
                </a:lnTo>
                <a:lnTo>
                  <a:pt x="627234" y="22401"/>
                </a:lnTo>
                <a:lnTo>
                  <a:pt x="627234" y="0"/>
                </a:lnTo>
                <a:close/>
                <a:moveTo>
                  <a:pt x="784043" y="0"/>
                </a:moveTo>
                <a:lnTo>
                  <a:pt x="873648" y="0"/>
                </a:lnTo>
                <a:lnTo>
                  <a:pt x="873648" y="22401"/>
                </a:lnTo>
                <a:lnTo>
                  <a:pt x="784043" y="22401"/>
                </a:lnTo>
                <a:lnTo>
                  <a:pt x="784043" y="0"/>
                </a:lnTo>
                <a:close/>
                <a:moveTo>
                  <a:pt x="940852" y="0"/>
                </a:moveTo>
                <a:lnTo>
                  <a:pt x="1030457" y="0"/>
                </a:lnTo>
                <a:lnTo>
                  <a:pt x="1030457" y="22401"/>
                </a:lnTo>
                <a:lnTo>
                  <a:pt x="940852" y="22401"/>
                </a:lnTo>
                <a:lnTo>
                  <a:pt x="940852" y="0"/>
                </a:lnTo>
                <a:close/>
                <a:moveTo>
                  <a:pt x="1097660" y="0"/>
                </a:moveTo>
                <a:lnTo>
                  <a:pt x="1187265" y="0"/>
                </a:lnTo>
                <a:lnTo>
                  <a:pt x="1187265" y="22401"/>
                </a:lnTo>
                <a:lnTo>
                  <a:pt x="1097660" y="22401"/>
                </a:lnTo>
                <a:lnTo>
                  <a:pt x="1097660" y="0"/>
                </a:lnTo>
                <a:close/>
                <a:moveTo>
                  <a:pt x="1254469" y="0"/>
                </a:moveTo>
                <a:lnTo>
                  <a:pt x="1344074" y="0"/>
                </a:lnTo>
                <a:lnTo>
                  <a:pt x="1344074" y="22401"/>
                </a:lnTo>
                <a:lnTo>
                  <a:pt x="1254469" y="22401"/>
                </a:lnTo>
                <a:lnTo>
                  <a:pt x="1254469" y="0"/>
                </a:lnTo>
                <a:close/>
                <a:moveTo>
                  <a:pt x="1411277" y="0"/>
                </a:moveTo>
                <a:lnTo>
                  <a:pt x="1500882" y="0"/>
                </a:lnTo>
                <a:lnTo>
                  <a:pt x="1500882" y="22401"/>
                </a:lnTo>
                <a:lnTo>
                  <a:pt x="1411277" y="22401"/>
                </a:lnTo>
                <a:lnTo>
                  <a:pt x="1411277" y="0"/>
                </a:lnTo>
                <a:close/>
                <a:moveTo>
                  <a:pt x="1568086" y="0"/>
                </a:moveTo>
                <a:lnTo>
                  <a:pt x="1657691" y="0"/>
                </a:lnTo>
                <a:lnTo>
                  <a:pt x="1657691" y="22401"/>
                </a:lnTo>
                <a:lnTo>
                  <a:pt x="1568086" y="22401"/>
                </a:lnTo>
                <a:lnTo>
                  <a:pt x="1568086" y="0"/>
                </a:lnTo>
                <a:close/>
                <a:moveTo>
                  <a:pt x="1724895" y="0"/>
                </a:moveTo>
                <a:lnTo>
                  <a:pt x="1814499" y="0"/>
                </a:lnTo>
                <a:lnTo>
                  <a:pt x="1814499" y="22401"/>
                </a:lnTo>
                <a:lnTo>
                  <a:pt x="1724895" y="22401"/>
                </a:lnTo>
                <a:lnTo>
                  <a:pt x="1724895" y="0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Subdomaincreated">
            <a:extLst xmlns:a="http://schemas.openxmlformats.org/drawingml/2006/main">
              <a:ext uri="{FF2B5EF4-FFF2-40B4-BE49-F238E27FC236}">
                <a16:creationId xmlns:a16="http://schemas.microsoft.com/office/drawing/2014/main" id="{ECB48014-A775-48BF-A7FD-5FD52851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217" y="1872645"/>
            <a:ext cx="1276400" cy="109995"/>
          </a:xfrm>
          <a:custGeom xmlns:a="http://schemas.openxmlformats.org/drawingml/2006/main">
            <a:pathLst>
              <a:path w="1276400" h="109995">
                <a:moveTo>
                  <a:pt x="0" y="74007"/>
                </a:moveTo>
                <a:lnTo>
                  <a:pt x="13278" y="72846"/>
                </a:lnTo>
                <a:cubicBezTo>
                  <a:pt x="13907" y="78167"/>
                  <a:pt x="15370" y="82533"/>
                  <a:pt x="17667" y="85943"/>
                </a:cubicBezTo>
                <a:cubicBezTo>
                  <a:pt x="19965" y="89353"/>
                  <a:pt x="23532" y="92110"/>
                  <a:pt x="28369" y="94214"/>
                </a:cubicBezTo>
                <a:cubicBezTo>
                  <a:pt x="33206" y="96318"/>
                  <a:pt x="38648" y="97370"/>
                  <a:pt x="44695" y="97370"/>
                </a:cubicBezTo>
                <a:cubicBezTo>
                  <a:pt x="50064" y="97370"/>
                  <a:pt x="54804" y="96572"/>
                  <a:pt x="58916" y="94976"/>
                </a:cubicBezTo>
                <a:cubicBezTo>
                  <a:pt x="63027" y="93380"/>
                  <a:pt x="66086" y="91191"/>
                  <a:pt x="68094" y="88410"/>
                </a:cubicBezTo>
                <a:cubicBezTo>
                  <a:pt x="70101" y="85628"/>
                  <a:pt x="71105" y="82593"/>
                  <a:pt x="71105" y="79304"/>
                </a:cubicBezTo>
                <a:cubicBezTo>
                  <a:pt x="71105" y="75966"/>
                  <a:pt x="70138" y="73052"/>
                  <a:pt x="68203" y="70561"/>
                </a:cubicBezTo>
                <a:cubicBezTo>
                  <a:pt x="66268" y="68070"/>
                  <a:pt x="63075" y="65978"/>
                  <a:pt x="58625" y="64285"/>
                </a:cubicBezTo>
                <a:cubicBezTo>
                  <a:pt x="55771" y="63172"/>
                  <a:pt x="49459" y="61443"/>
                  <a:pt x="39688" y="59097"/>
                </a:cubicBezTo>
                <a:cubicBezTo>
                  <a:pt x="29917" y="56751"/>
                  <a:pt x="23073" y="54538"/>
                  <a:pt x="19155" y="52458"/>
                </a:cubicBezTo>
                <a:cubicBezTo>
                  <a:pt x="14076" y="49798"/>
                  <a:pt x="10291" y="46496"/>
                  <a:pt x="7800" y="42554"/>
                </a:cubicBezTo>
                <a:cubicBezTo>
                  <a:pt x="5309" y="38612"/>
                  <a:pt x="4063" y="34198"/>
                  <a:pt x="4063" y="29313"/>
                </a:cubicBezTo>
                <a:cubicBezTo>
                  <a:pt x="4063" y="23943"/>
                  <a:pt x="5587" y="18925"/>
                  <a:pt x="8634" y="14257"/>
                </a:cubicBezTo>
                <a:cubicBezTo>
                  <a:pt x="11682" y="9589"/>
                  <a:pt x="16132" y="6046"/>
                  <a:pt x="21984" y="3628"/>
                </a:cubicBezTo>
                <a:cubicBezTo>
                  <a:pt x="27837" y="1209"/>
                  <a:pt x="34343" y="0"/>
                  <a:pt x="41502" y="0"/>
                </a:cubicBezTo>
                <a:cubicBezTo>
                  <a:pt x="49386" y="0"/>
                  <a:pt x="56340" y="1270"/>
                  <a:pt x="62362" y="3809"/>
                </a:cubicBezTo>
                <a:cubicBezTo>
                  <a:pt x="68384" y="6349"/>
                  <a:pt x="73016" y="10085"/>
                  <a:pt x="76256" y="15019"/>
                </a:cubicBezTo>
                <a:cubicBezTo>
                  <a:pt x="79497" y="19953"/>
                  <a:pt x="81239" y="25540"/>
                  <a:pt x="81480" y="31780"/>
                </a:cubicBezTo>
                <a:lnTo>
                  <a:pt x="67985" y="32795"/>
                </a:lnTo>
                <a:cubicBezTo>
                  <a:pt x="67259" y="26048"/>
                  <a:pt x="64805" y="20951"/>
                  <a:pt x="60621" y="17504"/>
                </a:cubicBezTo>
                <a:cubicBezTo>
                  <a:pt x="56437" y="14058"/>
                  <a:pt x="50257" y="12335"/>
                  <a:pt x="42083" y="12335"/>
                </a:cubicBezTo>
                <a:cubicBezTo>
                  <a:pt x="33569" y="12335"/>
                  <a:pt x="27366" y="13896"/>
                  <a:pt x="23472" y="17019"/>
                </a:cubicBezTo>
                <a:cubicBezTo>
                  <a:pt x="19578" y="20140"/>
                  <a:pt x="17631" y="23903"/>
                  <a:pt x="17631" y="28308"/>
                </a:cubicBezTo>
                <a:cubicBezTo>
                  <a:pt x="17631" y="32133"/>
                  <a:pt x="19010" y="35279"/>
                  <a:pt x="21767" y="37747"/>
                </a:cubicBezTo>
                <a:cubicBezTo>
                  <a:pt x="24476" y="40217"/>
                  <a:pt x="31550" y="42747"/>
                  <a:pt x="42989" y="45336"/>
                </a:cubicBezTo>
                <a:cubicBezTo>
                  <a:pt x="54429" y="47926"/>
                  <a:pt x="62277" y="50188"/>
                  <a:pt x="66534" y="52125"/>
                </a:cubicBezTo>
                <a:cubicBezTo>
                  <a:pt x="72725" y="54980"/>
                  <a:pt x="77296" y="58599"/>
                  <a:pt x="80247" y="62981"/>
                </a:cubicBezTo>
                <a:cubicBezTo>
                  <a:pt x="83198" y="67361"/>
                  <a:pt x="84673" y="72408"/>
                  <a:pt x="84673" y="78120"/>
                </a:cubicBezTo>
                <a:cubicBezTo>
                  <a:pt x="84673" y="83783"/>
                  <a:pt x="83052" y="89119"/>
                  <a:pt x="79812" y="94130"/>
                </a:cubicBezTo>
                <a:cubicBezTo>
                  <a:pt x="76571" y="99140"/>
                  <a:pt x="71915" y="103036"/>
                  <a:pt x="65845" y="105821"/>
                </a:cubicBezTo>
                <a:cubicBezTo>
                  <a:pt x="59774" y="108604"/>
                  <a:pt x="52942" y="109995"/>
                  <a:pt x="45348" y="109995"/>
                </a:cubicBezTo>
                <a:cubicBezTo>
                  <a:pt x="35722" y="109995"/>
                  <a:pt x="27656" y="108592"/>
                  <a:pt x="21150" y="105787"/>
                </a:cubicBezTo>
                <a:cubicBezTo>
                  <a:pt x="14644" y="102981"/>
                  <a:pt x="9541" y="98761"/>
                  <a:pt x="5841" y="93126"/>
                </a:cubicBezTo>
                <a:cubicBezTo>
                  <a:pt x="2140" y="87491"/>
                  <a:pt x="193" y="81118"/>
                  <a:pt x="0" y="74007"/>
                </a:cubicBezTo>
                <a:close/>
                <a:moveTo>
                  <a:pt x="152946" y="108254"/>
                </a:moveTo>
                <a:lnTo>
                  <a:pt x="152946" y="96935"/>
                </a:lnTo>
                <a:cubicBezTo>
                  <a:pt x="146948" y="105642"/>
                  <a:pt x="138797" y="109995"/>
                  <a:pt x="128495" y="109995"/>
                </a:cubicBezTo>
                <a:cubicBezTo>
                  <a:pt x="123948" y="109995"/>
                  <a:pt x="119703" y="109124"/>
                  <a:pt x="115761" y="107383"/>
                </a:cubicBezTo>
                <a:cubicBezTo>
                  <a:pt x="111819" y="105642"/>
                  <a:pt x="108892" y="103453"/>
                  <a:pt x="106982" y="100817"/>
                </a:cubicBezTo>
                <a:cubicBezTo>
                  <a:pt x="105071" y="98180"/>
                  <a:pt x="103729" y="94952"/>
                  <a:pt x="102955" y="91130"/>
                </a:cubicBezTo>
                <a:cubicBezTo>
                  <a:pt x="102423" y="88567"/>
                  <a:pt x="102157" y="84504"/>
                  <a:pt x="102157" y="78941"/>
                </a:cubicBezTo>
                <a:lnTo>
                  <a:pt x="102157" y="31199"/>
                </a:lnTo>
                <a:lnTo>
                  <a:pt x="115217" y="31199"/>
                </a:lnTo>
                <a:lnTo>
                  <a:pt x="115217" y="73935"/>
                </a:lnTo>
                <a:cubicBezTo>
                  <a:pt x="115217" y="80755"/>
                  <a:pt x="115483" y="85350"/>
                  <a:pt x="116015" y="87720"/>
                </a:cubicBezTo>
                <a:cubicBezTo>
                  <a:pt x="116837" y="91155"/>
                  <a:pt x="118579" y="93851"/>
                  <a:pt x="121239" y="95810"/>
                </a:cubicBezTo>
                <a:cubicBezTo>
                  <a:pt x="123899" y="97769"/>
                  <a:pt x="127189" y="98749"/>
                  <a:pt x="131107" y="98749"/>
                </a:cubicBezTo>
                <a:cubicBezTo>
                  <a:pt x="135025" y="98749"/>
                  <a:pt x="138701" y="97745"/>
                  <a:pt x="142135" y="95738"/>
                </a:cubicBezTo>
                <a:cubicBezTo>
                  <a:pt x="145569" y="93730"/>
                  <a:pt x="148000" y="90997"/>
                  <a:pt x="149427" y="87539"/>
                </a:cubicBezTo>
                <a:cubicBezTo>
                  <a:pt x="150854" y="84080"/>
                  <a:pt x="151567" y="79062"/>
                  <a:pt x="151567" y="72483"/>
                </a:cubicBezTo>
                <a:lnTo>
                  <a:pt x="151567" y="31199"/>
                </a:lnTo>
                <a:lnTo>
                  <a:pt x="164627" y="31199"/>
                </a:lnTo>
                <a:lnTo>
                  <a:pt x="164627" y="108254"/>
                </a:lnTo>
                <a:lnTo>
                  <a:pt x="152946" y="108254"/>
                </a:lnTo>
                <a:close/>
                <a:moveTo>
                  <a:pt x="197375" y="108254"/>
                </a:moveTo>
                <a:lnTo>
                  <a:pt x="185258" y="108254"/>
                </a:lnTo>
                <a:lnTo>
                  <a:pt x="185258" y="1886"/>
                </a:lnTo>
                <a:lnTo>
                  <a:pt x="198319" y="1886"/>
                </a:lnTo>
                <a:lnTo>
                  <a:pt x="198319" y="39974"/>
                </a:lnTo>
                <a:cubicBezTo>
                  <a:pt x="203833" y="32963"/>
                  <a:pt x="210871" y="29458"/>
                  <a:pt x="219432" y="29458"/>
                </a:cubicBezTo>
                <a:cubicBezTo>
                  <a:pt x="224173" y="29458"/>
                  <a:pt x="228659" y="30413"/>
                  <a:pt x="232891" y="32324"/>
                </a:cubicBezTo>
                <a:cubicBezTo>
                  <a:pt x="237124" y="34234"/>
                  <a:pt x="240607" y="36919"/>
                  <a:pt x="243340" y="40377"/>
                </a:cubicBezTo>
                <a:cubicBezTo>
                  <a:pt x="246072" y="43836"/>
                  <a:pt x="248213" y="48008"/>
                  <a:pt x="249761" y="52893"/>
                </a:cubicBezTo>
                <a:cubicBezTo>
                  <a:pt x="251309" y="57779"/>
                  <a:pt x="252083" y="63003"/>
                  <a:pt x="252083" y="68565"/>
                </a:cubicBezTo>
                <a:cubicBezTo>
                  <a:pt x="252083" y="81771"/>
                  <a:pt x="248818" y="91977"/>
                  <a:pt x="242287" y="99184"/>
                </a:cubicBezTo>
                <a:cubicBezTo>
                  <a:pt x="235757" y="106391"/>
                  <a:pt x="227921" y="109995"/>
                  <a:pt x="218779" y="109995"/>
                </a:cubicBezTo>
                <a:cubicBezTo>
                  <a:pt x="209686" y="109995"/>
                  <a:pt x="202551" y="106150"/>
                  <a:pt x="197375" y="98459"/>
                </a:cubicBezTo>
                <a:lnTo>
                  <a:pt x="197375" y="108254"/>
                </a:lnTo>
                <a:moveTo>
                  <a:pt x="197230" y="69148"/>
                </a:moveTo>
                <a:cubicBezTo>
                  <a:pt x="197230" y="78342"/>
                  <a:pt x="198488" y="84984"/>
                  <a:pt x="201003" y="89076"/>
                </a:cubicBezTo>
                <a:cubicBezTo>
                  <a:pt x="205115" y="95766"/>
                  <a:pt x="210677" y="99112"/>
                  <a:pt x="217691" y="99112"/>
                </a:cubicBezTo>
                <a:cubicBezTo>
                  <a:pt x="223399" y="99112"/>
                  <a:pt x="228333" y="96645"/>
                  <a:pt x="232492" y="91711"/>
                </a:cubicBezTo>
                <a:cubicBezTo>
                  <a:pt x="236652" y="86777"/>
                  <a:pt x="238732" y="79425"/>
                  <a:pt x="238732" y="69654"/>
                </a:cubicBezTo>
                <a:cubicBezTo>
                  <a:pt x="238732" y="59643"/>
                  <a:pt x="236737" y="52255"/>
                  <a:pt x="232746" y="47490"/>
                </a:cubicBezTo>
                <a:cubicBezTo>
                  <a:pt x="228756" y="42724"/>
                  <a:pt x="223931" y="40341"/>
                  <a:pt x="218271" y="40341"/>
                </a:cubicBezTo>
                <a:cubicBezTo>
                  <a:pt x="212564" y="40341"/>
                  <a:pt x="207630" y="42808"/>
                  <a:pt x="203470" y="47742"/>
                </a:cubicBezTo>
                <a:cubicBezTo>
                  <a:pt x="199310" y="52676"/>
                  <a:pt x="197230" y="59811"/>
                  <a:pt x="197230" y="69148"/>
                </a:cubicBezTo>
                <a:close/>
                <a:moveTo>
                  <a:pt x="318207" y="108254"/>
                </a:moveTo>
                <a:lnTo>
                  <a:pt x="318207" y="98531"/>
                </a:lnTo>
                <a:cubicBezTo>
                  <a:pt x="313321" y="106174"/>
                  <a:pt x="306138" y="109995"/>
                  <a:pt x="296658" y="109995"/>
                </a:cubicBezTo>
                <a:cubicBezTo>
                  <a:pt x="290515" y="109995"/>
                  <a:pt x="284867" y="108302"/>
                  <a:pt x="279716" y="104916"/>
                </a:cubicBezTo>
                <a:cubicBezTo>
                  <a:pt x="274564" y="101530"/>
                  <a:pt x="270574" y="96802"/>
                  <a:pt x="267744" y="90731"/>
                </a:cubicBezTo>
                <a:cubicBezTo>
                  <a:pt x="264914" y="84661"/>
                  <a:pt x="263499" y="77683"/>
                  <a:pt x="263499" y="69799"/>
                </a:cubicBezTo>
                <a:cubicBezTo>
                  <a:pt x="263499" y="62108"/>
                  <a:pt x="264781" y="55131"/>
                  <a:pt x="267345" y="48866"/>
                </a:cubicBezTo>
                <a:cubicBezTo>
                  <a:pt x="269909" y="42602"/>
                  <a:pt x="273754" y="37802"/>
                  <a:pt x="278881" y="34464"/>
                </a:cubicBezTo>
                <a:cubicBezTo>
                  <a:pt x="284009" y="31127"/>
                  <a:pt x="289741" y="29458"/>
                  <a:pt x="296077" y="29458"/>
                </a:cubicBezTo>
                <a:cubicBezTo>
                  <a:pt x="300721" y="29458"/>
                  <a:pt x="304856" y="30437"/>
                  <a:pt x="308484" y="32396"/>
                </a:cubicBezTo>
                <a:cubicBezTo>
                  <a:pt x="312112" y="34355"/>
                  <a:pt x="315063" y="36907"/>
                  <a:pt x="317336" y="40051"/>
                </a:cubicBezTo>
                <a:lnTo>
                  <a:pt x="317336" y="1886"/>
                </a:lnTo>
                <a:lnTo>
                  <a:pt x="330324" y="1886"/>
                </a:lnTo>
                <a:lnTo>
                  <a:pt x="330324" y="108254"/>
                </a:lnTo>
                <a:lnTo>
                  <a:pt x="318207" y="108254"/>
                </a:lnTo>
                <a:moveTo>
                  <a:pt x="276922" y="69763"/>
                </a:moveTo>
                <a:cubicBezTo>
                  <a:pt x="276922" y="79594"/>
                  <a:pt x="279002" y="86943"/>
                  <a:pt x="283162" y="91811"/>
                </a:cubicBezTo>
                <a:cubicBezTo>
                  <a:pt x="287322" y="96678"/>
                  <a:pt x="292232" y="99112"/>
                  <a:pt x="297891" y="99112"/>
                </a:cubicBezTo>
                <a:cubicBezTo>
                  <a:pt x="303599" y="99112"/>
                  <a:pt x="308448" y="96787"/>
                  <a:pt x="312439" y="92137"/>
                </a:cubicBezTo>
                <a:cubicBezTo>
                  <a:pt x="316429" y="87486"/>
                  <a:pt x="318424" y="80389"/>
                  <a:pt x="318424" y="70846"/>
                </a:cubicBezTo>
                <a:cubicBezTo>
                  <a:pt x="318424" y="60341"/>
                  <a:pt x="316393" y="52630"/>
                  <a:pt x="312330" y="47715"/>
                </a:cubicBezTo>
                <a:cubicBezTo>
                  <a:pt x="308267" y="42799"/>
                  <a:pt x="303260" y="40341"/>
                  <a:pt x="297311" y="40341"/>
                </a:cubicBezTo>
                <a:cubicBezTo>
                  <a:pt x="291506" y="40341"/>
                  <a:pt x="286657" y="42703"/>
                  <a:pt x="282763" y="47427"/>
                </a:cubicBezTo>
                <a:cubicBezTo>
                  <a:pt x="278869" y="52149"/>
                  <a:pt x="276922" y="59594"/>
                  <a:pt x="276922" y="69763"/>
                </a:cubicBezTo>
                <a:close/>
                <a:moveTo>
                  <a:pt x="346238" y="69726"/>
                </a:moveTo>
                <a:cubicBezTo>
                  <a:pt x="346238" y="55457"/>
                  <a:pt x="350205" y="44888"/>
                  <a:pt x="358138" y="38019"/>
                </a:cubicBezTo>
                <a:cubicBezTo>
                  <a:pt x="364764" y="32312"/>
                  <a:pt x="372842" y="29458"/>
                  <a:pt x="382371" y="29458"/>
                </a:cubicBezTo>
                <a:cubicBezTo>
                  <a:pt x="392965" y="29458"/>
                  <a:pt x="401623" y="32928"/>
                  <a:pt x="408346" y="39870"/>
                </a:cubicBezTo>
                <a:cubicBezTo>
                  <a:pt x="415070" y="46811"/>
                  <a:pt x="418432" y="56400"/>
                  <a:pt x="418432" y="68638"/>
                </a:cubicBezTo>
                <a:cubicBezTo>
                  <a:pt x="418432" y="78554"/>
                  <a:pt x="416944" y="86354"/>
                  <a:pt x="413970" y="92037"/>
                </a:cubicBezTo>
                <a:cubicBezTo>
                  <a:pt x="410995" y="97721"/>
                  <a:pt x="406666" y="102135"/>
                  <a:pt x="400982" y="105279"/>
                </a:cubicBezTo>
                <a:cubicBezTo>
                  <a:pt x="395298" y="108423"/>
                  <a:pt x="389095" y="109995"/>
                  <a:pt x="382371" y="109995"/>
                </a:cubicBezTo>
                <a:cubicBezTo>
                  <a:pt x="371585" y="109995"/>
                  <a:pt x="362866" y="106536"/>
                  <a:pt x="356215" y="99619"/>
                </a:cubicBezTo>
                <a:cubicBezTo>
                  <a:pt x="349564" y="92702"/>
                  <a:pt x="346238" y="82738"/>
                  <a:pt x="346238" y="69726"/>
                </a:cubicBezTo>
                <a:moveTo>
                  <a:pt x="359661" y="69690"/>
                </a:moveTo>
                <a:cubicBezTo>
                  <a:pt x="359661" y="79521"/>
                  <a:pt x="361814" y="86883"/>
                  <a:pt x="366119" y="91774"/>
                </a:cubicBezTo>
                <a:cubicBezTo>
                  <a:pt x="370424" y="96666"/>
                  <a:pt x="375841" y="99112"/>
                  <a:pt x="382371" y="99112"/>
                </a:cubicBezTo>
                <a:cubicBezTo>
                  <a:pt x="388853" y="99112"/>
                  <a:pt x="394246" y="96654"/>
                  <a:pt x="398551" y="91738"/>
                </a:cubicBezTo>
                <a:cubicBezTo>
                  <a:pt x="402856" y="86822"/>
                  <a:pt x="405009" y="79329"/>
                  <a:pt x="405009" y="69257"/>
                </a:cubicBezTo>
                <a:cubicBezTo>
                  <a:pt x="405009" y="59763"/>
                  <a:pt x="402844" y="52570"/>
                  <a:pt x="398515" y="47678"/>
                </a:cubicBezTo>
                <a:cubicBezTo>
                  <a:pt x="394186" y="42787"/>
                  <a:pt x="388805" y="40341"/>
                  <a:pt x="382371" y="40341"/>
                </a:cubicBezTo>
                <a:cubicBezTo>
                  <a:pt x="375841" y="40341"/>
                  <a:pt x="370424" y="42775"/>
                  <a:pt x="366119" y="47642"/>
                </a:cubicBezTo>
                <a:cubicBezTo>
                  <a:pt x="361814" y="52509"/>
                  <a:pt x="359661" y="59859"/>
                  <a:pt x="359661" y="69690"/>
                </a:cubicBezTo>
                <a:close/>
                <a:moveTo>
                  <a:pt x="433984" y="108254"/>
                </a:moveTo>
                <a:lnTo>
                  <a:pt x="433984" y="31199"/>
                </a:lnTo>
                <a:lnTo>
                  <a:pt x="445666" y="31199"/>
                </a:lnTo>
                <a:lnTo>
                  <a:pt x="445666" y="41937"/>
                </a:lnTo>
                <a:cubicBezTo>
                  <a:pt x="448084" y="38186"/>
                  <a:pt x="451301" y="35168"/>
                  <a:pt x="455316" y="32884"/>
                </a:cubicBezTo>
                <a:cubicBezTo>
                  <a:pt x="459331" y="30600"/>
                  <a:pt x="463902" y="29458"/>
                  <a:pt x="469029" y="29458"/>
                </a:cubicBezTo>
                <a:cubicBezTo>
                  <a:pt x="474737" y="29458"/>
                  <a:pt x="479417" y="30637"/>
                  <a:pt x="483069" y="32995"/>
                </a:cubicBezTo>
                <a:cubicBezTo>
                  <a:pt x="486720" y="35351"/>
                  <a:pt x="489296" y="38647"/>
                  <a:pt x="490796" y="42881"/>
                </a:cubicBezTo>
                <a:cubicBezTo>
                  <a:pt x="496890" y="33932"/>
                  <a:pt x="504823" y="29458"/>
                  <a:pt x="514594" y="29458"/>
                </a:cubicBezTo>
                <a:cubicBezTo>
                  <a:pt x="522237" y="29458"/>
                  <a:pt x="528114" y="31574"/>
                  <a:pt x="532225" y="35806"/>
                </a:cubicBezTo>
                <a:cubicBezTo>
                  <a:pt x="536337" y="40039"/>
                  <a:pt x="538392" y="46557"/>
                  <a:pt x="538392" y="55360"/>
                </a:cubicBezTo>
                <a:lnTo>
                  <a:pt x="538392" y="108254"/>
                </a:lnTo>
                <a:lnTo>
                  <a:pt x="525405" y="108254"/>
                </a:lnTo>
                <a:lnTo>
                  <a:pt x="525405" y="59661"/>
                </a:lnTo>
                <a:cubicBezTo>
                  <a:pt x="525405" y="54431"/>
                  <a:pt x="524982" y="50667"/>
                  <a:pt x="524135" y="48368"/>
                </a:cubicBezTo>
                <a:cubicBezTo>
                  <a:pt x="523289" y="46067"/>
                  <a:pt x="521753" y="44215"/>
                  <a:pt x="519528" y="42810"/>
                </a:cubicBezTo>
                <a:cubicBezTo>
                  <a:pt x="517303" y="41406"/>
                  <a:pt x="514691" y="40704"/>
                  <a:pt x="511692" y="40704"/>
                </a:cubicBezTo>
                <a:cubicBezTo>
                  <a:pt x="506274" y="40704"/>
                  <a:pt x="501776" y="42508"/>
                  <a:pt x="498196" y="46116"/>
                </a:cubicBezTo>
                <a:cubicBezTo>
                  <a:pt x="494617" y="49723"/>
                  <a:pt x="492827" y="55497"/>
                  <a:pt x="492827" y="63439"/>
                </a:cubicBezTo>
                <a:lnTo>
                  <a:pt x="492827" y="108254"/>
                </a:lnTo>
                <a:lnTo>
                  <a:pt x="479767" y="108254"/>
                </a:lnTo>
                <a:lnTo>
                  <a:pt x="479767" y="58136"/>
                </a:lnTo>
                <a:cubicBezTo>
                  <a:pt x="479767" y="52325"/>
                  <a:pt x="478703" y="47967"/>
                  <a:pt x="476575" y="45062"/>
                </a:cubicBezTo>
                <a:cubicBezTo>
                  <a:pt x="474446" y="42157"/>
                  <a:pt x="470964" y="40704"/>
                  <a:pt x="466127" y="40704"/>
                </a:cubicBezTo>
                <a:cubicBezTo>
                  <a:pt x="462450" y="40704"/>
                  <a:pt x="459052" y="41673"/>
                  <a:pt x="455933" y="43611"/>
                </a:cubicBezTo>
                <a:cubicBezTo>
                  <a:pt x="452813" y="45547"/>
                  <a:pt x="450551" y="48380"/>
                  <a:pt x="449149" y="52109"/>
                </a:cubicBezTo>
                <a:cubicBezTo>
                  <a:pt x="447746" y="55836"/>
                  <a:pt x="447044" y="61211"/>
                  <a:pt x="447044" y="68232"/>
                </a:cubicBezTo>
                <a:lnTo>
                  <a:pt x="447044" y="108254"/>
                </a:lnTo>
                <a:lnTo>
                  <a:pt x="433984" y="108254"/>
                </a:lnTo>
                <a:close/>
                <a:moveTo>
                  <a:pt x="608966" y="98740"/>
                </a:moveTo>
                <a:cubicBezTo>
                  <a:pt x="604128" y="102854"/>
                  <a:pt x="599473" y="105759"/>
                  <a:pt x="594999" y="107453"/>
                </a:cubicBezTo>
                <a:cubicBezTo>
                  <a:pt x="590524" y="109148"/>
                  <a:pt x="585723" y="109995"/>
                  <a:pt x="580596" y="109995"/>
                </a:cubicBezTo>
                <a:cubicBezTo>
                  <a:pt x="572131" y="109995"/>
                  <a:pt x="565625" y="107926"/>
                  <a:pt x="561079" y="103787"/>
                </a:cubicBezTo>
                <a:cubicBezTo>
                  <a:pt x="556532" y="99648"/>
                  <a:pt x="554258" y="94360"/>
                  <a:pt x="554258" y="87922"/>
                </a:cubicBezTo>
                <a:cubicBezTo>
                  <a:pt x="554258" y="84148"/>
                  <a:pt x="555117" y="80700"/>
                  <a:pt x="556834" y="77578"/>
                </a:cubicBezTo>
                <a:cubicBezTo>
                  <a:pt x="558551" y="74455"/>
                  <a:pt x="560800" y="71950"/>
                  <a:pt x="563582" y="70062"/>
                </a:cubicBezTo>
                <a:cubicBezTo>
                  <a:pt x="566363" y="68174"/>
                  <a:pt x="569495" y="66746"/>
                  <a:pt x="572978" y="65779"/>
                </a:cubicBezTo>
                <a:cubicBezTo>
                  <a:pt x="575541" y="65100"/>
                  <a:pt x="579411" y="64446"/>
                  <a:pt x="584587" y="63818"/>
                </a:cubicBezTo>
                <a:cubicBezTo>
                  <a:pt x="595132" y="62569"/>
                  <a:pt x="602895" y="61080"/>
                  <a:pt x="607877" y="59351"/>
                </a:cubicBezTo>
                <a:cubicBezTo>
                  <a:pt x="607926" y="57569"/>
                  <a:pt x="607950" y="56437"/>
                  <a:pt x="607950" y="55954"/>
                </a:cubicBezTo>
                <a:cubicBezTo>
                  <a:pt x="607950" y="50653"/>
                  <a:pt x="606716" y="46919"/>
                  <a:pt x="604249" y="44751"/>
                </a:cubicBezTo>
                <a:cubicBezTo>
                  <a:pt x="600912" y="41811"/>
                  <a:pt x="595954" y="40341"/>
                  <a:pt x="589375" y="40341"/>
                </a:cubicBezTo>
                <a:cubicBezTo>
                  <a:pt x="583232" y="40341"/>
                  <a:pt x="578698" y="41417"/>
                  <a:pt x="575771" y="43570"/>
                </a:cubicBezTo>
                <a:cubicBezTo>
                  <a:pt x="572845" y="45722"/>
                  <a:pt x="570680" y="49532"/>
                  <a:pt x="569277" y="54997"/>
                </a:cubicBezTo>
                <a:lnTo>
                  <a:pt x="556508" y="53256"/>
                </a:lnTo>
                <a:cubicBezTo>
                  <a:pt x="557668" y="47774"/>
                  <a:pt x="559579" y="43346"/>
                  <a:pt x="562239" y="39974"/>
                </a:cubicBezTo>
                <a:cubicBezTo>
                  <a:pt x="564900" y="36601"/>
                  <a:pt x="568745" y="34006"/>
                  <a:pt x="573776" y="32188"/>
                </a:cubicBezTo>
                <a:cubicBezTo>
                  <a:pt x="578806" y="30368"/>
                  <a:pt x="584635" y="29458"/>
                  <a:pt x="591262" y="29458"/>
                </a:cubicBezTo>
                <a:cubicBezTo>
                  <a:pt x="597840" y="29458"/>
                  <a:pt x="603185" y="30232"/>
                  <a:pt x="607297" y="31780"/>
                </a:cubicBezTo>
                <a:cubicBezTo>
                  <a:pt x="611408" y="33327"/>
                  <a:pt x="614431" y="35274"/>
                  <a:pt x="616366" y="37620"/>
                </a:cubicBezTo>
                <a:cubicBezTo>
                  <a:pt x="618301" y="39966"/>
                  <a:pt x="619655" y="42929"/>
                  <a:pt x="620429" y="46508"/>
                </a:cubicBezTo>
                <a:cubicBezTo>
                  <a:pt x="620865" y="48733"/>
                  <a:pt x="621082" y="52748"/>
                  <a:pt x="621082" y="58553"/>
                </a:cubicBezTo>
                <a:lnTo>
                  <a:pt x="621082" y="75966"/>
                </a:lnTo>
                <a:cubicBezTo>
                  <a:pt x="621082" y="88107"/>
                  <a:pt x="621361" y="95786"/>
                  <a:pt x="621917" y="99003"/>
                </a:cubicBezTo>
                <a:cubicBezTo>
                  <a:pt x="622473" y="102219"/>
                  <a:pt x="623574" y="105303"/>
                  <a:pt x="625218" y="108254"/>
                </a:cubicBezTo>
                <a:lnTo>
                  <a:pt x="611578" y="108254"/>
                </a:lnTo>
                <a:cubicBezTo>
                  <a:pt x="610223" y="105542"/>
                  <a:pt x="609353" y="102371"/>
                  <a:pt x="608966" y="98740"/>
                </a:cubicBezTo>
                <a:moveTo>
                  <a:pt x="607877" y="69509"/>
                </a:moveTo>
                <a:cubicBezTo>
                  <a:pt x="603137" y="71460"/>
                  <a:pt x="596026" y="73118"/>
                  <a:pt x="586546" y="74483"/>
                </a:cubicBezTo>
                <a:cubicBezTo>
                  <a:pt x="581177" y="75260"/>
                  <a:pt x="577379" y="76135"/>
                  <a:pt x="575154" y="77107"/>
                </a:cubicBezTo>
                <a:cubicBezTo>
                  <a:pt x="572929" y="78077"/>
                  <a:pt x="571212" y="79498"/>
                  <a:pt x="570003" y="81369"/>
                </a:cubicBezTo>
                <a:cubicBezTo>
                  <a:pt x="568794" y="83239"/>
                  <a:pt x="568189" y="85315"/>
                  <a:pt x="568189" y="87598"/>
                </a:cubicBezTo>
                <a:cubicBezTo>
                  <a:pt x="568189" y="91094"/>
                  <a:pt x="569507" y="94008"/>
                  <a:pt x="572143" y="96341"/>
                </a:cubicBezTo>
                <a:cubicBezTo>
                  <a:pt x="574780" y="98672"/>
                  <a:pt x="578637" y="99837"/>
                  <a:pt x="583716" y="99837"/>
                </a:cubicBezTo>
                <a:cubicBezTo>
                  <a:pt x="588747" y="99837"/>
                  <a:pt x="593221" y="98731"/>
                  <a:pt x="597139" y="96520"/>
                </a:cubicBezTo>
                <a:cubicBezTo>
                  <a:pt x="601057" y="94309"/>
                  <a:pt x="603935" y="91283"/>
                  <a:pt x="605773" y="87444"/>
                </a:cubicBezTo>
                <a:cubicBezTo>
                  <a:pt x="607176" y="84478"/>
                  <a:pt x="607877" y="80103"/>
                  <a:pt x="607877" y="74320"/>
                </a:cubicBezTo>
                <a:lnTo>
                  <a:pt x="607877" y="69509"/>
                </a:lnTo>
                <a:close/>
                <a:moveTo>
                  <a:pt x="641641" y="16978"/>
                </a:moveTo>
                <a:lnTo>
                  <a:pt x="641641" y="1886"/>
                </a:lnTo>
                <a:lnTo>
                  <a:pt x="654701" y="1886"/>
                </a:lnTo>
                <a:lnTo>
                  <a:pt x="654701" y="16978"/>
                </a:lnTo>
                <a:lnTo>
                  <a:pt x="641641" y="16978"/>
                </a:lnTo>
                <a:moveTo>
                  <a:pt x="641641" y="108254"/>
                </a:moveTo>
                <a:lnTo>
                  <a:pt x="641641" y="31199"/>
                </a:lnTo>
                <a:lnTo>
                  <a:pt x="654701" y="31199"/>
                </a:lnTo>
                <a:lnTo>
                  <a:pt x="654701" y="108254"/>
                </a:lnTo>
                <a:lnTo>
                  <a:pt x="641641" y="108254"/>
                </a:lnTo>
                <a:close/>
                <a:moveTo>
                  <a:pt x="674423" y="108254"/>
                </a:moveTo>
                <a:lnTo>
                  <a:pt x="674423" y="31199"/>
                </a:lnTo>
                <a:lnTo>
                  <a:pt x="686177" y="31199"/>
                </a:lnTo>
                <a:lnTo>
                  <a:pt x="686177" y="42083"/>
                </a:lnTo>
                <a:cubicBezTo>
                  <a:pt x="691837" y="33666"/>
                  <a:pt x="700011" y="29458"/>
                  <a:pt x="710701" y="29458"/>
                </a:cubicBezTo>
                <a:cubicBezTo>
                  <a:pt x="715345" y="29458"/>
                  <a:pt x="719614" y="30292"/>
                  <a:pt x="723507" y="31961"/>
                </a:cubicBezTo>
                <a:cubicBezTo>
                  <a:pt x="727401" y="33630"/>
                  <a:pt x="730316" y="35819"/>
                  <a:pt x="732250" y="38527"/>
                </a:cubicBezTo>
                <a:cubicBezTo>
                  <a:pt x="734185" y="41236"/>
                  <a:pt x="735540" y="44453"/>
                  <a:pt x="736314" y="48177"/>
                </a:cubicBezTo>
                <a:cubicBezTo>
                  <a:pt x="736797" y="50596"/>
                  <a:pt x="737039" y="54828"/>
                  <a:pt x="737039" y="60875"/>
                </a:cubicBezTo>
                <a:lnTo>
                  <a:pt x="737039" y="108254"/>
                </a:lnTo>
                <a:lnTo>
                  <a:pt x="723979" y="108254"/>
                </a:lnTo>
                <a:lnTo>
                  <a:pt x="723979" y="61333"/>
                </a:lnTo>
                <a:cubicBezTo>
                  <a:pt x="723979" y="56006"/>
                  <a:pt x="723471" y="52023"/>
                  <a:pt x="722455" y="49383"/>
                </a:cubicBezTo>
                <a:cubicBezTo>
                  <a:pt x="721440" y="46744"/>
                  <a:pt x="719638" y="44638"/>
                  <a:pt x="717050" y="43064"/>
                </a:cubicBezTo>
                <a:cubicBezTo>
                  <a:pt x="714462" y="41491"/>
                  <a:pt x="711427" y="40704"/>
                  <a:pt x="707944" y="40704"/>
                </a:cubicBezTo>
                <a:cubicBezTo>
                  <a:pt x="702382" y="40704"/>
                  <a:pt x="697581" y="42472"/>
                  <a:pt x="693542" y="46007"/>
                </a:cubicBezTo>
                <a:cubicBezTo>
                  <a:pt x="689503" y="49541"/>
                  <a:pt x="687483" y="56248"/>
                  <a:pt x="687483" y="66126"/>
                </a:cubicBezTo>
                <a:lnTo>
                  <a:pt x="687483" y="108254"/>
                </a:lnTo>
                <a:lnTo>
                  <a:pt x="674423" y="108254"/>
                </a:lnTo>
                <a:close/>
                <a:moveTo>
                  <a:pt x="849404" y="79957"/>
                </a:moveTo>
                <a:lnTo>
                  <a:pt x="862247" y="81626"/>
                </a:lnTo>
                <a:cubicBezTo>
                  <a:pt x="860844" y="90500"/>
                  <a:pt x="857253" y="97447"/>
                  <a:pt x="851472" y="102467"/>
                </a:cubicBezTo>
                <a:cubicBezTo>
                  <a:pt x="845692" y="107486"/>
                  <a:pt x="838594" y="109995"/>
                  <a:pt x="830177" y="109995"/>
                </a:cubicBezTo>
                <a:cubicBezTo>
                  <a:pt x="819632" y="109995"/>
                  <a:pt x="811155" y="106549"/>
                  <a:pt x="804746" y="99656"/>
                </a:cubicBezTo>
                <a:cubicBezTo>
                  <a:pt x="798337" y="92763"/>
                  <a:pt x="795133" y="82883"/>
                  <a:pt x="795133" y="70017"/>
                </a:cubicBezTo>
                <a:cubicBezTo>
                  <a:pt x="795133" y="61697"/>
                  <a:pt x="796511" y="54417"/>
                  <a:pt x="799268" y="48177"/>
                </a:cubicBezTo>
                <a:cubicBezTo>
                  <a:pt x="802025" y="41937"/>
                  <a:pt x="806222" y="37258"/>
                  <a:pt x="811857" y="34138"/>
                </a:cubicBezTo>
                <a:cubicBezTo>
                  <a:pt x="817492" y="31018"/>
                  <a:pt x="823623" y="29458"/>
                  <a:pt x="830250" y="29458"/>
                </a:cubicBezTo>
                <a:cubicBezTo>
                  <a:pt x="838618" y="29458"/>
                  <a:pt x="845462" y="31581"/>
                  <a:pt x="850783" y="35827"/>
                </a:cubicBezTo>
                <a:cubicBezTo>
                  <a:pt x="856104" y="40071"/>
                  <a:pt x="859514" y="46099"/>
                  <a:pt x="861013" y="53909"/>
                </a:cubicBezTo>
                <a:lnTo>
                  <a:pt x="848316" y="55868"/>
                </a:lnTo>
                <a:cubicBezTo>
                  <a:pt x="847107" y="50717"/>
                  <a:pt x="844966" y="46841"/>
                  <a:pt x="841895" y="44241"/>
                </a:cubicBezTo>
                <a:cubicBezTo>
                  <a:pt x="838823" y="41641"/>
                  <a:pt x="835111" y="40341"/>
                  <a:pt x="830758" y="40341"/>
                </a:cubicBezTo>
                <a:cubicBezTo>
                  <a:pt x="824179" y="40341"/>
                  <a:pt x="818834" y="42688"/>
                  <a:pt x="814723" y="47381"/>
                </a:cubicBezTo>
                <a:cubicBezTo>
                  <a:pt x="810611" y="52073"/>
                  <a:pt x="808555" y="59497"/>
                  <a:pt x="808555" y="69654"/>
                </a:cubicBezTo>
                <a:cubicBezTo>
                  <a:pt x="808555" y="79955"/>
                  <a:pt x="810539" y="87441"/>
                  <a:pt x="814505" y="92110"/>
                </a:cubicBezTo>
                <a:cubicBezTo>
                  <a:pt x="818471" y="96778"/>
                  <a:pt x="823647" y="99112"/>
                  <a:pt x="830032" y="99112"/>
                </a:cubicBezTo>
                <a:cubicBezTo>
                  <a:pt x="835159" y="99112"/>
                  <a:pt x="839440" y="97546"/>
                  <a:pt x="842874" y="94414"/>
                </a:cubicBezTo>
                <a:cubicBezTo>
                  <a:pt x="846309" y="91282"/>
                  <a:pt x="848485" y="86463"/>
                  <a:pt x="849404" y="79957"/>
                </a:cubicBezTo>
                <a:close/>
                <a:moveTo>
                  <a:pt x="873649" y="108254"/>
                </a:moveTo>
                <a:lnTo>
                  <a:pt x="873649" y="31199"/>
                </a:lnTo>
                <a:lnTo>
                  <a:pt x="885403" y="31199"/>
                </a:lnTo>
                <a:lnTo>
                  <a:pt x="885403" y="42808"/>
                </a:lnTo>
                <a:cubicBezTo>
                  <a:pt x="888402" y="37372"/>
                  <a:pt x="891171" y="33788"/>
                  <a:pt x="893711" y="32056"/>
                </a:cubicBezTo>
                <a:cubicBezTo>
                  <a:pt x="896250" y="30324"/>
                  <a:pt x="899044" y="29458"/>
                  <a:pt x="902091" y="29458"/>
                </a:cubicBezTo>
                <a:cubicBezTo>
                  <a:pt x="906493" y="29458"/>
                  <a:pt x="910967" y="30854"/>
                  <a:pt x="915514" y="33648"/>
                </a:cubicBezTo>
                <a:lnTo>
                  <a:pt x="911015" y="45710"/>
                </a:lnTo>
                <a:cubicBezTo>
                  <a:pt x="907823" y="43824"/>
                  <a:pt x="904630" y="42881"/>
                  <a:pt x="901438" y="42881"/>
                </a:cubicBezTo>
                <a:cubicBezTo>
                  <a:pt x="898584" y="42881"/>
                  <a:pt x="896020" y="43741"/>
                  <a:pt x="893747" y="45461"/>
                </a:cubicBezTo>
                <a:cubicBezTo>
                  <a:pt x="891474" y="47180"/>
                  <a:pt x="889853" y="49564"/>
                  <a:pt x="888886" y="52614"/>
                </a:cubicBezTo>
                <a:cubicBezTo>
                  <a:pt x="887435" y="57263"/>
                  <a:pt x="886709" y="62347"/>
                  <a:pt x="886709" y="67867"/>
                </a:cubicBezTo>
                <a:lnTo>
                  <a:pt x="886709" y="108254"/>
                </a:lnTo>
                <a:lnTo>
                  <a:pt x="873649" y="108254"/>
                </a:lnTo>
                <a:close/>
                <a:moveTo>
                  <a:pt x="976571" y="83439"/>
                </a:moveTo>
                <a:lnTo>
                  <a:pt x="990067" y="85108"/>
                </a:lnTo>
                <a:cubicBezTo>
                  <a:pt x="987938" y="92993"/>
                  <a:pt x="983996" y="99112"/>
                  <a:pt x="978240" y="103465"/>
                </a:cubicBezTo>
                <a:cubicBezTo>
                  <a:pt x="972484" y="107818"/>
                  <a:pt x="965132" y="109995"/>
                  <a:pt x="956183" y="109995"/>
                </a:cubicBezTo>
                <a:cubicBezTo>
                  <a:pt x="944913" y="109995"/>
                  <a:pt x="935976" y="106524"/>
                  <a:pt x="929374" y="99583"/>
                </a:cubicBezTo>
                <a:cubicBezTo>
                  <a:pt x="922771" y="92642"/>
                  <a:pt x="919470" y="82907"/>
                  <a:pt x="919470" y="70379"/>
                </a:cubicBezTo>
                <a:cubicBezTo>
                  <a:pt x="919470" y="57416"/>
                  <a:pt x="922807" y="47355"/>
                  <a:pt x="929482" y="40196"/>
                </a:cubicBezTo>
                <a:cubicBezTo>
                  <a:pt x="936158" y="33037"/>
                  <a:pt x="944816" y="29458"/>
                  <a:pt x="955457" y="29458"/>
                </a:cubicBezTo>
                <a:cubicBezTo>
                  <a:pt x="965760" y="29458"/>
                  <a:pt x="974177" y="32959"/>
                  <a:pt x="980707" y="39963"/>
                </a:cubicBezTo>
                <a:cubicBezTo>
                  <a:pt x="987237" y="46964"/>
                  <a:pt x="990502" y="56815"/>
                  <a:pt x="990502" y="69516"/>
                </a:cubicBezTo>
                <a:cubicBezTo>
                  <a:pt x="990502" y="70288"/>
                  <a:pt x="990478" y="71447"/>
                  <a:pt x="990429" y="72991"/>
                </a:cubicBezTo>
                <a:lnTo>
                  <a:pt x="932965" y="72991"/>
                </a:lnTo>
                <a:cubicBezTo>
                  <a:pt x="933449" y="81432"/>
                  <a:pt x="935843" y="87896"/>
                  <a:pt x="940148" y="92382"/>
                </a:cubicBezTo>
                <a:cubicBezTo>
                  <a:pt x="944453" y="96868"/>
                  <a:pt x="949822" y="99112"/>
                  <a:pt x="956256" y="99112"/>
                </a:cubicBezTo>
                <a:cubicBezTo>
                  <a:pt x="961044" y="99112"/>
                  <a:pt x="965132" y="97866"/>
                  <a:pt x="968518" y="95375"/>
                </a:cubicBezTo>
                <a:cubicBezTo>
                  <a:pt x="971903" y="92882"/>
                  <a:pt x="974588" y="88904"/>
                  <a:pt x="976571" y="83439"/>
                </a:cubicBezTo>
                <a:moveTo>
                  <a:pt x="933691" y="62108"/>
                </a:moveTo>
                <a:lnTo>
                  <a:pt x="976716" y="62108"/>
                </a:lnTo>
                <a:cubicBezTo>
                  <a:pt x="976136" y="55732"/>
                  <a:pt x="974491" y="50950"/>
                  <a:pt x="971783" y="47762"/>
                </a:cubicBezTo>
                <a:cubicBezTo>
                  <a:pt x="967623" y="42815"/>
                  <a:pt x="962229" y="40341"/>
                  <a:pt x="955603" y="40341"/>
                </a:cubicBezTo>
                <a:cubicBezTo>
                  <a:pt x="949605" y="40341"/>
                  <a:pt x="944562" y="42316"/>
                  <a:pt x="940475" y="46266"/>
                </a:cubicBezTo>
                <a:cubicBezTo>
                  <a:pt x="936387" y="50214"/>
                  <a:pt x="934126" y="55495"/>
                  <a:pt x="933691" y="62108"/>
                </a:cubicBezTo>
                <a:close/>
                <a:moveTo>
                  <a:pt x="1056989" y="98740"/>
                </a:moveTo>
                <a:cubicBezTo>
                  <a:pt x="1052152" y="102854"/>
                  <a:pt x="1047497" y="105759"/>
                  <a:pt x="1043022" y="107453"/>
                </a:cubicBezTo>
                <a:cubicBezTo>
                  <a:pt x="1038548" y="109148"/>
                  <a:pt x="1033747" y="109995"/>
                  <a:pt x="1028620" y="109995"/>
                </a:cubicBezTo>
                <a:cubicBezTo>
                  <a:pt x="1020155" y="109995"/>
                  <a:pt x="1013649" y="107926"/>
                  <a:pt x="1009102" y="103787"/>
                </a:cubicBezTo>
                <a:cubicBezTo>
                  <a:pt x="1004555" y="99648"/>
                  <a:pt x="1002282" y="94360"/>
                  <a:pt x="1002282" y="87922"/>
                </a:cubicBezTo>
                <a:cubicBezTo>
                  <a:pt x="1002282" y="84148"/>
                  <a:pt x="1003141" y="80700"/>
                  <a:pt x="1004858" y="77578"/>
                </a:cubicBezTo>
                <a:cubicBezTo>
                  <a:pt x="1006575" y="74455"/>
                  <a:pt x="1008824" y="71950"/>
                  <a:pt x="1011605" y="70062"/>
                </a:cubicBezTo>
                <a:cubicBezTo>
                  <a:pt x="1014387" y="68174"/>
                  <a:pt x="1017519" y="66746"/>
                  <a:pt x="1021001" y="65779"/>
                </a:cubicBezTo>
                <a:cubicBezTo>
                  <a:pt x="1023565" y="65100"/>
                  <a:pt x="1027435" y="64446"/>
                  <a:pt x="1032610" y="63818"/>
                </a:cubicBezTo>
                <a:cubicBezTo>
                  <a:pt x="1043155" y="62569"/>
                  <a:pt x="1050919" y="61080"/>
                  <a:pt x="1055901" y="59351"/>
                </a:cubicBezTo>
                <a:cubicBezTo>
                  <a:pt x="1055949" y="57569"/>
                  <a:pt x="1055973" y="56437"/>
                  <a:pt x="1055973" y="55954"/>
                </a:cubicBezTo>
                <a:cubicBezTo>
                  <a:pt x="1055973" y="50653"/>
                  <a:pt x="1054740" y="46919"/>
                  <a:pt x="1052273" y="44751"/>
                </a:cubicBezTo>
                <a:cubicBezTo>
                  <a:pt x="1048936" y="41811"/>
                  <a:pt x="1043978" y="40341"/>
                  <a:pt x="1037399" y="40341"/>
                </a:cubicBezTo>
                <a:cubicBezTo>
                  <a:pt x="1031256" y="40341"/>
                  <a:pt x="1026721" y="41417"/>
                  <a:pt x="1023795" y="43570"/>
                </a:cubicBezTo>
                <a:cubicBezTo>
                  <a:pt x="1020868" y="45722"/>
                  <a:pt x="1018704" y="49532"/>
                  <a:pt x="1017301" y="54997"/>
                </a:cubicBezTo>
                <a:lnTo>
                  <a:pt x="1004531" y="53256"/>
                </a:lnTo>
                <a:cubicBezTo>
                  <a:pt x="1005692" y="47774"/>
                  <a:pt x="1007603" y="43346"/>
                  <a:pt x="1010263" y="39974"/>
                </a:cubicBezTo>
                <a:cubicBezTo>
                  <a:pt x="1012924" y="36601"/>
                  <a:pt x="1016769" y="34006"/>
                  <a:pt x="1021800" y="32188"/>
                </a:cubicBezTo>
                <a:cubicBezTo>
                  <a:pt x="1026830" y="30368"/>
                  <a:pt x="1032659" y="29458"/>
                  <a:pt x="1039286" y="29458"/>
                </a:cubicBezTo>
                <a:cubicBezTo>
                  <a:pt x="1045864" y="29458"/>
                  <a:pt x="1051209" y="30232"/>
                  <a:pt x="1055320" y="31780"/>
                </a:cubicBezTo>
                <a:cubicBezTo>
                  <a:pt x="1059432" y="33327"/>
                  <a:pt x="1062455" y="35274"/>
                  <a:pt x="1064390" y="37620"/>
                </a:cubicBezTo>
                <a:cubicBezTo>
                  <a:pt x="1066325" y="39966"/>
                  <a:pt x="1067679" y="42929"/>
                  <a:pt x="1068453" y="46508"/>
                </a:cubicBezTo>
                <a:cubicBezTo>
                  <a:pt x="1068888" y="48733"/>
                  <a:pt x="1069106" y="52748"/>
                  <a:pt x="1069106" y="58553"/>
                </a:cubicBezTo>
                <a:lnTo>
                  <a:pt x="1069106" y="75966"/>
                </a:lnTo>
                <a:cubicBezTo>
                  <a:pt x="1069106" y="88107"/>
                  <a:pt x="1069384" y="95786"/>
                  <a:pt x="1069941" y="99003"/>
                </a:cubicBezTo>
                <a:cubicBezTo>
                  <a:pt x="1070497" y="102219"/>
                  <a:pt x="1071597" y="105303"/>
                  <a:pt x="1073242" y="108254"/>
                </a:cubicBezTo>
                <a:lnTo>
                  <a:pt x="1059601" y="108254"/>
                </a:lnTo>
                <a:cubicBezTo>
                  <a:pt x="1058247" y="105542"/>
                  <a:pt x="1057376" y="102371"/>
                  <a:pt x="1056989" y="98740"/>
                </a:cubicBezTo>
                <a:moveTo>
                  <a:pt x="1055901" y="69509"/>
                </a:moveTo>
                <a:cubicBezTo>
                  <a:pt x="1051161" y="71460"/>
                  <a:pt x="1044050" y="73118"/>
                  <a:pt x="1034569" y="74483"/>
                </a:cubicBezTo>
                <a:cubicBezTo>
                  <a:pt x="1029200" y="75260"/>
                  <a:pt x="1025403" y="76135"/>
                  <a:pt x="1023178" y="77107"/>
                </a:cubicBezTo>
                <a:cubicBezTo>
                  <a:pt x="1020953" y="78077"/>
                  <a:pt x="1019236" y="79498"/>
                  <a:pt x="1018027" y="81369"/>
                </a:cubicBezTo>
                <a:cubicBezTo>
                  <a:pt x="1016817" y="83239"/>
                  <a:pt x="1016213" y="85315"/>
                  <a:pt x="1016213" y="87598"/>
                </a:cubicBezTo>
                <a:cubicBezTo>
                  <a:pt x="1016213" y="91094"/>
                  <a:pt x="1017531" y="94008"/>
                  <a:pt x="1020167" y="96341"/>
                </a:cubicBezTo>
                <a:cubicBezTo>
                  <a:pt x="1022803" y="98672"/>
                  <a:pt x="1026661" y="99837"/>
                  <a:pt x="1031740" y="99837"/>
                </a:cubicBezTo>
                <a:cubicBezTo>
                  <a:pt x="1036770" y="99837"/>
                  <a:pt x="1041245" y="98731"/>
                  <a:pt x="1045163" y="96520"/>
                </a:cubicBezTo>
                <a:cubicBezTo>
                  <a:pt x="1049081" y="94309"/>
                  <a:pt x="1051959" y="91283"/>
                  <a:pt x="1053797" y="87444"/>
                </a:cubicBezTo>
                <a:cubicBezTo>
                  <a:pt x="1055200" y="84478"/>
                  <a:pt x="1055901" y="80103"/>
                  <a:pt x="1055901" y="74320"/>
                </a:cubicBezTo>
                <a:lnTo>
                  <a:pt x="1055901" y="69509"/>
                </a:lnTo>
                <a:close/>
                <a:moveTo>
                  <a:pt x="1118106" y="96717"/>
                </a:moveTo>
                <a:lnTo>
                  <a:pt x="1119993" y="108254"/>
                </a:lnTo>
                <a:cubicBezTo>
                  <a:pt x="1116317" y="108931"/>
                  <a:pt x="1113027" y="109269"/>
                  <a:pt x="1110125" y="109269"/>
                </a:cubicBezTo>
                <a:cubicBezTo>
                  <a:pt x="1105385" y="109269"/>
                  <a:pt x="1101709" y="108520"/>
                  <a:pt x="1099097" y="107020"/>
                </a:cubicBezTo>
                <a:cubicBezTo>
                  <a:pt x="1096485" y="105521"/>
                  <a:pt x="1094646" y="103550"/>
                  <a:pt x="1093582" y="101107"/>
                </a:cubicBezTo>
                <a:cubicBezTo>
                  <a:pt x="1092518" y="98664"/>
                  <a:pt x="1091986" y="93525"/>
                  <a:pt x="1091986" y="85689"/>
                </a:cubicBezTo>
                <a:lnTo>
                  <a:pt x="1091986" y="41357"/>
                </a:lnTo>
                <a:lnTo>
                  <a:pt x="1082409" y="41357"/>
                </a:lnTo>
                <a:lnTo>
                  <a:pt x="1082409" y="31199"/>
                </a:lnTo>
                <a:lnTo>
                  <a:pt x="1091986" y="31199"/>
                </a:lnTo>
                <a:lnTo>
                  <a:pt x="1091986" y="12065"/>
                </a:lnTo>
                <a:lnTo>
                  <a:pt x="1104974" y="4208"/>
                </a:lnTo>
                <a:lnTo>
                  <a:pt x="1104974" y="31199"/>
                </a:lnTo>
                <a:lnTo>
                  <a:pt x="1118106" y="31199"/>
                </a:lnTo>
                <a:lnTo>
                  <a:pt x="1118106" y="41357"/>
                </a:lnTo>
                <a:lnTo>
                  <a:pt x="1104974" y="41357"/>
                </a:lnTo>
                <a:lnTo>
                  <a:pt x="1104974" y="86414"/>
                </a:lnTo>
                <a:cubicBezTo>
                  <a:pt x="1104974" y="90139"/>
                  <a:pt x="1105203" y="92533"/>
                  <a:pt x="1105663" y="93597"/>
                </a:cubicBezTo>
                <a:cubicBezTo>
                  <a:pt x="1106122" y="94661"/>
                  <a:pt x="1106872" y="95508"/>
                  <a:pt x="1107912" y="96137"/>
                </a:cubicBezTo>
                <a:cubicBezTo>
                  <a:pt x="1108952" y="96766"/>
                  <a:pt x="1110439" y="97080"/>
                  <a:pt x="1112374" y="97080"/>
                </a:cubicBezTo>
                <a:cubicBezTo>
                  <a:pt x="1113825" y="97080"/>
                  <a:pt x="1115736" y="96959"/>
                  <a:pt x="1118106" y="96717"/>
                </a:cubicBezTo>
                <a:close/>
                <a:moveTo>
                  <a:pt x="1184156" y="83439"/>
                </a:moveTo>
                <a:lnTo>
                  <a:pt x="1197651" y="85108"/>
                </a:lnTo>
                <a:cubicBezTo>
                  <a:pt x="1195523" y="92993"/>
                  <a:pt x="1191581" y="99112"/>
                  <a:pt x="1185825" y="103465"/>
                </a:cubicBezTo>
                <a:cubicBezTo>
                  <a:pt x="1180069" y="107818"/>
                  <a:pt x="1172716" y="109995"/>
                  <a:pt x="1163768" y="109995"/>
                </a:cubicBezTo>
                <a:cubicBezTo>
                  <a:pt x="1152497" y="109995"/>
                  <a:pt x="1143561" y="106524"/>
                  <a:pt x="1136958" y="99583"/>
                </a:cubicBezTo>
                <a:cubicBezTo>
                  <a:pt x="1130356" y="92642"/>
                  <a:pt x="1127054" y="82907"/>
                  <a:pt x="1127054" y="70379"/>
                </a:cubicBezTo>
                <a:cubicBezTo>
                  <a:pt x="1127054" y="57416"/>
                  <a:pt x="1130392" y="47355"/>
                  <a:pt x="1137067" y="40196"/>
                </a:cubicBezTo>
                <a:cubicBezTo>
                  <a:pt x="1143742" y="33037"/>
                  <a:pt x="1152401" y="29458"/>
                  <a:pt x="1163042" y="29458"/>
                </a:cubicBezTo>
                <a:cubicBezTo>
                  <a:pt x="1173345" y="29458"/>
                  <a:pt x="1181762" y="32959"/>
                  <a:pt x="1188292" y="39963"/>
                </a:cubicBezTo>
                <a:cubicBezTo>
                  <a:pt x="1194822" y="46964"/>
                  <a:pt x="1198087" y="56815"/>
                  <a:pt x="1198087" y="69516"/>
                </a:cubicBezTo>
                <a:cubicBezTo>
                  <a:pt x="1198087" y="70288"/>
                  <a:pt x="1198063" y="71447"/>
                  <a:pt x="1198014" y="72991"/>
                </a:cubicBezTo>
                <a:lnTo>
                  <a:pt x="1140550" y="72991"/>
                </a:lnTo>
                <a:cubicBezTo>
                  <a:pt x="1141034" y="81432"/>
                  <a:pt x="1143428" y="87896"/>
                  <a:pt x="1147733" y="92382"/>
                </a:cubicBezTo>
                <a:cubicBezTo>
                  <a:pt x="1152038" y="96868"/>
                  <a:pt x="1157407" y="99112"/>
                  <a:pt x="1163840" y="99112"/>
                </a:cubicBezTo>
                <a:cubicBezTo>
                  <a:pt x="1168629" y="99112"/>
                  <a:pt x="1172716" y="97866"/>
                  <a:pt x="1176102" y="95375"/>
                </a:cubicBezTo>
                <a:cubicBezTo>
                  <a:pt x="1179488" y="92882"/>
                  <a:pt x="1182173" y="88904"/>
                  <a:pt x="1184156" y="83439"/>
                </a:cubicBezTo>
                <a:moveTo>
                  <a:pt x="1141275" y="62108"/>
                </a:moveTo>
                <a:lnTo>
                  <a:pt x="1184301" y="62108"/>
                </a:lnTo>
                <a:cubicBezTo>
                  <a:pt x="1183721" y="55732"/>
                  <a:pt x="1182076" y="50950"/>
                  <a:pt x="1179367" y="47762"/>
                </a:cubicBezTo>
                <a:cubicBezTo>
                  <a:pt x="1175207" y="42815"/>
                  <a:pt x="1169814" y="40341"/>
                  <a:pt x="1163187" y="40341"/>
                </a:cubicBezTo>
                <a:cubicBezTo>
                  <a:pt x="1157189" y="40341"/>
                  <a:pt x="1152147" y="42316"/>
                  <a:pt x="1148059" y="46266"/>
                </a:cubicBezTo>
                <a:cubicBezTo>
                  <a:pt x="1143972" y="50214"/>
                  <a:pt x="1141711" y="55495"/>
                  <a:pt x="1141275" y="62108"/>
                </a:cubicBezTo>
                <a:close/>
                <a:moveTo>
                  <a:pt x="1264283" y="108254"/>
                </a:moveTo>
                <a:lnTo>
                  <a:pt x="1264283" y="98531"/>
                </a:lnTo>
                <a:cubicBezTo>
                  <a:pt x="1259397" y="106174"/>
                  <a:pt x="1252214" y="109995"/>
                  <a:pt x="1242734" y="109995"/>
                </a:cubicBezTo>
                <a:cubicBezTo>
                  <a:pt x="1236590" y="109995"/>
                  <a:pt x="1230943" y="108302"/>
                  <a:pt x="1225792" y="104916"/>
                </a:cubicBezTo>
                <a:cubicBezTo>
                  <a:pt x="1220640" y="101530"/>
                  <a:pt x="1216650" y="96802"/>
                  <a:pt x="1213820" y="90731"/>
                </a:cubicBezTo>
                <a:cubicBezTo>
                  <a:pt x="1210990" y="84661"/>
                  <a:pt x="1209575" y="77683"/>
                  <a:pt x="1209575" y="69799"/>
                </a:cubicBezTo>
                <a:cubicBezTo>
                  <a:pt x="1209575" y="62108"/>
                  <a:pt x="1210857" y="55131"/>
                  <a:pt x="1213421" y="48866"/>
                </a:cubicBezTo>
                <a:cubicBezTo>
                  <a:pt x="1215985" y="42602"/>
                  <a:pt x="1219830" y="37802"/>
                  <a:pt x="1224957" y="34464"/>
                </a:cubicBezTo>
                <a:cubicBezTo>
                  <a:pt x="1230085" y="31127"/>
                  <a:pt x="1235817" y="29458"/>
                  <a:pt x="1242153" y="29458"/>
                </a:cubicBezTo>
                <a:cubicBezTo>
                  <a:pt x="1246797" y="29458"/>
                  <a:pt x="1250932" y="30437"/>
                  <a:pt x="1254560" y="32396"/>
                </a:cubicBezTo>
                <a:cubicBezTo>
                  <a:pt x="1258188" y="34355"/>
                  <a:pt x="1261139" y="36907"/>
                  <a:pt x="1263412" y="40051"/>
                </a:cubicBezTo>
                <a:lnTo>
                  <a:pt x="1263412" y="1886"/>
                </a:lnTo>
                <a:lnTo>
                  <a:pt x="1276400" y="1886"/>
                </a:lnTo>
                <a:lnTo>
                  <a:pt x="1276400" y="108254"/>
                </a:lnTo>
                <a:lnTo>
                  <a:pt x="1264283" y="108254"/>
                </a:lnTo>
                <a:moveTo>
                  <a:pt x="1222998" y="69763"/>
                </a:moveTo>
                <a:cubicBezTo>
                  <a:pt x="1222998" y="79594"/>
                  <a:pt x="1225078" y="86943"/>
                  <a:pt x="1229238" y="91811"/>
                </a:cubicBezTo>
                <a:cubicBezTo>
                  <a:pt x="1233398" y="96678"/>
                  <a:pt x="1238308" y="99112"/>
                  <a:pt x="1243967" y="99112"/>
                </a:cubicBezTo>
                <a:cubicBezTo>
                  <a:pt x="1249675" y="99112"/>
                  <a:pt x="1254524" y="96787"/>
                  <a:pt x="1258514" y="92137"/>
                </a:cubicBezTo>
                <a:cubicBezTo>
                  <a:pt x="1262505" y="87486"/>
                  <a:pt x="1264500" y="80389"/>
                  <a:pt x="1264500" y="70846"/>
                </a:cubicBezTo>
                <a:cubicBezTo>
                  <a:pt x="1264500" y="60341"/>
                  <a:pt x="1262469" y="52630"/>
                  <a:pt x="1258406" y="47715"/>
                </a:cubicBezTo>
                <a:cubicBezTo>
                  <a:pt x="1254343" y="42799"/>
                  <a:pt x="1249336" y="40341"/>
                  <a:pt x="1243387" y="40341"/>
                </a:cubicBezTo>
                <a:cubicBezTo>
                  <a:pt x="1237582" y="40341"/>
                  <a:pt x="1232733" y="42703"/>
                  <a:pt x="1228839" y="47427"/>
                </a:cubicBezTo>
                <a:cubicBezTo>
                  <a:pt x="1224945" y="52149"/>
                  <a:pt x="1222998" y="59594"/>
                  <a:pt x="1222998" y="69763"/>
                </a:cubicBezTo>
                <a:close/>
              </a:path>
            </a:pathLst>
          </a:custGeom>
          <a:solidFill xmlns:a="http://schemas.openxmlformats.org/drawingml/2006/main">
            <a:srgbClr val="BB55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byattacker">
            <a:extLst xmlns:a="http://schemas.openxmlformats.org/drawingml/2006/main">
              <a:ext uri="{FF2B5EF4-FFF2-40B4-BE49-F238E27FC236}">
                <a16:creationId xmlns:a16="http://schemas.microsoft.com/office/drawing/2014/main" id="{A4EAD957-7302-4825-8803-15901EEE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296" y="2053741"/>
            <a:ext cx="722775" cy="137711"/>
          </a:xfrm>
          <a:custGeom xmlns:a="http://schemas.openxmlformats.org/drawingml/2006/main">
            <a:pathLst>
              <a:path w="722775" h="137711">
                <a:moveTo>
                  <a:pt x="12117" y="106367"/>
                </a:moveTo>
                <a:lnTo>
                  <a:pt x="0" y="106367"/>
                </a:lnTo>
                <a:lnTo>
                  <a:pt x="0" y="0"/>
                </a:lnTo>
                <a:lnTo>
                  <a:pt x="13060" y="0"/>
                </a:lnTo>
                <a:lnTo>
                  <a:pt x="13060" y="38087"/>
                </a:lnTo>
                <a:cubicBezTo>
                  <a:pt x="18574" y="31077"/>
                  <a:pt x="25612" y="27571"/>
                  <a:pt x="34174" y="27571"/>
                </a:cubicBezTo>
                <a:cubicBezTo>
                  <a:pt x="38914" y="27571"/>
                  <a:pt x="43401" y="28527"/>
                  <a:pt x="47633" y="30437"/>
                </a:cubicBezTo>
                <a:cubicBezTo>
                  <a:pt x="51865" y="32348"/>
                  <a:pt x="55348" y="35032"/>
                  <a:pt x="58081" y="38491"/>
                </a:cubicBezTo>
                <a:cubicBezTo>
                  <a:pt x="60814" y="41949"/>
                  <a:pt x="62954" y="46121"/>
                  <a:pt x="64502" y="51007"/>
                </a:cubicBezTo>
                <a:cubicBezTo>
                  <a:pt x="66050" y="55892"/>
                  <a:pt x="66824" y="61116"/>
                  <a:pt x="66824" y="66679"/>
                </a:cubicBezTo>
                <a:cubicBezTo>
                  <a:pt x="66824" y="79884"/>
                  <a:pt x="63559" y="90090"/>
                  <a:pt x="57029" y="97298"/>
                </a:cubicBezTo>
                <a:cubicBezTo>
                  <a:pt x="50499" y="104505"/>
                  <a:pt x="42663" y="108109"/>
                  <a:pt x="33521" y="108109"/>
                </a:cubicBezTo>
                <a:cubicBezTo>
                  <a:pt x="24427" y="108109"/>
                  <a:pt x="17293" y="104263"/>
                  <a:pt x="12117" y="96572"/>
                </a:cubicBezTo>
                <a:lnTo>
                  <a:pt x="12117" y="106367"/>
                </a:lnTo>
                <a:moveTo>
                  <a:pt x="11972" y="67262"/>
                </a:moveTo>
                <a:cubicBezTo>
                  <a:pt x="11972" y="76455"/>
                  <a:pt x="13229" y="83098"/>
                  <a:pt x="15745" y="87190"/>
                </a:cubicBezTo>
                <a:cubicBezTo>
                  <a:pt x="19856" y="93880"/>
                  <a:pt x="25419" y="97225"/>
                  <a:pt x="32433" y="97225"/>
                </a:cubicBezTo>
                <a:cubicBezTo>
                  <a:pt x="38140" y="97225"/>
                  <a:pt x="43074" y="94758"/>
                  <a:pt x="47234" y="89824"/>
                </a:cubicBezTo>
                <a:cubicBezTo>
                  <a:pt x="51394" y="84891"/>
                  <a:pt x="53474" y="77538"/>
                  <a:pt x="53474" y="67767"/>
                </a:cubicBezTo>
                <a:cubicBezTo>
                  <a:pt x="53474" y="57756"/>
                  <a:pt x="51479" y="50368"/>
                  <a:pt x="47488" y="45604"/>
                </a:cubicBezTo>
                <a:cubicBezTo>
                  <a:pt x="43497" y="40838"/>
                  <a:pt x="38672" y="38455"/>
                  <a:pt x="33013" y="38455"/>
                </a:cubicBezTo>
                <a:cubicBezTo>
                  <a:pt x="27305" y="38455"/>
                  <a:pt x="22371" y="40922"/>
                  <a:pt x="18212" y="45855"/>
                </a:cubicBezTo>
                <a:cubicBezTo>
                  <a:pt x="14052" y="50789"/>
                  <a:pt x="11972" y="57925"/>
                  <a:pt x="11972" y="67262"/>
                </a:cubicBezTo>
                <a:close/>
                <a:moveTo>
                  <a:pt x="82377" y="136115"/>
                </a:moveTo>
                <a:lnTo>
                  <a:pt x="80926" y="123853"/>
                </a:lnTo>
                <a:cubicBezTo>
                  <a:pt x="83780" y="124627"/>
                  <a:pt x="86271" y="125014"/>
                  <a:pt x="88399" y="125014"/>
                </a:cubicBezTo>
                <a:cubicBezTo>
                  <a:pt x="91301" y="125014"/>
                  <a:pt x="93623" y="124524"/>
                  <a:pt x="95364" y="123545"/>
                </a:cubicBezTo>
                <a:cubicBezTo>
                  <a:pt x="97106" y="122567"/>
                  <a:pt x="98533" y="121197"/>
                  <a:pt x="99645" y="119434"/>
                </a:cubicBezTo>
                <a:cubicBezTo>
                  <a:pt x="100467" y="118113"/>
                  <a:pt x="101798" y="114834"/>
                  <a:pt x="103636" y="109598"/>
                </a:cubicBezTo>
                <a:cubicBezTo>
                  <a:pt x="103878" y="108864"/>
                  <a:pt x="104264" y="107787"/>
                  <a:pt x="104797" y="106367"/>
                </a:cubicBezTo>
                <a:lnTo>
                  <a:pt x="75556" y="29313"/>
                </a:lnTo>
                <a:lnTo>
                  <a:pt x="89632" y="29313"/>
                </a:lnTo>
                <a:lnTo>
                  <a:pt x="105667" y="73830"/>
                </a:lnTo>
                <a:cubicBezTo>
                  <a:pt x="107747" y="79478"/>
                  <a:pt x="109609" y="85414"/>
                  <a:pt x="111254" y="91638"/>
                </a:cubicBezTo>
                <a:cubicBezTo>
                  <a:pt x="112754" y="85654"/>
                  <a:pt x="114543" y="79815"/>
                  <a:pt x="116623" y="74121"/>
                </a:cubicBezTo>
                <a:lnTo>
                  <a:pt x="133093" y="29313"/>
                </a:lnTo>
                <a:lnTo>
                  <a:pt x="146154" y="29313"/>
                </a:lnTo>
                <a:lnTo>
                  <a:pt x="116841" y="107725"/>
                </a:lnTo>
                <a:cubicBezTo>
                  <a:pt x="113697" y="116196"/>
                  <a:pt x="111254" y="122029"/>
                  <a:pt x="109513" y="125223"/>
                </a:cubicBezTo>
                <a:cubicBezTo>
                  <a:pt x="107191" y="129531"/>
                  <a:pt x="104531" y="132689"/>
                  <a:pt x="101532" y="134698"/>
                </a:cubicBezTo>
                <a:cubicBezTo>
                  <a:pt x="98533" y="136707"/>
                  <a:pt x="94953" y="137711"/>
                  <a:pt x="90793" y="137711"/>
                </a:cubicBezTo>
                <a:cubicBezTo>
                  <a:pt x="88278" y="137711"/>
                  <a:pt x="85472" y="137179"/>
                  <a:pt x="82377" y="136115"/>
                </a:cubicBezTo>
                <a:close/>
                <a:moveTo>
                  <a:pt x="249710" y="96853"/>
                </a:moveTo>
                <a:cubicBezTo>
                  <a:pt x="244873" y="100968"/>
                  <a:pt x="240217" y="103872"/>
                  <a:pt x="235743" y="105567"/>
                </a:cubicBezTo>
                <a:cubicBezTo>
                  <a:pt x="231269" y="107261"/>
                  <a:pt x="226468" y="108109"/>
                  <a:pt x="221341" y="108109"/>
                </a:cubicBezTo>
                <a:cubicBezTo>
                  <a:pt x="212876" y="108109"/>
                  <a:pt x="206370" y="106039"/>
                  <a:pt x="201823" y="101900"/>
                </a:cubicBezTo>
                <a:cubicBezTo>
                  <a:pt x="197276" y="97762"/>
                  <a:pt x="195003" y="92473"/>
                  <a:pt x="195003" y="86036"/>
                </a:cubicBezTo>
                <a:cubicBezTo>
                  <a:pt x="195003" y="82261"/>
                  <a:pt x="195862" y="78813"/>
                  <a:pt x="197579" y="75692"/>
                </a:cubicBezTo>
                <a:cubicBezTo>
                  <a:pt x="199296" y="72569"/>
                  <a:pt x="201545" y="70063"/>
                  <a:pt x="204326" y="68175"/>
                </a:cubicBezTo>
                <a:cubicBezTo>
                  <a:pt x="207108" y="66288"/>
                  <a:pt x="210240" y="64860"/>
                  <a:pt x="213722" y="63892"/>
                </a:cubicBezTo>
                <a:cubicBezTo>
                  <a:pt x="216286" y="63214"/>
                  <a:pt x="220156" y="62560"/>
                  <a:pt x="225331" y="61931"/>
                </a:cubicBezTo>
                <a:cubicBezTo>
                  <a:pt x="235876" y="60683"/>
                  <a:pt x="243640" y="59194"/>
                  <a:pt x="248622" y="57464"/>
                </a:cubicBezTo>
                <a:cubicBezTo>
                  <a:pt x="248670" y="55682"/>
                  <a:pt x="248694" y="54550"/>
                  <a:pt x="248694" y="54068"/>
                </a:cubicBezTo>
                <a:cubicBezTo>
                  <a:pt x="248694" y="48767"/>
                  <a:pt x="247461" y="45032"/>
                  <a:pt x="244994" y="42865"/>
                </a:cubicBezTo>
                <a:cubicBezTo>
                  <a:pt x="241657" y="39925"/>
                  <a:pt x="236699" y="38455"/>
                  <a:pt x="230120" y="38455"/>
                </a:cubicBezTo>
                <a:cubicBezTo>
                  <a:pt x="223977" y="38455"/>
                  <a:pt x="219442" y="39531"/>
                  <a:pt x="216516" y="41683"/>
                </a:cubicBezTo>
                <a:cubicBezTo>
                  <a:pt x="213589" y="43836"/>
                  <a:pt x="211425" y="47645"/>
                  <a:pt x="210022" y="53111"/>
                </a:cubicBezTo>
                <a:lnTo>
                  <a:pt x="197252" y="51370"/>
                </a:lnTo>
                <a:cubicBezTo>
                  <a:pt x="198413" y="45887"/>
                  <a:pt x="200324" y="41460"/>
                  <a:pt x="202984" y="38087"/>
                </a:cubicBezTo>
                <a:cubicBezTo>
                  <a:pt x="205645" y="34715"/>
                  <a:pt x="209490" y="32120"/>
                  <a:pt x="214521" y="30301"/>
                </a:cubicBezTo>
                <a:cubicBezTo>
                  <a:pt x="219551" y="28481"/>
                  <a:pt x="225380" y="27571"/>
                  <a:pt x="232007" y="27571"/>
                </a:cubicBezTo>
                <a:cubicBezTo>
                  <a:pt x="238585" y="27571"/>
                  <a:pt x="243930" y="28345"/>
                  <a:pt x="248041" y="29893"/>
                </a:cubicBezTo>
                <a:cubicBezTo>
                  <a:pt x="252153" y="31441"/>
                  <a:pt x="255176" y="33388"/>
                  <a:pt x="257111" y="35734"/>
                </a:cubicBezTo>
                <a:cubicBezTo>
                  <a:pt x="259046" y="38080"/>
                  <a:pt x="260400" y="41043"/>
                  <a:pt x="261174" y="44622"/>
                </a:cubicBezTo>
                <a:cubicBezTo>
                  <a:pt x="261609" y="46847"/>
                  <a:pt x="261827" y="50862"/>
                  <a:pt x="261827" y="56666"/>
                </a:cubicBezTo>
                <a:lnTo>
                  <a:pt x="261827" y="74080"/>
                </a:lnTo>
                <a:cubicBezTo>
                  <a:pt x="261827" y="86221"/>
                  <a:pt x="262105" y="93900"/>
                  <a:pt x="262662" y="97116"/>
                </a:cubicBezTo>
                <a:cubicBezTo>
                  <a:pt x="263218" y="100333"/>
                  <a:pt x="264318" y="103417"/>
                  <a:pt x="265963" y="106367"/>
                </a:cubicBezTo>
                <a:lnTo>
                  <a:pt x="252322" y="106367"/>
                </a:lnTo>
                <a:cubicBezTo>
                  <a:pt x="250968" y="103655"/>
                  <a:pt x="250097" y="100484"/>
                  <a:pt x="249710" y="96853"/>
                </a:cubicBezTo>
                <a:moveTo>
                  <a:pt x="248622" y="67622"/>
                </a:moveTo>
                <a:cubicBezTo>
                  <a:pt x="243882" y="69574"/>
                  <a:pt x="236771" y="71232"/>
                  <a:pt x="227290" y="72597"/>
                </a:cubicBezTo>
                <a:cubicBezTo>
                  <a:pt x="221921" y="73374"/>
                  <a:pt x="218124" y="74248"/>
                  <a:pt x="215899" y="75220"/>
                </a:cubicBezTo>
                <a:cubicBezTo>
                  <a:pt x="213674" y="76191"/>
                  <a:pt x="211957" y="77612"/>
                  <a:pt x="210748" y="79483"/>
                </a:cubicBezTo>
                <a:cubicBezTo>
                  <a:pt x="209538" y="81353"/>
                  <a:pt x="208934" y="83429"/>
                  <a:pt x="208934" y="85711"/>
                </a:cubicBezTo>
                <a:cubicBezTo>
                  <a:pt x="208934" y="89208"/>
                  <a:pt x="210252" y="92122"/>
                  <a:pt x="212888" y="94454"/>
                </a:cubicBezTo>
                <a:cubicBezTo>
                  <a:pt x="215524" y="96785"/>
                  <a:pt x="219382" y="97951"/>
                  <a:pt x="224461" y="97951"/>
                </a:cubicBezTo>
                <a:cubicBezTo>
                  <a:pt x="229491" y="97951"/>
                  <a:pt x="233966" y="96845"/>
                  <a:pt x="237884" y="94634"/>
                </a:cubicBezTo>
                <a:cubicBezTo>
                  <a:pt x="241802" y="92422"/>
                  <a:pt x="244680" y="89397"/>
                  <a:pt x="246518" y="85557"/>
                </a:cubicBezTo>
                <a:cubicBezTo>
                  <a:pt x="247921" y="82591"/>
                  <a:pt x="248622" y="78217"/>
                  <a:pt x="248622" y="72434"/>
                </a:cubicBezTo>
                <a:lnTo>
                  <a:pt x="248622" y="67622"/>
                </a:lnTo>
                <a:close/>
                <a:moveTo>
                  <a:pt x="310828" y="94831"/>
                </a:moveTo>
                <a:lnTo>
                  <a:pt x="312715" y="106367"/>
                </a:lnTo>
                <a:cubicBezTo>
                  <a:pt x="309038" y="107044"/>
                  <a:pt x="305749" y="107383"/>
                  <a:pt x="302847" y="107383"/>
                </a:cubicBezTo>
                <a:cubicBezTo>
                  <a:pt x="298107" y="107383"/>
                  <a:pt x="294430" y="106633"/>
                  <a:pt x="291818" y="105134"/>
                </a:cubicBezTo>
                <a:cubicBezTo>
                  <a:pt x="289206" y="103634"/>
                  <a:pt x="287368" y="101663"/>
                  <a:pt x="286304" y="99220"/>
                </a:cubicBezTo>
                <a:cubicBezTo>
                  <a:pt x="285240" y="96778"/>
                  <a:pt x="284708" y="91638"/>
                  <a:pt x="284708" y="83802"/>
                </a:cubicBezTo>
                <a:lnTo>
                  <a:pt x="284708" y="39470"/>
                </a:lnTo>
                <a:lnTo>
                  <a:pt x="275130" y="39470"/>
                </a:lnTo>
                <a:lnTo>
                  <a:pt x="275130" y="29313"/>
                </a:lnTo>
                <a:lnTo>
                  <a:pt x="284708" y="29313"/>
                </a:lnTo>
                <a:lnTo>
                  <a:pt x="284708" y="10178"/>
                </a:lnTo>
                <a:lnTo>
                  <a:pt x="297695" y="2322"/>
                </a:lnTo>
                <a:lnTo>
                  <a:pt x="297695" y="29313"/>
                </a:lnTo>
                <a:lnTo>
                  <a:pt x="310828" y="29313"/>
                </a:lnTo>
                <a:lnTo>
                  <a:pt x="310828" y="39470"/>
                </a:lnTo>
                <a:lnTo>
                  <a:pt x="297695" y="39470"/>
                </a:lnTo>
                <a:lnTo>
                  <a:pt x="297695" y="84528"/>
                </a:lnTo>
                <a:cubicBezTo>
                  <a:pt x="297695" y="88252"/>
                  <a:pt x="297925" y="90647"/>
                  <a:pt x="298385" y="91711"/>
                </a:cubicBezTo>
                <a:cubicBezTo>
                  <a:pt x="298844" y="92775"/>
                  <a:pt x="299594" y="93621"/>
                  <a:pt x="300634" y="94250"/>
                </a:cubicBezTo>
                <a:cubicBezTo>
                  <a:pt x="301674" y="94879"/>
                  <a:pt x="303161" y="95194"/>
                  <a:pt x="305096" y="95194"/>
                </a:cubicBezTo>
                <a:cubicBezTo>
                  <a:pt x="306547" y="95194"/>
                  <a:pt x="308458" y="95073"/>
                  <a:pt x="310828" y="94831"/>
                </a:cubicBezTo>
                <a:close/>
                <a:moveTo>
                  <a:pt x="352643" y="94831"/>
                </a:moveTo>
                <a:lnTo>
                  <a:pt x="354530" y="106367"/>
                </a:lnTo>
                <a:cubicBezTo>
                  <a:pt x="350854" y="107044"/>
                  <a:pt x="347564" y="107383"/>
                  <a:pt x="344662" y="107383"/>
                </a:cubicBezTo>
                <a:cubicBezTo>
                  <a:pt x="339922" y="107383"/>
                  <a:pt x="336246" y="106633"/>
                  <a:pt x="333634" y="105134"/>
                </a:cubicBezTo>
                <a:cubicBezTo>
                  <a:pt x="331022" y="103634"/>
                  <a:pt x="329184" y="101663"/>
                  <a:pt x="328119" y="99220"/>
                </a:cubicBezTo>
                <a:cubicBezTo>
                  <a:pt x="327055" y="96778"/>
                  <a:pt x="326523" y="91638"/>
                  <a:pt x="326523" y="83802"/>
                </a:cubicBezTo>
                <a:lnTo>
                  <a:pt x="326523" y="39470"/>
                </a:lnTo>
                <a:lnTo>
                  <a:pt x="316946" y="39470"/>
                </a:lnTo>
                <a:lnTo>
                  <a:pt x="316946" y="29313"/>
                </a:lnTo>
                <a:lnTo>
                  <a:pt x="326523" y="29313"/>
                </a:lnTo>
                <a:lnTo>
                  <a:pt x="326523" y="10178"/>
                </a:lnTo>
                <a:lnTo>
                  <a:pt x="339511" y="2322"/>
                </a:lnTo>
                <a:lnTo>
                  <a:pt x="339511" y="29313"/>
                </a:lnTo>
                <a:lnTo>
                  <a:pt x="352643" y="29313"/>
                </a:lnTo>
                <a:lnTo>
                  <a:pt x="352643" y="39470"/>
                </a:lnTo>
                <a:lnTo>
                  <a:pt x="339511" y="39470"/>
                </a:lnTo>
                <a:lnTo>
                  <a:pt x="339511" y="84528"/>
                </a:lnTo>
                <a:cubicBezTo>
                  <a:pt x="339511" y="88252"/>
                  <a:pt x="339740" y="90647"/>
                  <a:pt x="340200" y="91711"/>
                </a:cubicBezTo>
                <a:cubicBezTo>
                  <a:pt x="340659" y="92775"/>
                  <a:pt x="341409" y="93621"/>
                  <a:pt x="342449" y="94250"/>
                </a:cubicBezTo>
                <a:cubicBezTo>
                  <a:pt x="343489" y="94879"/>
                  <a:pt x="344977" y="95194"/>
                  <a:pt x="346911" y="95194"/>
                </a:cubicBezTo>
                <a:cubicBezTo>
                  <a:pt x="348362" y="95194"/>
                  <a:pt x="350273" y="95073"/>
                  <a:pt x="352643" y="94831"/>
                </a:cubicBezTo>
                <a:close/>
                <a:moveTo>
                  <a:pt x="416225" y="96853"/>
                </a:moveTo>
                <a:cubicBezTo>
                  <a:pt x="411388" y="100968"/>
                  <a:pt x="406733" y="103872"/>
                  <a:pt x="402258" y="105567"/>
                </a:cubicBezTo>
                <a:cubicBezTo>
                  <a:pt x="397784" y="107261"/>
                  <a:pt x="392983" y="108109"/>
                  <a:pt x="387856" y="108109"/>
                </a:cubicBezTo>
                <a:cubicBezTo>
                  <a:pt x="379391" y="108109"/>
                  <a:pt x="372885" y="106039"/>
                  <a:pt x="368338" y="101900"/>
                </a:cubicBezTo>
                <a:cubicBezTo>
                  <a:pt x="363792" y="97762"/>
                  <a:pt x="361518" y="92473"/>
                  <a:pt x="361518" y="86036"/>
                </a:cubicBezTo>
                <a:cubicBezTo>
                  <a:pt x="361518" y="82261"/>
                  <a:pt x="362377" y="78813"/>
                  <a:pt x="364094" y="75692"/>
                </a:cubicBezTo>
                <a:cubicBezTo>
                  <a:pt x="365811" y="72569"/>
                  <a:pt x="368060" y="70063"/>
                  <a:pt x="370842" y="68175"/>
                </a:cubicBezTo>
                <a:cubicBezTo>
                  <a:pt x="373623" y="66288"/>
                  <a:pt x="376755" y="64860"/>
                  <a:pt x="380238" y="63892"/>
                </a:cubicBezTo>
                <a:cubicBezTo>
                  <a:pt x="382801" y="63214"/>
                  <a:pt x="386671" y="62560"/>
                  <a:pt x="391847" y="61931"/>
                </a:cubicBezTo>
                <a:cubicBezTo>
                  <a:pt x="402391" y="60683"/>
                  <a:pt x="410155" y="59194"/>
                  <a:pt x="415137" y="57464"/>
                </a:cubicBezTo>
                <a:cubicBezTo>
                  <a:pt x="415185" y="55682"/>
                  <a:pt x="415210" y="54550"/>
                  <a:pt x="415210" y="54068"/>
                </a:cubicBezTo>
                <a:cubicBezTo>
                  <a:pt x="415210" y="48767"/>
                  <a:pt x="413976" y="45032"/>
                  <a:pt x="411509" y="42865"/>
                </a:cubicBezTo>
                <a:cubicBezTo>
                  <a:pt x="408172" y="39925"/>
                  <a:pt x="403214" y="38455"/>
                  <a:pt x="396635" y="38455"/>
                </a:cubicBezTo>
                <a:cubicBezTo>
                  <a:pt x="390492" y="38455"/>
                  <a:pt x="385957" y="39531"/>
                  <a:pt x="383031" y="41683"/>
                </a:cubicBezTo>
                <a:cubicBezTo>
                  <a:pt x="380105" y="43836"/>
                  <a:pt x="377940" y="47645"/>
                  <a:pt x="376537" y="53111"/>
                </a:cubicBezTo>
                <a:lnTo>
                  <a:pt x="363767" y="51370"/>
                </a:lnTo>
                <a:cubicBezTo>
                  <a:pt x="364928" y="45887"/>
                  <a:pt x="366839" y="41460"/>
                  <a:pt x="369499" y="38087"/>
                </a:cubicBezTo>
                <a:cubicBezTo>
                  <a:pt x="372160" y="34715"/>
                  <a:pt x="376005" y="32120"/>
                  <a:pt x="381036" y="30301"/>
                </a:cubicBezTo>
                <a:cubicBezTo>
                  <a:pt x="386066" y="28481"/>
                  <a:pt x="391895" y="27571"/>
                  <a:pt x="398522" y="27571"/>
                </a:cubicBezTo>
                <a:cubicBezTo>
                  <a:pt x="405100" y="27571"/>
                  <a:pt x="410445" y="28345"/>
                  <a:pt x="414557" y="29893"/>
                </a:cubicBezTo>
                <a:cubicBezTo>
                  <a:pt x="418668" y="31441"/>
                  <a:pt x="421691" y="33388"/>
                  <a:pt x="423626" y="35734"/>
                </a:cubicBezTo>
                <a:cubicBezTo>
                  <a:pt x="425561" y="38080"/>
                  <a:pt x="426915" y="41043"/>
                  <a:pt x="427689" y="44622"/>
                </a:cubicBezTo>
                <a:cubicBezTo>
                  <a:pt x="428125" y="46847"/>
                  <a:pt x="428342" y="50862"/>
                  <a:pt x="428342" y="56666"/>
                </a:cubicBezTo>
                <a:lnTo>
                  <a:pt x="428342" y="74080"/>
                </a:lnTo>
                <a:cubicBezTo>
                  <a:pt x="428342" y="86221"/>
                  <a:pt x="428620" y="93900"/>
                  <a:pt x="429177" y="97116"/>
                </a:cubicBezTo>
                <a:cubicBezTo>
                  <a:pt x="429733" y="100333"/>
                  <a:pt x="430833" y="103417"/>
                  <a:pt x="432478" y="106367"/>
                </a:cubicBezTo>
                <a:lnTo>
                  <a:pt x="418837" y="106367"/>
                </a:lnTo>
                <a:cubicBezTo>
                  <a:pt x="417483" y="103655"/>
                  <a:pt x="416612" y="100484"/>
                  <a:pt x="416225" y="96853"/>
                </a:cubicBezTo>
                <a:moveTo>
                  <a:pt x="415137" y="67622"/>
                </a:moveTo>
                <a:cubicBezTo>
                  <a:pt x="410397" y="69574"/>
                  <a:pt x="403286" y="71232"/>
                  <a:pt x="393806" y="72597"/>
                </a:cubicBezTo>
                <a:cubicBezTo>
                  <a:pt x="388436" y="73374"/>
                  <a:pt x="384639" y="74248"/>
                  <a:pt x="382414" y="75220"/>
                </a:cubicBezTo>
                <a:cubicBezTo>
                  <a:pt x="380189" y="76191"/>
                  <a:pt x="378472" y="77612"/>
                  <a:pt x="377263" y="79483"/>
                </a:cubicBezTo>
                <a:cubicBezTo>
                  <a:pt x="376053" y="81353"/>
                  <a:pt x="375449" y="83429"/>
                  <a:pt x="375449" y="85711"/>
                </a:cubicBezTo>
                <a:cubicBezTo>
                  <a:pt x="375449" y="89208"/>
                  <a:pt x="376767" y="92122"/>
                  <a:pt x="379403" y="94454"/>
                </a:cubicBezTo>
                <a:cubicBezTo>
                  <a:pt x="382039" y="96785"/>
                  <a:pt x="385897" y="97951"/>
                  <a:pt x="390976" y="97951"/>
                </a:cubicBezTo>
                <a:cubicBezTo>
                  <a:pt x="396006" y="97951"/>
                  <a:pt x="400481" y="96845"/>
                  <a:pt x="404399" y="94634"/>
                </a:cubicBezTo>
                <a:cubicBezTo>
                  <a:pt x="408317" y="92422"/>
                  <a:pt x="411195" y="89397"/>
                  <a:pt x="413033" y="85557"/>
                </a:cubicBezTo>
                <a:cubicBezTo>
                  <a:pt x="414436" y="82591"/>
                  <a:pt x="415137" y="78217"/>
                  <a:pt x="415137" y="72434"/>
                </a:cubicBezTo>
                <a:lnTo>
                  <a:pt x="415137" y="67622"/>
                </a:lnTo>
                <a:close/>
                <a:moveTo>
                  <a:pt x="499110" y="78070"/>
                </a:moveTo>
                <a:lnTo>
                  <a:pt x="511952" y="79739"/>
                </a:lnTo>
                <a:cubicBezTo>
                  <a:pt x="510550" y="88614"/>
                  <a:pt x="506958" y="95561"/>
                  <a:pt x="501178" y="100581"/>
                </a:cubicBezTo>
                <a:cubicBezTo>
                  <a:pt x="495398" y="105599"/>
                  <a:pt x="488299" y="108109"/>
                  <a:pt x="479883" y="108109"/>
                </a:cubicBezTo>
                <a:cubicBezTo>
                  <a:pt x="469338" y="108109"/>
                  <a:pt x="460861" y="104662"/>
                  <a:pt x="454452" y="97769"/>
                </a:cubicBezTo>
                <a:cubicBezTo>
                  <a:pt x="448043" y="90876"/>
                  <a:pt x="444838" y="80997"/>
                  <a:pt x="444838" y="68130"/>
                </a:cubicBezTo>
                <a:cubicBezTo>
                  <a:pt x="444838" y="59810"/>
                  <a:pt x="446217" y="52531"/>
                  <a:pt x="448974" y="46291"/>
                </a:cubicBezTo>
                <a:cubicBezTo>
                  <a:pt x="451731" y="40051"/>
                  <a:pt x="455927" y="35371"/>
                  <a:pt x="461562" y="32251"/>
                </a:cubicBezTo>
                <a:cubicBezTo>
                  <a:pt x="467197" y="29131"/>
                  <a:pt x="473328" y="27571"/>
                  <a:pt x="479955" y="27571"/>
                </a:cubicBezTo>
                <a:cubicBezTo>
                  <a:pt x="488323" y="27571"/>
                  <a:pt x="495168" y="29694"/>
                  <a:pt x="500489" y="33940"/>
                </a:cubicBezTo>
                <a:cubicBezTo>
                  <a:pt x="505809" y="38185"/>
                  <a:pt x="509219" y="44212"/>
                  <a:pt x="510719" y="52023"/>
                </a:cubicBezTo>
                <a:lnTo>
                  <a:pt x="498022" y="53982"/>
                </a:lnTo>
                <a:cubicBezTo>
                  <a:pt x="496812" y="48830"/>
                  <a:pt x="494672" y="44955"/>
                  <a:pt x="491600" y="42355"/>
                </a:cubicBezTo>
                <a:cubicBezTo>
                  <a:pt x="488529" y="39755"/>
                  <a:pt x="484816" y="38455"/>
                  <a:pt x="480463" y="38455"/>
                </a:cubicBezTo>
                <a:cubicBezTo>
                  <a:pt x="473885" y="38455"/>
                  <a:pt x="468540" y="40801"/>
                  <a:pt x="464428" y="45495"/>
                </a:cubicBezTo>
                <a:cubicBezTo>
                  <a:pt x="460317" y="50187"/>
                  <a:pt x="458261" y="57611"/>
                  <a:pt x="458261" y="67767"/>
                </a:cubicBezTo>
                <a:cubicBezTo>
                  <a:pt x="458261" y="78069"/>
                  <a:pt x="460244" y="85554"/>
                  <a:pt x="464211" y="90223"/>
                </a:cubicBezTo>
                <a:cubicBezTo>
                  <a:pt x="468177" y="94891"/>
                  <a:pt x="473353" y="97225"/>
                  <a:pt x="479738" y="97225"/>
                </a:cubicBezTo>
                <a:cubicBezTo>
                  <a:pt x="484865" y="97225"/>
                  <a:pt x="489146" y="95659"/>
                  <a:pt x="492580" y="92527"/>
                </a:cubicBezTo>
                <a:cubicBezTo>
                  <a:pt x="496014" y="89395"/>
                  <a:pt x="498191" y="84576"/>
                  <a:pt x="499110" y="78070"/>
                </a:cubicBezTo>
                <a:close/>
                <a:moveTo>
                  <a:pt x="523572" y="106367"/>
                </a:moveTo>
                <a:lnTo>
                  <a:pt x="523572" y="0"/>
                </a:lnTo>
                <a:lnTo>
                  <a:pt x="536632" y="0"/>
                </a:lnTo>
                <a:lnTo>
                  <a:pt x="536632" y="60657"/>
                </a:lnTo>
                <a:lnTo>
                  <a:pt x="567541" y="29313"/>
                </a:lnTo>
                <a:lnTo>
                  <a:pt x="584447" y="29313"/>
                </a:lnTo>
                <a:lnTo>
                  <a:pt x="554989" y="57900"/>
                </a:lnTo>
                <a:lnTo>
                  <a:pt x="587422" y="106367"/>
                </a:lnTo>
                <a:lnTo>
                  <a:pt x="571314" y="106367"/>
                </a:lnTo>
                <a:lnTo>
                  <a:pt x="545847" y="66969"/>
                </a:lnTo>
                <a:lnTo>
                  <a:pt x="536632" y="75821"/>
                </a:lnTo>
                <a:lnTo>
                  <a:pt x="536632" y="106367"/>
                </a:lnTo>
                <a:lnTo>
                  <a:pt x="523572" y="106367"/>
                </a:lnTo>
                <a:close/>
                <a:moveTo>
                  <a:pt x="650918" y="81553"/>
                </a:moveTo>
                <a:lnTo>
                  <a:pt x="664414" y="83222"/>
                </a:lnTo>
                <a:cubicBezTo>
                  <a:pt x="662285" y="91106"/>
                  <a:pt x="658343" y="97225"/>
                  <a:pt x="652587" y="101578"/>
                </a:cubicBezTo>
                <a:cubicBezTo>
                  <a:pt x="646831" y="105932"/>
                  <a:pt x="639478" y="108109"/>
                  <a:pt x="630530" y="108109"/>
                </a:cubicBezTo>
                <a:cubicBezTo>
                  <a:pt x="619260" y="108109"/>
                  <a:pt x="610323" y="104638"/>
                  <a:pt x="603720" y="97697"/>
                </a:cubicBezTo>
                <a:cubicBezTo>
                  <a:pt x="597118" y="90756"/>
                  <a:pt x="593817" y="81021"/>
                  <a:pt x="593817" y="68493"/>
                </a:cubicBezTo>
                <a:cubicBezTo>
                  <a:pt x="593817" y="55530"/>
                  <a:pt x="597154" y="45468"/>
                  <a:pt x="603829" y="38310"/>
                </a:cubicBezTo>
                <a:cubicBezTo>
                  <a:pt x="610504" y="31151"/>
                  <a:pt x="619163" y="27571"/>
                  <a:pt x="629804" y="27571"/>
                </a:cubicBezTo>
                <a:cubicBezTo>
                  <a:pt x="640107" y="27571"/>
                  <a:pt x="648524" y="31073"/>
                  <a:pt x="655054" y="38076"/>
                </a:cubicBezTo>
                <a:cubicBezTo>
                  <a:pt x="661584" y="45078"/>
                  <a:pt x="664849" y="54929"/>
                  <a:pt x="664849" y="67629"/>
                </a:cubicBezTo>
                <a:cubicBezTo>
                  <a:pt x="664849" y="68401"/>
                  <a:pt x="664825" y="69560"/>
                  <a:pt x="664776" y="71105"/>
                </a:cubicBezTo>
                <a:lnTo>
                  <a:pt x="607312" y="71105"/>
                </a:lnTo>
                <a:cubicBezTo>
                  <a:pt x="607796" y="79546"/>
                  <a:pt x="610190" y="86009"/>
                  <a:pt x="614495" y="90496"/>
                </a:cubicBezTo>
                <a:cubicBezTo>
                  <a:pt x="618800" y="94982"/>
                  <a:pt x="624169" y="97225"/>
                  <a:pt x="630602" y="97225"/>
                </a:cubicBezTo>
                <a:cubicBezTo>
                  <a:pt x="635391" y="97225"/>
                  <a:pt x="639478" y="95980"/>
                  <a:pt x="642864" y="93488"/>
                </a:cubicBezTo>
                <a:cubicBezTo>
                  <a:pt x="646250" y="90996"/>
                  <a:pt x="648935" y="87017"/>
                  <a:pt x="650918" y="81553"/>
                </a:cubicBezTo>
                <a:moveTo>
                  <a:pt x="608038" y="60222"/>
                </a:moveTo>
                <a:lnTo>
                  <a:pt x="651063" y="60222"/>
                </a:lnTo>
                <a:cubicBezTo>
                  <a:pt x="650483" y="53846"/>
                  <a:pt x="648838" y="49064"/>
                  <a:pt x="646129" y="45876"/>
                </a:cubicBezTo>
                <a:cubicBezTo>
                  <a:pt x="641970" y="40928"/>
                  <a:pt x="636576" y="38455"/>
                  <a:pt x="629949" y="38455"/>
                </a:cubicBezTo>
                <a:cubicBezTo>
                  <a:pt x="623951" y="38455"/>
                  <a:pt x="618909" y="40430"/>
                  <a:pt x="614821" y="44379"/>
                </a:cubicBezTo>
                <a:cubicBezTo>
                  <a:pt x="610734" y="48328"/>
                  <a:pt x="608473" y="53608"/>
                  <a:pt x="608038" y="60222"/>
                </a:cubicBezTo>
                <a:close/>
                <a:moveTo>
                  <a:pt x="680910" y="106367"/>
                </a:moveTo>
                <a:lnTo>
                  <a:pt x="680910" y="29313"/>
                </a:lnTo>
                <a:lnTo>
                  <a:pt x="692664" y="29313"/>
                </a:lnTo>
                <a:lnTo>
                  <a:pt x="692664" y="40922"/>
                </a:lnTo>
                <a:cubicBezTo>
                  <a:pt x="695663" y="35486"/>
                  <a:pt x="698432" y="31902"/>
                  <a:pt x="700971" y="30170"/>
                </a:cubicBezTo>
                <a:cubicBezTo>
                  <a:pt x="703511" y="28437"/>
                  <a:pt x="706304" y="27571"/>
                  <a:pt x="709352" y="27571"/>
                </a:cubicBezTo>
                <a:cubicBezTo>
                  <a:pt x="713753" y="27571"/>
                  <a:pt x="718228" y="28968"/>
                  <a:pt x="722775" y="31761"/>
                </a:cubicBezTo>
                <a:lnTo>
                  <a:pt x="718276" y="43824"/>
                </a:lnTo>
                <a:cubicBezTo>
                  <a:pt x="715084" y="41937"/>
                  <a:pt x="711891" y="40994"/>
                  <a:pt x="708699" y="40994"/>
                </a:cubicBezTo>
                <a:cubicBezTo>
                  <a:pt x="705845" y="40994"/>
                  <a:pt x="703281" y="41854"/>
                  <a:pt x="701008" y="43574"/>
                </a:cubicBezTo>
                <a:cubicBezTo>
                  <a:pt x="698734" y="45293"/>
                  <a:pt x="697114" y="47678"/>
                  <a:pt x="696146" y="50728"/>
                </a:cubicBezTo>
                <a:cubicBezTo>
                  <a:pt x="694695" y="55376"/>
                  <a:pt x="693970" y="60460"/>
                  <a:pt x="693970" y="65981"/>
                </a:cubicBezTo>
                <a:lnTo>
                  <a:pt x="693970" y="106367"/>
                </a:lnTo>
                <a:lnTo>
                  <a:pt x="680910" y="106367"/>
                </a:lnTo>
                <a:close/>
              </a:path>
            </a:pathLst>
          </a:custGeom>
          <a:solidFill xmlns:a="http://schemas.openxmlformats.org/drawingml/2006/main">
            <a:srgbClr val="BB55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Subdomainscreated">
            <a:extLst xmlns:a="http://schemas.openxmlformats.org/drawingml/2006/main">
              <a:ext uri="{FF2B5EF4-FFF2-40B4-BE49-F238E27FC236}">
                <a16:creationId xmlns:a16="http://schemas.microsoft.com/office/drawing/2014/main" id="{7C8657B9-2F96-4529-8C76-4C36DEE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402" y="3047858"/>
            <a:ext cx="1351056" cy="109995"/>
          </a:xfrm>
          <a:custGeom xmlns:a="http://schemas.openxmlformats.org/drawingml/2006/main">
            <a:pathLst>
              <a:path w="1351056" h="109995">
                <a:moveTo>
                  <a:pt x="0" y="74007"/>
                </a:moveTo>
                <a:lnTo>
                  <a:pt x="13278" y="72846"/>
                </a:lnTo>
                <a:cubicBezTo>
                  <a:pt x="13907" y="78167"/>
                  <a:pt x="15370" y="82533"/>
                  <a:pt x="17667" y="85943"/>
                </a:cubicBezTo>
                <a:cubicBezTo>
                  <a:pt x="19965" y="89353"/>
                  <a:pt x="23532" y="92110"/>
                  <a:pt x="28369" y="94214"/>
                </a:cubicBezTo>
                <a:cubicBezTo>
                  <a:pt x="33206" y="96318"/>
                  <a:pt x="38648" y="97370"/>
                  <a:pt x="44695" y="97370"/>
                </a:cubicBezTo>
                <a:cubicBezTo>
                  <a:pt x="50064" y="97370"/>
                  <a:pt x="54804" y="96572"/>
                  <a:pt x="58916" y="94976"/>
                </a:cubicBezTo>
                <a:cubicBezTo>
                  <a:pt x="63027" y="93380"/>
                  <a:pt x="66086" y="91191"/>
                  <a:pt x="68094" y="88410"/>
                </a:cubicBezTo>
                <a:cubicBezTo>
                  <a:pt x="70101" y="85628"/>
                  <a:pt x="71105" y="82593"/>
                  <a:pt x="71105" y="79304"/>
                </a:cubicBezTo>
                <a:cubicBezTo>
                  <a:pt x="71105" y="75966"/>
                  <a:pt x="70138" y="73052"/>
                  <a:pt x="68203" y="70561"/>
                </a:cubicBezTo>
                <a:cubicBezTo>
                  <a:pt x="66268" y="68070"/>
                  <a:pt x="63075" y="65978"/>
                  <a:pt x="58625" y="64285"/>
                </a:cubicBezTo>
                <a:cubicBezTo>
                  <a:pt x="55771" y="63172"/>
                  <a:pt x="49459" y="61443"/>
                  <a:pt x="39688" y="59097"/>
                </a:cubicBezTo>
                <a:cubicBezTo>
                  <a:pt x="29917" y="56751"/>
                  <a:pt x="23073" y="54538"/>
                  <a:pt x="19155" y="52458"/>
                </a:cubicBezTo>
                <a:cubicBezTo>
                  <a:pt x="14076" y="49798"/>
                  <a:pt x="10291" y="46496"/>
                  <a:pt x="7800" y="42554"/>
                </a:cubicBezTo>
                <a:cubicBezTo>
                  <a:pt x="5309" y="38612"/>
                  <a:pt x="4063" y="34198"/>
                  <a:pt x="4063" y="29313"/>
                </a:cubicBezTo>
                <a:cubicBezTo>
                  <a:pt x="4063" y="23943"/>
                  <a:pt x="5587" y="18925"/>
                  <a:pt x="8634" y="14257"/>
                </a:cubicBezTo>
                <a:cubicBezTo>
                  <a:pt x="11682" y="9589"/>
                  <a:pt x="16132" y="6046"/>
                  <a:pt x="21984" y="3628"/>
                </a:cubicBezTo>
                <a:cubicBezTo>
                  <a:pt x="27837" y="1209"/>
                  <a:pt x="34343" y="0"/>
                  <a:pt x="41502" y="0"/>
                </a:cubicBezTo>
                <a:cubicBezTo>
                  <a:pt x="49386" y="0"/>
                  <a:pt x="56340" y="1270"/>
                  <a:pt x="62362" y="3809"/>
                </a:cubicBezTo>
                <a:cubicBezTo>
                  <a:pt x="68384" y="6349"/>
                  <a:pt x="73016" y="10085"/>
                  <a:pt x="76256" y="15019"/>
                </a:cubicBezTo>
                <a:cubicBezTo>
                  <a:pt x="79497" y="19953"/>
                  <a:pt x="81239" y="25540"/>
                  <a:pt x="81480" y="31780"/>
                </a:cubicBezTo>
                <a:lnTo>
                  <a:pt x="67985" y="32795"/>
                </a:lnTo>
                <a:cubicBezTo>
                  <a:pt x="67259" y="26048"/>
                  <a:pt x="64805" y="20951"/>
                  <a:pt x="60621" y="17504"/>
                </a:cubicBezTo>
                <a:cubicBezTo>
                  <a:pt x="56437" y="14058"/>
                  <a:pt x="50257" y="12335"/>
                  <a:pt x="42083" y="12335"/>
                </a:cubicBezTo>
                <a:cubicBezTo>
                  <a:pt x="33569" y="12335"/>
                  <a:pt x="27366" y="13896"/>
                  <a:pt x="23472" y="17019"/>
                </a:cubicBezTo>
                <a:cubicBezTo>
                  <a:pt x="19578" y="20140"/>
                  <a:pt x="17631" y="23903"/>
                  <a:pt x="17631" y="28308"/>
                </a:cubicBezTo>
                <a:cubicBezTo>
                  <a:pt x="17631" y="32133"/>
                  <a:pt x="19010" y="35279"/>
                  <a:pt x="21767" y="37747"/>
                </a:cubicBezTo>
                <a:cubicBezTo>
                  <a:pt x="24476" y="40217"/>
                  <a:pt x="31550" y="42747"/>
                  <a:pt x="42989" y="45336"/>
                </a:cubicBezTo>
                <a:cubicBezTo>
                  <a:pt x="54429" y="47926"/>
                  <a:pt x="62277" y="50188"/>
                  <a:pt x="66534" y="52125"/>
                </a:cubicBezTo>
                <a:cubicBezTo>
                  <a:pt x="72725" y="54980"/>
                  <a:pt x="77296" y="58599"/>
                  <a:pt x="80247" y="62981"/>
                </a:cubicBezTo>
                <a:cubicBezTo>
                  <a:pt x="83198" y="67361"/>
                  <a:pt x="84673" y="72408"/>
                  <a:pt x="84673" y="78120"/>
                </a:cubicBezTo>
                <a:cubicBezTo>
                  <a:pt x="84673" y="83783"/>
                  <a:pt x="83052" y="89119"/>
                  <a:pt x="79812" y="94130"/>
                </a:cubicBezTo>
                <a:cubicBezTo>
                  <a:pt x="76571" y="99140"/>
                  <a:pt x="71915" y="103036"/>
                  <a:pt x="65845" y="105821"/>
                </a:cubicBezTo>
                <a:cubicBezTo>
                  <a:pt x="59774" y="108604"/>
                  <a:pt x="52942" y="109995"/>
                  <a:pt x="45348" y="109995"/>
                </a:cubicBezTo>
                <a:cubicBezTo>
                  <a:pt x="35722" y="109995"/>
                  <a:pt x="27656" y="108592"/>
                  <a:pt x="21150" y="105787"/>
                </a:cubicBezTo>
                <a:cubicBezTo>
                  <a:pt x="14644" y="102981"/>
                  <a:pt x="9541" y="98761"/>
                  <a:pt x="5841" y="93126"/>
                </a:cubicBezTo>
                <a:cubicBezTo>
                  <a:pt x="2140" y="87491"/>
                  <a:pt x="193" y="81118"/>
                  <a:pt x="0" y="74007"/>
                </a:cubicBezTo>
                <a:close/>
                <a:moveTo>
                  <a:pt x="152931" y="108254"/>
                </a:moveTo>
                <a:lnTo>
                  <a:pt x="152931" y="96935"/>
                </a:lnTo>
                <a:cubicBezTo>
                  <a:pt x="146933" y="105642"/>
                  <a:pt x="138783" y="109995"/>
                  <a:pt x="128480" y="109995"/>
                </a:cubicBezTo>
                <a:cubicBezTo>
                  <a:pt x="123933" y="109995"/>
                  <a:pt x="119688" y="109124"/>
                  <a:pt x="115746" y="107383"/>
                </a:cubicBezTo>
                <a:cubicBezTo>
                  <a:pt x="111804" y="105642"/>
                  <a:pt x="108877" y="103453"/>
                  <a:pt x="106967" y="100817"/>
                </a:cubicBezTo>
                <a:cubicBezTo>
                  <a:pt x="105056" y="98180"/>
                  <a:pt x="103714" y="94952"/>
                  <a:pt x="102940" y="91130"/>
                </a:cubicBezTo>
                <a:cubicBezTo>
                  <a:pt x="102408" y="88567"/>
                  <a:pt x="102142" y="84504"/>
                  <a:pt x="102142" y="78941"/>
                </a:cubicBezTo>
                <a:lnTo>
                  <a:pt x="102142" y="31199"/>
                </a:lnTo>
                <a:lnTo>
                  <a:pt x="115202" y="31199"/>
                </a:lnTo>
                <a:lnTo>
                  <a:pt x="115202" y="73935"/>
                </a:lnTo>
                <a:cubicBezTo>
                  <a:pt x="115202" y="80755"/>
                  <a:pt x="115468" y="85350"/>
                  <a:pt x="116000" y="87720"/>
                </a:cubicBezTo>
                <a:cubicBezTo>
                  <a:pt x="116822" y="91155"/>
                  <a:pt x="118564" y="93851"/>
                  <a:pt x="121224" y="95810"/>
                </a:cubicBezTo>
                <a:cubicBezTo>
                  <a:pt x="123884" y="97769"/>
                  <a:pt x="127174" y="98749"/>
                  <a:pt x="131092" y="98749"/>
                </a:cubicBezTo>
                <a:cubicBezTo>
                  <a:pt x="135010" y="98749"/>
                  <a:pt x="138686" y="97745"/>
                  <a:pt x="142120" y="95738"/>
                </a:cubicBezTo>
                <a:cubicBezTo>
                  <a:pt x="145555" y="93730"/>
                  <a:pt x="147985" y="90997"/>
                  <a:pt x="149412" y="87539"/>
                </a:cubicBezTo>
                <a:cubicBezTo>
                  <a:pt x="150839" y="84080"/>
                  <a:pt x="151552" y="79062"/>
                  <a:pt x="151552" y="72483"/>
                </a:cubicBezTo>
                <a:lnTo>
                  <a:pt x="151552" y="31199"/>
                </a:lnTo>
                <a:lnTo>
                  <a:pt x="164613" y="31199"/>
                </a:lnTo>
                <a:lnTo>
                  <a:pt x="164613" y="108254"/>
                </a:lnTo>
                <a:lnTo>
                  <a:pt x="152931" y="108254"/>
                </a:lnTo>
                <a:close/>
                <a:moveTo>
                  <a:pt x="197361" y="108254"/>
                </a:moveTo>
                <a:lnTo>
                  <a:pt x="185244" y="108254"/>
                </a:lnTo>
                <a:lnTo>
                  <a:pt x="185244" y="1886"/>
                </a:lnTo>
                <a:lnTo>
                  <a:pt x="198304" y="1886"/>
                </a:lnTo>
                <a:lnTo>
                  <a:pt x="198304" y="39974"/>
                </a:lnTo>
                <a:cubicBezTo>
                  <a:pt x="203818" y="32963"/>
                  <a:pt x="210856" y="29458"/>
                  <a:pt x="219418" y="29458"/>
                </a:cubicBezTo>
                <a:cubicBezTo>
                  <a:pt x="224158" y="29458"/>
                  <a:pt x="228645" y="30413"/>
                  <a:pt x="232877" y="32324"/>
                </a:cubicBezTo>
                <a:cubicBezTo>
                  <a:pt x="237110" y="34234"/>
                  <a:pt x="240592" y="36919"/>
                  <a:pt x="243325" y="40377"/>
                </a:cubicBezTo>
                <a:cubicBezTo>
                  <a:pt x="246058" y="43836"/>
                  <a:pt x="248199" y="48008"/>
                  <a:pt x="249746" y="52893"/>
                </a:cubicBezTo>
                <a:cubicBezTo>
                  <a:pt x="251294" y="57779"/>
                  <a:pt x="252068" y="63003"/>
                  <a:pt x="252068" y="68565"/>
                </a:cubicBezTo>
                <a:cubicBezTo>
                  <a:pt x="252068" y="81771"/>
                  <a:pt x="248803" y="91977"/>
                  <a:pt x="242273" y="99184"/>
                </a:cubicBezTo>
                <a:cubicBezTo>
                  <a:pt x="235743" y="106391"/>
                  <a:pt x="227907" y="109995"/>
                  <a:pt x="218765" y="109995"/>
                </a:cubicBezTo>
                <a:cubicBezTo>
                  <a:pt x="209671" y="109995"/>
                  <a:pt x="202537" y="106150"/>
                  <a:pt x="197361" y="98459"/>
                </a:cubicBezTo>
                <a:lnTo>
                  <a:pt x="197361" y="108254"/>
                </a:lnTo>
                <a:moveTo>
                  <a:pt x="197216" y="69148"/>
                </a:moveTo>
                <a:cubicBezTo>
                  <a:pt x="197216" y="78342"/>
                  <a:pt x="198474" y="84984"/>
                  <a:pt x="200989" y="89076"/>
                </a:cubicBezTo>
                <a:cubicBezTo>
                  <a:pt x="205100" y="95766"/>
                  <a:pt x="210663" y="99112"/>
                  <a:pt x="217677" y="99112"/>
                </a:cubicBezTo>
                <a:cubicBezTo>
                  <a:pt x="223384" y="99112"/>
                  <a:pt x="228318" y="96645"/>
                  <a:pt x="232478" y="91711"/>
                </a:cubicBezTo>
                <a:cubicBezTo>
                  <a:pt x="236638" y="86777"/>
                  <a:pt x="238718" y="79425"/>
                  <a:pt x="238718" y="69654"/>
                </a:cubicBezTo>
                <a:cubicBezTo>
                  <a:pt x="238718" y="59643"/>
                  <a:pt x="236723" y="52255"/>
                  <a:pt x="232732" y="47490"/>
                </a:cubicBezTo>
                <a:cubicBezTo>
                  <a:pt x="228741" y="42724"/>
                  <a:pt x="223917" y="40341"/>
                  <a:pt x="218257" y="40341"/>
                </a:cubicBezTo>
                <a:cubicBezTo>
                  <a:pt x="212549" y="40341"/>
                  <a:pt x="207616" y="42808"/>
                  <a:pt x="203456" y="47742"/>
                </a:cubicBezTo>
                <a:cubicBezTo>
                  <a:pt x="199296" y="52676"/>
                  <a:pt x="197216" y="59811"/>
                  <a:pt x="197216" y="69148"/>
                </a:cubicBezTo>
                <a:close/>
                <a:moveTo>
                  <a:pt x="318192" y="108254"/>
                </a:moveTo>
                <a:lnTo>
                  <a:pt x="318192" y="98531"/>
                </a:lnTo>
                <a:cubicBezTo>
                  <a:pt x="313306" y="106174"/>
                  <a:pt x="306123" y="109995"/>
                  <a:pt x="296643" y="109995"/>
                </a:cubicBezTo>
                <a:cubicBezTo>
                  <a:pt x="290500" y="109995"/>
                  <a:pt x="284852" y="108302"/>
                  <a:pt x="279701" y="104916"/>
                </a:cubicBezTo>
                <a:cubicBezTo>
                  <a:pt x="274549" y="101530"/>
                  <a:pt x="270559" y="96802"/>
                  <a:pt x="267729" y="90731"/>
                </a:cubicBezTo>
                <a:cubicBezTo>
                  <a:pt x="264899" y="84661"/>
                  <a:pt x="263485" y="77683"/>
                  <a:pt x="263485" y="69799"/>
                </a:cubicBezTo>
                <a:cubicBezTo>
                  <a:pt x="263485" y="62108"/>
                  <a:pt x="264766" y="55131"/>
                  <a:pt x="267330" y="48866"/>
                </a:cubicBezTo>
                <a:cubicBezTo>
                  <a:pt x="269894" y="42602"/>
                  <a:pt x="273739" y="37802"/>
                  <a:pt x="278866" y="34464"/>
                </a:cubicBezTo>
                <a:cubicBezTo>
                  <a:pt x="283994" y="31127"/>
                  <a:pt x="289726" y="29458"/>
                  <a:pt x="296062" y="29458"/>
                </a:cubicBezTo>
                <a:cubicBezTo>
                  <a:pt x="300706" y="29458"/>
                  <a:pt x="304842" y="30437"/>
                  <a:pt x="308469" y="32396"/>
                </a:cubicBezTo>
                <a:cubicBezTo>
                  <a:pt x="312097" y="34355"/>
                  <a:pt x="315048" y="36907"/>
                  <a:pt x="317321" y="40051"/>
                </a:cubicBezTo>
                <a:lnTo>
                  <a:pt x="317321" y="1886"/>
                </a:lnTo>
                <a:lnTo>
                  <a:pt x="330309" y="1886"/>
                </a:lnTo>
                <a:lnTo>
                  <a:pt x="330309" y="108254"/>
                </a:lnTo>
                <a:lnTo>
                  <a:pt x="318192" y="108254"/>
                </a:lnTo>
                <a:moveTo>
                  <a:pt x="276907" y="69763"/>
                </a:moveTo>
                <a:cubicBezTo>
                  <a:pt x="276907" y="79594"/>
                  <a:pt x="278987" y="86943"/>
                  <a:pt x="283147" y="91811"/>
                </a:cubicBezTo>
                <a:cubicBezTo>
                  <a:pt x="287307" y="96678"/>
                  <a:pt x="292217" y="99112"/>
                  <a:pt x="297876" y="99112"/>
                </a:cubicBezTo>
                <a:cubicBezTo>
                  <a:pt x="303584" y="99112"/>
                  <a:pt x="308433" y="96787"/>
                  <a:pt x="312424" y="92137"/>
                </a:cubicBezTo>
                <a:cubicBezTo>
                  <a:pt x="316414" y="87486"/>
                  <a:pt x="318410" y="80389"/>
                  <a:pt x="318410" y="70846"/>
                </a:cubicBezTo>
                <a:cubicBezTo>
                  <a:pt x="318410" y="60341"/>
                  <a:pt x="316378" y="52630"/>
                  <a:pt x="312315" y="47715"/>
                </a:cubicBezTo>
                <a:cubicBezTo>
                  <a:pt x="308252" y="42799"/>
                  <a:pt x="303245" y="40341"/>
                  <a:pt x="297296" y="40341"/>
                </a:cubicBezTo>
                <a:cubicBezTo>
                  <a:pt x="291491" y="40341"/>
                  <a:pt x="286642" y="42703"/>
                  <a:pt x="282748" y="47427"/>
                </a:cubicBezTo>
                <a:cubicBezTo>
                  <a:pt x="278854" y="52149"/>
                  <a:pt x="276907" y="59594"/>
                  <a:pt x="276907" y="69763"/>
                </a:cubicBezTo>
                <a:close/>
                <a:moveTo>
                  <a:pt x="346224" y="69726"/>
                </a:moveTo>
                <a:cubicBezTo>
                  <a:pt x="346224" y="55457"/>
                  <a:pt x="350191" y="44888"/>
                  <a:pt x="358123" y="38019"/>
                </a:cubicBezTo>
                <a:cubicBezTo>
                  <a:pt x="364750" y="32312"/>
                  <a:pt x="372828" y="29458"/>
                  <a:pt x="382357" y="29458"/>
                </a:cubicBezTo>
                <a:cubicBezTo>
                  <a:pt x="392950" y="29458"/>
                  <a:pt x="401609" y="32928"/>
                  <a:pt x="408332" y="39870"/>
                </a:cubicBezTo>
                <a:cubicBezTo>
                  <a:pt x="415056" y="46811"/>
                  <a:pt x="418417" y="56400"/>
                  <a:pt x="418417" y="68638"/>
                </a:cubicBezTo>
                <a:cubicBezTo>
                  <a:pt x="418417" y="78554"/>
                  <a:pt x="416930" y="86354"/>
                  <a:pt x="413955" y="92037"/>
                </a:cubicBezTo>
                <a:cubicBezTo>
                  <a:pt x="410980" y="97721"/>
                  <a:pt x="406651" y="102135"/>
                  <a:pt x="400968" y="105279"/>
                </a:cubicBezTo>
                <a:cubicBezTo>
                  <a:pt x="395284" y="108423"/>
                  <a:pt x="389081" y="109995"/>
                  <a:pt x="382357" y="109995"/>
                </a:cubicBezTo>
                <a:cubicBezTo>
                  <a:pt x="371570" y="109995"/>
                  <a:pt x="362852" y="106536"/>
                  <a:pt x="356201" y="99619"/>
                </a:cubicBezTo>
                <a:cubicBezTo>
                  <a:pt x="349550" y="92702"/>
                  <a:pt x="346224" y="82738"/>
                  <a:pt x="346224" y="69726"/>
                </a:cubicBezTo>
                <a:moveTo>
                  <a:pt x="359647" y="69690"/>
                </a:moveTo>
                <a:cubicBezTo>
                  <a:pt x="359647" y="79521"/>
                  <a:pt x="361800" y="86883"/>
                  <a:pt x="366105" y="91774"/>
                </a:cubicBezTo>
                <a:cubicBezTo>
                  <a:pt x="370409" y="96666"/>
                  <a:pt x="375827" y="99112"/>
                  <a:pt x="382357" y="99112"/>
                </a:cubicBezTo>
                <a:cubicBezTo>
                  <a:pt x="388839" y="99112"/>
                  <a:pt x="394232" y="96654"/>
                  <a:pt x="398537" y="91738"/>
                </a:cubicBezTo>
                <a:cubicBezTo>
                  <a:pt x="402842" y="86822"/>
                  <a:pt x="404995" y="79329"/>
                  <a:pt x="404995" y="69257"/>
                </a:cubicBezTo>
                <a:cubicBezTo>
                  <a:pt x="404995" y="59763"/>
                  <a:pt x="402830" y="52570"/>
                  <a:pt x="398501" y="47678"/>
                </a:cubicBezTo>
                <a:cubicBezTo>
                  <a:pt x="394172" y="42787"/>
                  <a:pt x="388790" y="40341"/>
                  <a:pt x="382357" y="40341"/>
                </a:cubicBezTo>
                <a:cubicBezTo>
                  <a:pt x="375827" y="40341"/>
                  <a:pt x="370409" y="42775"/>
                  <a:pt x="366105" y="47642"/>
                </a:cubicBezTo>
                <a:cubicBezTo>
                  <a:pt x="361800" y="52509"/>
                  <a:pt x="359647" y="59859"/>
                  <a:pt x="359647" y="69690"/>
                </a:cubicBezTo>
                <a:close/>
                <a:moveTo>
                  <a:pt x="433969" y="108254"/>
                </a:moveTo>
                <a:lnTo>
                  <a:pt x="433969" y="31199"/>
                </a:lnTo>
                <a:lnTo>
                  <a:pt x="445651" y="31199"/>
                </a:lnTo>
                <a:lnTo>
                  <a:pt x="445651" y="41937"/>
                </a:lnTo>
                <a:cubicBezTo>
                  <a:pt x="448070" y="38186"/>
                  <a:pt x="451286" y="35168"/>
                  <a:pt x="455301" y="32884"/>
                </a:cubicBezTo>
                <a:cubicBezTo>
                  <a:pt x="459316" y="30600"/>
                  <a:pt x="463887" y="29458"/>
                  <a:pt x="469014" y="29458"/>
                </a:cubicBezTo>
                <a:cubicBezTo>
                  <a:pt x="474722" y="29458"/>
                  <a:pt x="479402" y="30637"/>
                  <a:pt x="483054" y="32995"/>
                </a:cubicBezTo>
                <a:cubicBezTo>
                  <a:pt x="486706" y="35351"/>
                  <a:pt x="489281" y="38647"/>
                  <a:pt x="490781" y="42881"/>
                </a:cubicBezTo>
                <a:cubicBezTo>
                  <a:pt x="496876" y="33932"/>
                  <a:pt x="504808" y="29458"/>
                  <a:pt x="514579" y="29458"/>
                </a:cubicBezTo>
                <a:cubicBezTo>
                  <a:pt x="522222" y="29458"/>
                  <a:pt x="528099" y="31574"/>
                  <a:pt x="532210" y="35806"/>
                </a:cubicBezTo>
                <a:cubicBezTo>
                  <a:pt x="536322" y="40039"/>
                  <a:pt x="538378" y="46557"/>
                  <a:pt x="538378" y="55360"/>
                </a:cubicBezTo>
                <a:lnTo>
                  <a:pt x="538378" y="108254"/>
                </a:lnTo>
                <a:lnTo>
                  <a:pt x="525390" y="108254"/>
                </a:lnTo>
                <a:lnTo>
                  <a:pt x="525390" y="59661"/>
                </a:lnTo>
                <a:cubicBezTo>
                  <a:pt x="525390" y="54431"/>
                  <a:pt x="524967" y="50667"/>
                  <a:pt x="524120" y="48368"/>
                </a:cubicBezTo>
                <a:cubicBezTo>
                  <a:pt x="523274" y="46067"/>
                  <a:pt x="521738" y="44215"/>
                  <a:pt x="519513" y="42810"/>
                </a:cubicBezTo>
                <a:cubicBezTo>
                  <a:pt x="517288" y="41406"/>
                  <a:pt x="514676" y="40704"/>
                  <a:pt x="511677" y="40704"/>
                </a:cubicBezTo>
                <a:cubicBezTo>
                  <a:pt x="506259" y="40704"/>
                  <a:pt x="501761" y="42508"/>
                  <a:pt x="498182" y="46116"/>
                </a:cubicBezTo>
                <a:cubicBezTo>
                  <a:pt x="494602" y="49723"/>
                  <a:pt x="492812" y="55497"/>
                  <a:pt x="492812" y="63439"/>
                </a:cubicBezTo>
                <a:lnTo>
                  <a:pt x="492812" y="108254"/>
                </a:lnTo>
                <a:lnTo>
                  <a:pt x="479752" y="108254"/>
                </a:lnTo>
                <a:lnTo>
                  <a:pt x="479752" y="58136"/>
                </a:lnTo>
                <a:cubicBezTo>
                  <a:pt x="479752" y="52325"/>
                  <a:pt x="478688" y="47967"/>
                  <a:pt x="476560" y="45062"/>
                </a:cubicBezTo>
                <a:cubicBezTo>
                  <a:pt x="474432" y="42157"/>
                  <a:pt x="470949" y="40704"/>
                  <a:pt x="466112" y="40704"/>
                </a:cubicBezTo>
                <a:cubicBezTo>
                  <a:pt x="462436" y="40704"/>
                  <a:pt x="459038" y="41673"/>
                  <a:pt x="455918" y="43611"/>
                </a:cubicBezTo>
                <a:cubicBezTo>
                  <a:pt x="452798" y="45547"/>
                  <a:pt x="450536" y="48380"/>
                  <a:pt x="449134" y="52109"/>
                </a:cubicBezTo>
                <a:cubicBezTo>
                  <a:pt x="447731" y="55836"/>
                  <a:pt x="447030" y="61211"/>
                  <a:pt x="447030" y="68232"/>
                </a:cubicBezTo>
                <a:lnTo>
                  <a:pt x="447030" y="108254"/>
                </a:lnTo>
                <a:lnTo>
                  <a:pt x="433969" y="108254"/>
                </a:lnTo>
                <a:close/>
                <a:moveTo>
                  <a:pt x="608951" y="98740"/>
                </a:moveTo>
                <a:cubicBezTo>
                  <a:pt x="604114" y="102854"/>
                  <a:pt x="599458" y="105759"/>
                  <a:pt x="594984" y="107453"/>
                </a:cubicBezTo>
                <a:cubicBezTo>
                  <a:pt x="590509" y="109148"/>
                  <a:pt x="585709" y="109995"/>
                  <a:pt x="580581" y="109995"/>
                </a:cubicBezTo>
                <a:cubicBezTo>
                  <a:pt x="572116" y="109995"/>
                  <a:pt x="565611" y="107926"/>
                  <a:pt x="561064" y="103787"/>
                </a:cubicBezTo>
                <a:cubicBezTo>
                  <a:pt x="556517" y="99648"/>
                  <a:pt x="554243" y="94360"/>
                  <a:pt x="554243" y="87922"/>
                </a:cubicBezTo>
                <a:cubicBezTo>
                  <a:pt x="554243" y="84148"/>
                  <a:pt x="555102" y="80700"/>
                  <a:pt x="556819" y="77578"/>
                </a:cubicBezTo>
                <a:cubicBezTo>
                  <a:pt x="558536" y="74455"/>
                  <a:pt x="560786" y="71950"/>
                  <a:pt x="563567" y="70062"/>
                </a:cubicBezTo>
                <a:cubicBezTo>
                  <a:pt x="566348" y="68174"/>
                  <a:pt x="569480" y="66746"/>
                  <a:pt x="572963" y="65779"/>
                </a:cubicBezTo>
                <a:cubicBezTo>
                  <a:pt x="575527" y="65100"/>
                  <a:pt x="579396" y="64446"/>
                  <a:pt x="584572" y="63818"/>
                </a:cubicBezTo>
                <a:cubicBezTo>
                  <a:pt x="595117" y="62569"/>
                  <a:pt x="602880" y="61080"/>
                  <a:pt x="607862" y="59351"/>
                </a:cubicBezTo>
                <a:cubicBezTo>
                  <a:pt x="607911" y="57569"/>
                  <a:pt x="607935" y="56437"/>
                  <a:pt x="607935" y="55954"/>
                </a:cubicBezTo>
                <a:cubicBezTo>
                  <a:pt x="607935" y="50653"/>
                  <a:pt x="606701" y="46919"/>
                  <a:pt x="604235" y="44751"/>
                </a:cubicBezTo>
                <a:cubicBezTo>
                  <a:pt x="600897" y="41811"/>
                  <a:pt x="595939" y="40341"/>
                  <a:pt x="589361" y="40341"/>
                </a:cubicBezTo>
                <a:cubicBezTo>
                  <a:pt x="583217" y="40341"/>
                  <a:pt x="578683" y="41417"/>
                  <a:pt x="575756" y="43570"/>
                </a:cubicBezTo>
                <a:cubicBezTo>
                  <a:pt x="572830" y="45722"/>
                  <a:pt x="570665" y="49532"/>
                  <a:pt x="569263" y="54997"/>
                </a:cubicBezTo>
                <a:lnTo>
                  <a:pt x="556493" y="53256"/>
                </a:lnTo>
                <a:cubicBezTo>
                  <a:pt x="557654" y="47774"/>
                  <a:pt x="559564" y="43346"/>
                  <a:pt x="562225" y="39974"/>
                </a:cubicBezTo>
                <a:cubicBezTo>
                  <a:pt x="564885" y="36601"/>
                  <a:pt x="568730" y="34006"/>
                  <a:pt x="573761" y="32188"/>
                </a:cubicBezTo>
                <a:cubicBezTo>
                  <a:pt x="578792" y="30368"/>
                  <a:pt x="584620" y="29458"/>
                  <a:pt x="591247" y="29458"/>
                </a:cubicBezTo>
                <a:cubicBezTo>
                  <a:pt x="597825" y="29458"/>
                  <a:pt x="603170" y="30232"/>
                  <a:pt x="607282" y="31780"/>
                </a:cubicBezTo>
                <a:cubicBezTo>
                  <a:pt x="611393" y="33327"/>
                  <a:pt x="614417" y="35274"/>
                  <a:pt x="616351" y="37620"/>
                </a:cubicBezTo>
                <a:cubicBezTo>
                  <a:pt x="618286" y="39966"/>
                  <a:pt x="619641" y="42929"/>
                  <a:pt x="620415" y="46508"/>
                </a:cubicBezTo>
                <a:cubicBezTo>
                  <a:pt x="620850" y="48733"/>
                  <a:pt x="621068" y="52748"/>
                  <a:pt x="621068" y="58553"/>
                </a:cubicBezTo>
                <a:lnTo>
                  <a:pt x="621068" y="75966"/>
                </a:lnTo>
                <a:cubicBezTo>
                  <a:pt x="621068" y="88107"/>
                  <a:pt x="621346" y="95786"/>
                  <a:pt x="621902" y="99003"/>
                </a:cubicBezTo>
                <a:cubicBezTo>
                  <a:pt x="622458" y="102219"/>
                  <a:pt x="623559" y="105303"/>
                  <a:pt x="625203" y="108254"/>
                </a:cubicBezTo>
                <a:lnTo>
                  <a:pt x="611563" y="108254"/>
                </a:lnTo>
                <a:cubicBezTo>
                  <a:pt x="610208" y="105542"/>
                  <a:pt x="609338" y="102371"/>
                  <a:pt x="608951" y="98740"/>
                </a:cubicBezTo>
                <a:moveTo>
                  <a:pt x="607862" y="69509"/>
                </a:moveTo>
                <a:cubicBezTo>
                  <a:pt x="603122" y="71460"/>
                  <a:pt x="596012" y="73118"/>
                  <a:pt x="586531" y="74483"/>
                </a:cubicBezTo>
                <a:cubicBezTo>
                  <a:pt x="581162" y="75260"/>
                  <a:pt x="577365" y="76135"/>
                  <a:pt x="575140" y="77107"/>
                </a:cubicBezTo>
                <a:cubicBezTo>
                  <a:pt x="572915" y="78077"/>
                  <a:pt x="571197" y="79498"/>
                  <a:pt x="569988" y="81369"/>
                </a:cubicBezTo>
                <a:cubicBezTo>
                  <a:pt x="568779" y="83239"/>
                  <a:pt x="568174" y="85315"/>
                  <a:pt x="568174" y="87598"/>
                </a:cubicBezTo>
                <a:cubicBezTo>
                  <a:pt x="568174" y="91094"/>
                  <a:pt x="569492" y="94008"/>
                  <a:pt x="572128" y="96341"/>
                </a:cubicBezTo>
                <a:cubicBezTo>
                  <a:pt x="574765" y="98672"/>
                  <a:pt x="578622" y="99837"/>
                  <a:pt x="583701" y="99837"/>
                </a:cubicBezTo>
                <a:cubicBezTo>
                  <a:pt x="588732" y="99837"/>
                  <a:pt x="593206" y="98731"/>
                  <a:pt x="597124" y="96520"/>
                </a:cubicBezTo>
                <a:cubicBezTo>
                  <a:pt x="601042" y="94309"/>
                  <a:pt x="603920" y="91283"/>
                  <a:pt x="605758" y="87444"/>
                </a:cubicBezTo>
                <a:cubicBezTo>
                  <a:pt x="607161" y="84478"/>
                  <a:pt x="607862" y="80103"/>
                  <a:pt x="607862" y="74320"/>
                </a:cubicBezTo>
                <a:lnTo>
                  <a:pt x="607862" y="69509"/>
                </a:lnTo>
                <a:close/>
                <a:moveTo>
                  <a:pt x="641627" y="16978"/>
                </a:moveTo>
                <a:lnTo>
                  <a:pt x="641627" y="1886"/>
                </a:lnTo>
                <a:lnTo>
                  <a:pt x="654687" y="1886"/>
                </a:lnTo>
                <a:lnTo>
                  <a:pt x="654687" y="16978"/>
                </a:lnTo>
                <a:lnTo>
                  <a:pt x="641627" y="16978"/>
                </a:lnTo>
                <a:moveTo>
                  <a:pt x="641627" y="108254"/>
                </a:moveTo>
                <a:lnTo>
                  <a:pt x="641627" y="31199"/>
                </a:lnTo>
                <a:lnTo>
                  <a:pt x="654687" y="31199"/>
                </a:lnTo>
                <a:lnTo>
                  <a:pt x="654687" y="108254"/>
                </a:lnTo>
                <a:lnTo>
                  <a:pt x="641627" y="108254"/>
                </a:lnTo>
                <a:close/>
                <a:moveTo>
                  <a:pt x="674409" y="108254"/>
                </a:moveTo>
                <a:lnTo>
                  <a:pt x="674409" y="31199"/>
                </a:lnTo>
                <a:lnTo>
                  <a:pt x="686163" y="31199"/>
                </a:lnTo>
                <a:lnTo>
                  <a:pt x="686163" y="42083"/>
                </a:lnTo>
                <a:cubicBezTo>
                  <a:pt x="691822" y="33666"/>
                  <a:pt x="699997" y="29458"/>
                  <a:pt x="710687" y="29458"/>
                </a:cubicBezTo>
                <a:cubicBezTo>
                  <a:pt x="715331" y="29458"/>
                  <a:pt x="719599" y="30292"/>
                  <a:pt x="723493" y="31961"/>
                </a:cubicBezTo>
                <a:cubicBezTo>
                  <a:pt x="727387" y="33630"/>
                  <a:pt x="730301" y="35819"/>
                  <a:pt x="732236" y="38527"/>
                </a:cubicBezTo>
                <a:cubicBezTo>
                  <a:pt x="734171" y="41236"/>
                  <a:pt x="735525" y="44453"/>
                  <a:pt x="736299" y="48177"/>
                </a:cubicBezTo>
                <a:cubicBezTo>
                  <a:pt x="736783" y="50596"/>
                  <a:pt x="737025" y="54828"/>
                  <a:pt x="737025" y="60875"/>
                </a:cubicBezTo>
                <a:lnTo>
                  <a:pt x="737025" y="108254"/>
                </a:lnTo>
                <a:lnTo>
                  <a:pt x="723965" y="108254"/>
                </a:lnTo>
                <a:lnTo>
                  <a:pt x="723965" y="61333"/>
                </a:lnTo>
                <a:cubicBezTo>
                  <a:pt x="723965" y="56006"/>
                  <a:pt x="723457" y="52023"/>
                  <a:pt x="722441" y="49383"/>
                </a:cubicBezTo>
                <a:cubicBezTo>
                  <a:pt x="721425" y="46744"/>
                  <a:pt x="719623" y="44638"/>
                  <a:pt x="717036" y="43064"/>
                </a:cubicBezTo>
                <a:cubicBezTo>
                  <a:pt x="714448" y="41491"/>
                  <a:pt x="711413" y="40704"/>
                  <a:pt x="707930" y="40704"/>
                </a:cubicBezTo>
                <a:cubicBezTo>
                  <a:pt x="702367" y="40704"/>
                  <a:pt x="697566" y="42472"/>
                  <a:pt x="693527" y="46007"/>
                </a:cubicBezTo>
                <a:cubicBezTo>
                  <a:pt x="689489" y="49541"/>
                  <a:pt x="687469" y="56248"/>
                  <a:pt x="687469" y="66126"/>
                </a:cubicBezTo>
                <a:lnTo>
                  <a:pt x="687469" y="108254"/>
                </a:lnTo>
                <a:lnTo>
                  <a:pt x="674409" y="108254"/>
                </a:lnTo>
                <a:close/>
                <a:moveTo>
                  <a:pt x="752070" y="85181"/>
                </a:moveTo>
                <a:lnTo>
                  <a:pt x="764985" y="83149"/>
                </a:lnTo>
                <a:cubicBezTo>
                  <a:pt x="765710" y="88302"/>
                  <a:pt x="767730" y="92251"/>
                  <a:pt x="771043" y="94996"/>
                </a:cubicBezTo>
                <a:cubicBezTo>
                  <a:pt x="774357" y="97740"/>
                  <a:pt x="778988" y="99112"/>
                  <a:pt x="784938" y="99112"/>
                </a:cubicBezTo>
                <a:cubicBezTo>
                  <a:pt x="790936" y="99112"/>
                  <a:pt x="795386" y="97900"/>
                  <a:pt x="798288" y="95477"/>
                </a:cubicBezTo>
                <a:cubicBezTo>
                  <a:pt x="801190" y="93052"/>
                  <a:pt x="802641" y="90209"/>
                  <a:pt x="802641" y="86947"/>
                </a:cubicBezTo>
                <a:cubicBezTo>
                  <a:pt x="802641" y="84019"/>
                  <a:pt x="801360" y="81715"/>
                  <a:pt x="798796" y="80036"/>
                </a:cubicBezTo>
                <a:cubicBezTo>
                  <a:pt x="797006" y="78884"/>
                  <a:pt x="792556" y="77420"/>
                  <a:pt x="785446" y="75644"/>
                </a:cubicBezTo>
                <a:cubicBezTo>
                  <a:pt x="775868" y="73224"/>
                  <a:pt x="769229" y="71131"/>
                  <a:pt x="765529" y="69364"/>
                </a:cubicBezTo>
                <a:cubicBezTo>
                  <a:pt x="761829" y="67597"/>
                  <a:pt x="759023" y="65152"/>
                  <a:pt x="757112" y="62029"/>
                </a:cubicBezTo>
                <a:cubicBezTo>
                  <a:pt x="755202" y="58906"/>
                  <a:pt x="754247" y="55456"/>
                  <a:pt x="754247" y="51680"/>
                </a:cubicBezTo>
                <a:cubicBezTo>
                  <a:pt x="754247" y="48243"/>
                  <a:pt x="755033" y="45060"/>
                  <a:pt x="756605" y="42130"/>
                </a:cubicBezTo>
                <a:cubicBezTo>
                  <a:pt x="758177" y="39201"/>
                  <a:pt x="760317" y="36768"/>
                  <a:pt x="763026" y="34831"/>
                </a:cubicBezTo>
                <a:cubicBezTo>
                  <a:pt x="765057" y="33330"/>
                  <a:pt x="767827" y="32060"/>
                  <a:pt x="771333" y="31020"/>
                </a:cubicBezTo>
                <a:cubicBezTo>
                  <a:pt x="774840" y="29978"/>
                  <a:pt x="778601" y="29458"/>
                  <a:pt x="782616" y="29458"/>
                </a:cubicBezTo>
                <a:cubicBezTo>
                  <a:pt x="788662" y="29458"/>
                  <a:pt x="793971" y="30334"/>
                  <a:pt x="798542" y="32088"/>
                </a:cubicBezTo>
                <a:cubicBezTo>
                  <a:pt x="803113" y="33840"/>
                  <a:pt x="806487" y="36214"/>
                  <a:pt x="808664" y="39210"/>
                </a:cubicBezTo>
                <a:cubicBezTo>
                  <a:pt x="810840" y="42204"/>
                  <a:pt x="812340" y="46209"/>
                  <a:pt x="813162" y="51225"/>
                </a:cubicBezTo>
                <a:lnTo>
                  <a:pt x="800392" y="52966"/>
                </a:lnTo>
                <a:cubicBezTo>
                  <a:pt x="799812" y="49000"/>
                  <a:pt x="798131" y="45904"/>
                  <a:pt x="795350" y="43679"/>
                </a:cubicBezTo>
                <a:cubicBezTo>
                  <a:pt x="792568" y="41454"/>
                  <a:pt x="788638" y="40341"/>
                  <a:pt x="783559" y="40341"/>
                </a:cubicBezTo>
                <a:cubicBezTo>
                  <a:pt x="777561" y="40341"/>
                  <a:pt x="773280" y="41328"/>
                  <a:pt x="770717" y="43302"/>
                </a:cubicBezTo>
                <a:cubicBezTo>
                  <a:pt x="768153" y="45275"/>
                  <a:pt x="766871" y="47585"/>
                  <a:pt x="766871" y="50234"/>
                </a:cubicBezTo>
                <a:cubicBezTo>
                  <a:pt x="766871" y="51918"/>
                  <a:pt x="767403" y="53434"/>
                  <a:pt x="768468" y="54782"/>
                </a:cubicBezTo>
                <a:cubicBezTo>
                  <a:pt x="769532" y="56177"/>
                  <a:pt x="771200" y="57332"/>
                  <a:pt x="773474" y="58247"/>
                </a:cubicBezTo>
                <a:cubicBezTo>
                  <a:pt x="774780" y="58729"/>
                  <a:pt x="778625" y="59836"/>
                  <a:pt x="785010" y="61568"/>
                </a:cubicBezTo>
                <a:cubicBezTo>
                  <a:pt x="794249" y="64034"/>
                  <a:pt x="800695" y="66052"/>
                  <a:pt x="804346" y="67622"/>
                </a:cubicBezTo>
                <a:cubicBezTo>
                  <a:pt x="807998" y="69193"/>
                  <a:pt x="810864" y="71477"/>
                  <a:pt x="812944" y="74474"/>
                </a:cubicBezTo>
                <a:cubicBezTo>
                  <a:pt x="815024" y="77470"/>
                  <a:pt x="816064" y="81191"/>
                  <a:pt x="816064" y="85637"/>
                </a:cubicBezTo>
                <a:cubicBezTo>
                  <a:pt x="816064" y="89987"/>
                  <a:pt x="814795" y="94083"/>
                  <a:pt x="812255" y="97926"/>
                </a:cubicBezTo>
                <a:cubicBezTo>
                  <a:pt x="809716" y="101767"/>
                  <a:pt x="806052" y="104738"/>
                  <a:pt x="801263" y="106841"/>
                </a:cubicBezTo>
                <a:cubicBezTo>
                  <a:pt x="796474" y="108944"/>
                  <a:pt x="791057" y="109995"/>
                  <a:pt x="785010" y="109995"/>
                </a:cubicBezTo>
                <a:cubicBezTo>
                  <a:pt x="774998" y="109995"/>
                  <a:pt x="767367" y="107909"/>
                  <a:pt x="762119" y="103737"/>
                </a:cubicBezTo>
                <a:cubicBezTo>
                  <a:pt x="756871" y="99565"/>
                  <a:pt x="753521" y="93380"/>
                  <a:pt x="752070" y="85181"/>
                </a:cubicBezTo>
                <a:close/>
                <a:moveTo>
                  <a:pt x="924062" y="79957"/>
                </a:moveTo>
                <a:lnTo>
                  <a:pt x="936904" y="81626"/>
                </a:lnTo>
                <a:cubicBezTo>
                  <a:pt x="935501" y="90500"/>
                  <a:pt x="931910" y="97447"/>
                  <a:pt x="926129" y="102467"/>
                </a:cubicBezTo>
                <a:cubicBezTo>
                  <a:pt x="920349" y="107486"/>
                  <a:pt x="913251" y="109995"/>
                  <a:pt x="904834" y="109995"/>
                </a:cubicBezTo>
                <a:cubicBezTo>
                  <a:pt x="894289" y="109995"/>
                  <a:pt x="885812" y="106549"/>
                  <a:pt x="879403" y="99656"/>
                </a:cubicBezTo>
                <a:cubicBezTo>
                  <a:pt x="872994" y="92763"/>
                  <a:pt x="869790" y="82883"/>
                  <a:pt x="869790" y="70017"/>
                </a:cubicBezTo>
                <a:cubicBezTo>
                  <a:pt x="869790" y="61697"/>
                  <a:pt x="871168" y="54417"/>
                  <a:pt x="873925" y="48177"/>
                </a:cubicBezTo>
                <a:cubicBezTo>
                  <a:pt x="876682" y="41937"/>
                  <a:pt x="880879" y="37258"/>
                  <a:pt x="886514" y="34138"/>
                </a:cubicBezTo>
                <a:cubicBezTo>
                  <a:pt x="892149" y="31018"/>
                  <a:pt x="898280" y="29458"/>
                  <a:pt x="904907" y="29458"/>
                </a:cubicBezTo>
                <a:cubicBezTo>
                  <a:pt x="913275" y="29458"/>
                  <a:pt x="920119" y="31581"/>
                  <a:pt x="925440" y="35827"/>
                </a:cubicBezTo>
                <a:cubicBezTo>
                  <a:pt x="930761" y="40071"/>
                  <a:pt x="934171" y="46099"/>
                  <a:pt x="935670" y="53909"/>
                </a:cubicBezTo>
                <a:lnTo>
                  <a:pt x="922973" y="55868"/>
                </a:lnTo>
                <a:cubicBezTo>
                  <a:pt x="921764" y="50717"/>
                  <a:pt x="919623" y="46841"/>
                  <a:pt x="916552" y="44241"/>
                </a:cubicBezTo>
                <a:cubicBezTo>
                  <a:pt x="913480" y="41641"/>
                  <a:pt x="909768" y="40341"/>
                  <a:pt x="905415" y="40341"/>
                </a:cubicBezTo>
                <a:cubicBezTo>
                  <a:pt x="898836" y="40341"/>
                  <a:pt x="893491" y="42688"/>
                  <a:pt x="889380" y="47381"/>
                </a:cubicBezTo>
                <a:cubicBezTo>
                  <a:pt x="885268" y="52073"/>
                  <a:pt x="883212" y="59497"/>
                  <a:pt x="883212" y="69654"/>
                </a:cubicBezTo>
                <a:cubicBezTo>
                  <a:pt x="883212" y="79955"/>
                  <a:pt x="885196" y="87441"/>
                  <a:pt x="889162" y="92110"/>
                </a:cubicBezTo>
                <a:cubicBezTo>
                  <a:pt x="893128" y="96778"/>
                  <a:pt x="898304" y="99112"/>
                  <a:pt x="904689" y="99112"/>
                </a:cubicBezTo>
                <a:cubicBezTo>
                  <a:pt x="909816" y="99112"/>
                  <a:pt x="914097" y="97546"/>
                  <a:pt x="917531" y="94414"/>
                </a:cubicBezTo>
                <a:cubicBezTo>
                  <a:pt x="920966" y="91282"/>
                  <a:pt x="923142" y="86463"/>
                  <a:pt x="924062" y="79957"/>
                </a:cubicBezTo>
                <a:close/>
                <a:moveTo>
                  <a:pt x="948305" y="108254"/>
                </a:moveTo>
                <a:lnTo>
                  <a:pt x="948305" y="31199"/>
                </a:lnTo>
                <a:lnTo>
                  <a:pt x="960059" y="31199"/>
                </a:lnTo>
                <a:lnTo>
                  <a:pt x="960059" y="42808"/>
                </a:lnTo>
                <a:cubicBezTo>
                  <a:pt x="963058" y="37372"/>
                  <a:pt x="965827" y="33788"/>
                  <a:pt x="968367" y="32056"/>
                </a:cubicBezTo>
                <a:cubicBezTo>
                  <a:pt x="970906" y="30324"/>
                  <a:pt x="973700" y="29458"/>
                  <a:pt x="976747" y="29458"/>
                </a:cubicBezTo>
                <a:cubicBezTo>
                  <a:pt x="981149" y="29458"/>
                  <a:pt x="985623" y="30854"/>
                  <a:pt x="990170" y="33648"/>
                </a:cubicBezTo>
                <a:lnTo>
                  <a:pt x="985671" y="45710"/>
                </a:lnTo>
                <a:cubicBezTo>
                  <a:pt x="982479" y="43824"/>
                  <a:pt x="979286" y="42881"/>
                  <a:pt x="976094" y="42881"/>
                </a:cubicBezTo>
                <a:cubicBezTo>
                  <a:pt x="973240" y="42881"/>
                  <a:pt x="970676" y="43741"/>
                  <a:pt x="968403" y="45461"/>
                </a:cubicBezTo>
                <a:cubicBezTo>
                  <a:pt x="966130" y="47180"/>
                  <a:pt x="964509" y="49564"/>
                  <a:pt x="963542" y="52614"/>
                </a:cubicBezTo>
                <a:cubicBezTo>
                  <a:pt x="962091" y="57263"/>
                  <a:pt x="961365" y="62347"/>
                  <a:pt x="961365" y="67867"/>
                </a:cubicBezTo>
                <a:lnTo>
                  <a:pt x="961365" y="108254"/>
                </a:lnTo>
                <a:lnTo>
                  <a:pt x="948305" y="108254"/>
                </a:lnTo>
                <a:close/>
                <a:moveTo>
                  <a:pt x="1051227" y="83439"/>
                </a:moveTo>
                <a:lnTo>
                  <a:pt x="1064723" y="85108"/>
                </a:lnTo>
                <a:cubicBezTo>
                  <a:pt x="1062594" y="92993"/>
                  <a:pt x="1058652" y="99112"/>
                  <a:pt x="1052896" y="103465"/>
                </a:cubicBezTo>
                <a:cubicBezTo>
                  <a:pt x="1047140" y="107818"/>
                  <a:pt x="1039787" y="109995"/>
                  <a:pt x="1030839" y="109995"/>
                </a:cubicBezTo>
                <a:cubicBezTo>
                  <a:pt x="1019569" y="109995"/>
                  <a:pt x="1010632" y="106524"/>
                  <a:pt x="1004029" y="99583"/>
                </a:cubicBezTo>
                <a:cubicBezTo>
                  <a:pt x="997427" y="92642"/>
                  <a:pt x="994126" y="82907"/>
                  <a:pt x="994126" y="70379"/>
                </a:cubicBezTo>
                <a:cubicBezTo>
                  <a:pt x="994126" y="57416"/>
                  <a:pt x="997463" y="47355"/>
                  <a:pt x="1004138" y="40196"/>
                </a:cubicBezTo>
                <a:cubicBezTo>
                  <a:pt x="1010813" y="33037"/>
                  <a:pt x="1019472" y="29458"/>
                  <a:pt x="1030113" y="29458"/>
                </a:cubicBezTo>
                <a:cubicBezTo>
                  <a:pt x="1040416" y="29458"/>
                  <a:pt x="1048833" y="32959"/>
                  <a:pt x="1055363" y="39963"/>
                </a:cubicBezTo>
                <a:cubicBezTo>
                  <a:pt x="1061893" y="46964"/>
                  <a:pt x="1065158" y="56815"/>
                  <a:pt x="1065158" y="69516"/>
                </a:cubicBezTo>
                <a:cubicBezTo>
                  <a:pt x="1065158" y="70288"/>
                  <a:pt x="1065134" y="71447"/>
                  <a:pt x="1065085" y="72991"/>
                </a:cubicBezTo>
                <a:lnTo>
                  <a:pt x="1007621" y="72991"/>
                </a:lnTo>
                <a:cubicBezTo>
                  <a:pt x="1008105" y="81432"/>
                  <a:pt x="1010499" y="87896"/>
                  <a:pt x="1014804" y="92382"/>
                </a:cubicBezTo>
                <a:cubicBezTo>
                  <a:pt x="1019109" y="96868"/>
                  <a:pt x="1024478" y="99112"/>
                  <a:pt x="1030911" y="99112"/>
                </a:cubicBezTo>
                <a:cubicBezTo>
                  <a:pt x="1035700" y="99112"/>
                  <a:pt x="1039787" y="97866"/>
                  <a:pt x="1043173" y="95375"/>
                </a:cubicBezTo>
                <a:cubicBezTo>
                  <a:pt x="1046559" y="92882"/>
                  <a:pt x="1049244" y="88904"/>
                  <a:pt x="1051227" y="83439"/>
                </a:cubicBezTo>
                <a:moveTo>
                  <a:pt x="1008347" y="62108"/>
                </a:moveTo>
                <a:lnTo>
                  <a:pt x="1051372" y="62108"/>
                </a:lnTo>
                <a:cubicBezTo>
                  <a:pt x="1050792" y="55732"/>
                  <a:pt x="1049147" y="50950"/>
                  <a:pt x="1046438" y="47762"/>
                </a:cubicBezTo>
                <a:cubicBezTo>
                  <a:pt x="1042279" y="42815"/>
                  <a:pt x="1036885" y="40341"/>
                  <a:pt x="1030258" y="40341"/>
                </a:cubicBezTo>
                <a:cubicBezTo>
                  <a:pt x="1024260" y="40341"/>
                  <a:pt x="1019218" y="42316"/>
                  <a:pt x="1015131" y="46266"/>
                </a:cubicBezTo>
                <a:cubicBezTo>
                  <a:pt x="1011043" y="50214"/>
                  <a:pt x="1008782" y="55495"/>
                  <a:pt x="1008347" y="62108"/>
                </a:cubicBezTo>
                <a:close/>
                <a:moveTo>
                  <a:pt x="1131645" y="98740"/>
                </a:moveTo>
                <a:cubicBezTo>
                  <a:pt x="1126808" y="102854"/>
                  <a:pt x="1122152" y="105759"/>
                  <a:pt x="1117678" y="107453"/>
                </a:cubicBezTo>
                <a:cubicBezTo>
                  <a:pt x="1113204" y="109148"/>
                  <a:pt x="1108403" y="109995"/>
                  <a:pt x="1103276" y="109995"/>
                </a:cubicBezTo>
                <a:cubicBezTo>
                  <a:pt x="1094811" y="109995"/>
                  <a:pt x="1088305" y="107926"/>
                  <a:pt x="1083758" y="103787"/>
                </a:cubicBezTo>
                <a:cubicBezTo>
                  <a:pt x="1079211" y="99648"/>
                  <a:pt x="1076938" y="94360"/>
                  <a:pt x="1076938" y="87922"/>
                </a:cubicBezTo>
                <a:cubicBezTo>
                  <a:pt x="1076938" y="84148"/>
                  <a:pt x="1077796" y="80700"/>
                  <a:pt x="1079514" y="77578"/>
                </a:cubicBezTo>
                <a:cubicBezTo>
                  <a:pt x="1081231" y="74455"/>
                  <a:pt x="1083480" y="71950"/>
                  <a:pt x="1086261" y="70062"/>
                </a:cubicBezTo>
                <a:cubicBezTo>
                  <a:pt x="1089043" y="68174"/>
                  <a:pt x="1092175" y="66746"/>
                  <a:pt x="1095657" y="65779"/>
                </a:cubicBezTo>
                <a:cubicBezTo>
                  <a:pt x="1098221" y="65100"/>
                  <a:pt x="1102091" y="64446"/>
                  <a:pt x="1107266" y="63818"/>
                </a:cubicBezTo>
                <a:cubicBezTo>
                  <a:pt x="1117811" y="62569"/>
                  <a:pt x="1125575" y="61080"/>
                  <a:pt x="1130557" y="59351"/>
                </a:cubicBezTo>
                <a:cubicBezTo>
                  <a:pt x="1130605" y="57569"/>
                  <a:pt x="1130629" y="56437"/>
                  <a:pt x="1130629" y="55954"/>
                </a:cubicBezTo>
                <a:cubicBezTo>
                  <a:pt x="1130629" y="50653"/>
                  <a:pt x="1129396" y="46919"/>
                  <a:pt x="1126929" y="44751"/>
                </a:cubicBezTo>
                <a:cubicBezTo>
                  <a:pt x="1123591" y="41811"/>
                  <a:pt x="1118633" y="40341"/>
                  <a:pt x="1112055" y="40341"/>
                </a:cubicBezTo>
                <a:cubicBezTo>
                  <a:pt x="1105912" y="40341"/>
                  <a:pt x="1101377" y="41417"/>
                  <a:pt x="1098451" y="43570"/>
                </a:cubicBezTo>
                <a:cubicBezTo>
                  <a:pt x="1095524" y="45722"/>
                  <a:pt x="1093360" y="49532"/>
                  <a:pt x="1091957" y="54997"/>
                </a:cubicBezTo>
                <a:lnTo>
                  <a:pt x="1079187" y="53256"/>
                </a:lnTo>
                <a:cubicBezTo>
                  <a:pt x="1080348" y="47774"/>
                  <a:pt x="1082259" y="43346"/>
                  <a:pt x="1084919" y="39974"/>
                </a:cubicBezTo>
                <a:cubicBezTo>
                  <a:pt x="1087579" y="36601"/>
                  <a:pt x="1091425" y="34006"/>
                  <a:pt x="1096455" y="32188"/>
                </a:cubicBezTo>
                <a:cubicBezTo>
                  <a:pt x="1101486" y="30368"/>
                  <a:pt x="1107315" y="29458"/>
                  <a:pt x="1113941" y="29458"/>
                </a:cubicBezTo>
                <a:cubicBezTo>
                  <a:pt x="1120520" y="29458"/>
                  <a:pt x="1125865" y="30232"/>
                  <a:pt x="1129976" y="31780"/>
                </a:cubicBezTo>
                <a:cubicBezTo>
                  <a:pt x="1134088" y="33327"/>
                  <a:pt x="1137111" y="35274"/>
                  <a:pt x="1139046" y="37620"/>
                </a:cubicBezTo>
                <a:cubicBezTo>
                  <a:pt x="1140981" y="39966"/>
                  <a:pt x="1142335" y="42929"/>
                  <a:pt x="1143109" y="46508"/>
                </a:cubicBezTo>
                <a:cubicBezTo>
                  <a:pt x="1143544" y="48733"/>
                  <a:pt x="1143762" y="52748"/>
                  <a:pt x="1143762" y="58553"/>
                </a:cubicBezTo>
                <a:lnTo>
                  <a:pt x="1143762" y="75966"/>
                </a:lnTo>
                <a:cubicBezTo>
                  <a:pt x="1143762" y="88107"/>
                  <a:pt x="1144040" y="95786"/>
                  <a:pt x="1144596" y="99003"/>
                </a:cubicBezTo>
                <a:cubicBezTo>
                  <a:pt x="1145153" y="102219"/>
                  <a:pt x="1146253" y="105303"/>
                  <a:pt x="1147898" y="108254"/>
                </a:cubicBezTo>
                <a:lnTo>
                  <a:pt x="1134257" y="108254"/>
                </a:lnTo>
                <a:cubicBezTo>
                  <a:pt x="1132903" y="105542"/>
                  <a:pt x="1132032" y="102371"/>
                  <a:pt x="1131645" y="98740"/>
                </a:cubicBezTo>
                <a:moveTo>
                  <a:pt x="1130557" y="69509"/>
                </a:moveTo>
                <a:cubicBezTo>
                  <a:pt x="1125816" y="71460"/>
                  <a:pt x="1118706" y="73118"/>
                  <a:pt x="1109225" y="74483"/>
                </a:cubicBezTo>
                <a:cubicBezTo>
                  <a:pt x="1103856" y="75260"/>
                  <a:pt x="1100059" y="76135"/>
                  <a:pt x="1097834" y="77107"/>
                </a:cubicBezTo>
                <a:cubicBezTo>
                  <a:pt x="1095609" y="78077"/>
                  <a:pt x="1093892" y="79498"/>
                  <a:pt x="1092683" y="81369"/>
                </a:cubicBezTo>
                <a:cubicBezTo>
                  <a:pt x="1091473" y="83239"/>
                  <a:pt x="1090869" y="85315"/>
                  <a:pt x="1090869" y="87598"/>
                </a:cubicBezTo>
                <a:cubicBezTo>
                  <a:pt x="1090869" y="91094"/>
                  <a:pt x="1092187" y="94008"/>
                  <a:pt x="1094823" y="96341"/>
                </a:cubicBezTo>
                <a:cubicBezTo>
                  <a:pt x="1097459" y="98672"/>
                  <a:pt x="1101317" y="99837"/>
                  <a:pt x="1106396" y="99837"/>
                </a:cubicBezTo>
                <a:cubicBezTo>
                  <a:pt x="1111426" y="99837"/>
                  <a:pt x="1115900" y="98731"/>
                  <a:pt x="1119819" y="96520"/>
                </a:cubicBezTo>
                <a:cubicBezTo>
                  <a:pt x="1123737" y="94309"/>
                  <a:pt x="1126615" y="91283"/>
                  <a:pt x="1128453" y="87444"/>
                </a:cubicBezTo>
                <a:cubicBezTo>
                  <a:pt x="1129855" y="84478"/>
                  <a:pt x="1130557" y="80103"/>
                  <a:pt x="1130557" y="74320"/>
                </a:cubicBezTo>
                <a:lnTo>
                  <a:pt x="1130557" y="69509"/>
                </a:lnTo>
                <a:close/>
                <a:moveTo>
                  <a:pt x="1192763" y="96717"/>
                </a:moveTo>
                <a:lnTo>
                  <a:pt x="1194650" y="108254"/>
                </a:lnTo>
                <a:cubicBezTo>
                  <a:pt x="1190974" y="108931"/>
                  <a:pt x="1187684" y="109269"/>
                  <a:pt x="1184782" y="109269"/>
                </a:cubicBezTo>
                <a:cubicBezTo>
                  <a:pt x="1180042" y="109269"/>
                  <a:pt x="1176366" y="108520"/>
                  <a:pt x="1173754" y="107020"/>
                </a:cubicBezTo>
                <a:cubicBezTo>
                  <a:pt x="1171142" y="105521"/>
                  <a:pt x="1169303" y="103550"/>
                  <a:pt x="1168239" y="101107"/>
                </a:cubicBezTo>
                <a:cubicBezTo>
                  <a:pt x="1167175" y="98664"/>
                  <a:pt x="1166643" y="93525"/>
                  <a:pt x="1166643" y="85689"/>
                </a:cubicBezTo>
                <a:lnTo>
                  <a:pt x="1166643" y="41357"/>
                </a:lnTo>
                <a:lnTo>
                  <a:pt x="1157066" y="41357"/>
                </a:lnTo>
                <a:lnTo>
                  <a:pt x="1157066" y="31199"/>
                </a:lnTo>
                <a:lnTo>
                  <a:pt x="1166643" y="31199"/>
                </a:lnTo>
                <a:lnTo>
                  <a:pt x="1166643" y="12065"/>
                </a:lnTo>
                <a:lnTo>
                  <a:pt x="1179631" y="4208"/>
                </a:lnTo>
                <a:lnTo>
                  <a:pt x="1179631" y="31199"/>
                </a:lnTo>
                <a:lnTo>
                  <a:pt x="1192763" y="31199"/>
                </a:lnTo>
                <a:lnTo>
                  <a:pt x="1192763" y="41357"/>
                </a:lnTo>
                <a:lnTo>
                  <a:pt x="1179631" y="41357"/>
                </a:lnTo>
                <a:lnTo>
                  <a:pt x="1179631" y="86414"/>
                </a:lnTo>
                <a:cubicBezTo>
                  <a:pt x="1179631" y="90139"/>
                  <a:pt x="1179860" y="92533"/>
                  <a:pt x="1180320" y="93597"/>
                </a:cubicBezTo>
                <a:cubicBezTo>
                  <a:pt x="1180779" y="94661"/>
                  <a:pt x="1181529" y="95508"/>
                  <a:pt x="1182569" y="96137"/>
                </a:cubicBezTo>
                <a:cubicBezTo>
                  <a:pt x="1183609" y="96766"/>
                  <a:pt x="1185097" y="97080"/>
                  <a:pt x="1187031" y="97080"/>
                </a:cubicBezTo>
                <a:cubicBezTo>
                  <a:pt x="1188482" y="97080"/>
                  <a:pt x="1190393" y="96959"/>
                  <a:pt x="1192763" y="96717"/>
                </a:cubicBezTo>
                <a:close/>
                <a:moveTo>
                  <a:pt x="1258812" y="83439"/>
                </a:moveTo>
                <a:lnTo>
                  <a:pt x="1272307" y="85108"/>
                </a:lnTo>
                <a:cubicBezTo>
                  <a:pt x="1270179" y="92993"/>
                  <a:pt x="1266237" y="99112"/>
                  <a:pt x="1260481" y="103465"/>
                </a:cubicBezTo>
                <a:cubicBezTo>
                  <a:pt x="1254725" y="107818"/>
                  <a:pt x="1247372" y="109995"/>
                  <a:pt x="1238424" y="109995"/>
                </a:cubicBezTo>
                <a:cubicBezTo>
                  <a:pt x="1227153" y="109995"/>
                  <a:pt x="1218217" y="106524"/>
                  <a:pt x="1211614" y="99583"/>
                </a:cubicBezTo>
                <a:cubicBezTo>
                  <a:pt x="1205012" y="92642"/>
                  <a:pt x="1201710" y="82907"/>
                  <a:pt x="1201710" y="70379"/>
                </a:cubicBezTo>
                <a:cubicBezTo>
                  <a:pt x="1201710" y="57416"/>
                  <a:pt x="1205048" y="47355"/>
                  <a:pt x="1211723" y="40196"/>
                </a:cubicBezTo>
                <a:cubicBezTo>
                  <a:pt x="1218398" y="33037"/>
                  <a:pt x="1227057" y="29458"/>
                  <a:pt x="1237698" y="29458"/>
                </a:cubicBezTo>
                <a:cubicBezTo>
                  <a:pt x="1248001" y="29458"/>
                  <a:pt x="1256418" y="32959"/>
                  <a:pt x="1262948" y="39963"/>
                </a:cubicBezTo>
                <a:cubicBezTo>
                  <a:pt x="1269478" y="46964"/>
                  <a:pt x="1272743" y="56815"/>
                  <a:pt x="1272743" y="69516"/>
                </a:cubicBezTo>
                <a:cubicBezTo>
                  <a:pt x="1272743" y="70288"/>
                  <a:pt x="1272719" y="71447"/>
                  <a:pt x="1272670" y="72991"/>
                </a:cubicBezTo>
                <a:lnTo>
                  <a:pt x="1215206" y="72991"/>
                </a:lnTo>
                <a:cubicBezTo>
                  <a:pt x="1215689" y="81432"/>
                  <a:pt x="1218084" y="87896"/>
                  <a:pt x="1222389" y="92382"/>
                </a:cubicBezTo>
                <a:cubicBezTo>
                  <a:pt x="1226694" y="96868"/>
                  <a:pt x="1232063" y="99112"/>
                  <a:pt x="1238496" y="99112"/>
                </a:cubicBezTo>
                <a:cubicBezTo>
                  <a:pt x="1243285" y="99112"/>
                  <a:pt x="1247372" y="97866"/>
                  <a:pt x="1250758" y="95375"/>
                </a:cubicBezTo>
                <a:cubicBezTo>
                  <a:pt x="1254144" y="92882"/>
                  <a:pt x="1256829" y="88904"/>
                  <a:pt x="1258812" y="83439"/>
                </a:cubicBezTo>
                <a:moveTo>
                  <a:pt x="1215931" y="62108"/>
                </a:moveTo>
                <a:lnTo>
                  <a:pt x="1258957" y="62108"/>
                </a:lnTo>
                <a:cubicBezTo>
                  <a:pt x="1258377" y="55732"/>
                  <a:pt x="1256732" y="50950"/>
                  <a:pt x="1254023" y="47762"/>
                </a:cubicBezTo>
                <a:cubicBezTo>
                  <a:pt x="1249863" y="42815"/>
                  <a:pt x="1244470" y="40341"/>
                  <a:pt x="1237843" y="40341"/>
                </a:cubicBezTo>
                <a:cubicBezTo>
                  <a:pt x="1231845" y="40341"/>
                  <a:pt x="1226803" y="42316"/>
                  <a:pt x="1222715" y="46266"/>
                </a:cubicBezTo>
                <a:cubicBezTo>
                  <a:pt x="1218628" y="50214"/>
                  <a:pt x="1216367" y="55495"/>
                  <a:pt x="1215931" y="62108"/>
                </a:cubicBezTo>
                <a:close/>
                <a:moveTo>
                  <a:pt x="1338939" y="108254"/>
                </a:moveTo>
                <a:lnTo>
                  <a:pt x="1338939" y="98531"/>
                </a:lnTo>
                <a:cubicBezTo>
                  <a:pt x="1334053" y="106174"/>
                  <a:pt x="1326870" y="109995"/>
                  <a:pt x="1317390" y="109995"/>
                </a:cubicBezTo>
                <a:cubicBezTo>
                  <a:pt x="1311247" y="109995"/>
                  <a:pt x="1305599" y="108302"/>
                  <a:pt x="1300448" y="104916"/>
                </a:cubicBezTo>
                <a:cubicBezTo>
                  <a:pt x="1295296" y="101530"/>
                  <a:pt x="1291306" y="96802"/>
                  <a:pt x="1288476" y="90731"/>
                </a:cubicBezTo>
                <a:cubicBezTo>
                  <a:pt x="1285646" y="84661"/>
                  <a:pt x="1284232" y="77683"/>
                  <a:pt x="1284232" y="69799"/>
                </a:cubicBezTo>
                <a:cubicBezTo>
                  <a:pt x="1284232" y="62108"/>
                  <a:pt x="1285513" y="55131"/>
                  <a:pt x="1288077" y="48866"/>
                </a:cubicBezTo>
                <a:cubicBezTo>
                  <a:pt x="1290641" y="42602"/>
                  <a:pt x="1294486" y="37802"/>
                  <a:pt x="1299614" y="34464"/>
                </a:cubicBezTo>
                <a:cubicBezTo>
                  <a:pt x="1304741" y="31127"/>
                  <a:pt x="1310473" y="29458"/>
                  <a:pt x="1316809" y="29458"/>
                </a:cubicBezTo>
                <a:cubicBezTo>
                  <a:pt x="1321453" y="29458"/>
                  <a:pt x="1325589" y="30437"/>
                  <a:pt x="1329216" y="32396"/>
                </a:cubicBezTo>
                <a:cubicBezTo>
                  <a:pt x="1332844" y="34355"/>
                  <a:pt x="1335795" y="36907"/>
                  <a:pt x="1338068" y="40051"/>
                </a:cubicBezTo>
                <a:lnTo>
                  <a:pt x="1338068" y="1886"/>
                </a:lnTo>
                <a:lnTo>
                  <a:pt x="1351056" y="1886"/>
                </a:lnTo>
                <a:lnTo>
                  <a:pt x="1351056" y="108254"/>
                </a:lnTo>
                <a:lnTo>
                  <a:pt x="1338939" y="108254"/>
                </a:lnTo>
                <a:moveTo>
                  <a:pt x="1297654" y="69763"/>
                </a:moveTo>
                <a:cubicBezTo>
                  <a:pt x="1297654" y="79594"/>
                  <a:pt x="1299734" y="86943"/>
                  <a:pt x="1303894" y="91811"/>
                </a:cubicBezTo>
                <a:cubicBezTo>
                  <a:pt x="1308054" y="96678"/>
                  <a:pt x="1312964" y="99112"/>
                  <a:pt x="1318623" y="99112"/>
                </a:cubicBezTo>
                <a:cubicBezTo>
                  <a:pt x="1324331" y="99112"/>
                  <a:pt x="1329180" y="96787"/>
                  <a:pt x="1333171" y="92137"/>
                </a:cubicBezTo>
                <a:cubicBezTo>
                  <a:pt x="1337161" y="87486"/>
                  <a:pt x="1339157" y="80389"/>
                  <a:pt x="1339157" y="70846"/>
                </a:cubicBezTo>
                <a:cubicBezTo>
                  <a:pt x="1339157" y="60341"/>
                  <a:pt x="1337125" y="52630"/>
                  <a:pt x="1333062" y="47715"/>
                </a:cubicBezTo>
                <a:cubicBezTo>
                  <a:pt x="1328999" y="42799"/>
                  <a:pt x="1323992" y="40341"/>
                  <a:pt x="1318043" y="40341"/>
                </a:cubicBezTo>
                <a:cubicBezTo>
                  <a:pt x="1312238" y="40341"/>
                  <a:pt x="1307389" y="42703"/>
                  <a:pt x="1303495" y="47427"/>
                </a:cubicBezTo>
                <a:cubicBezTo>
                  <a:pt x="1299601" y="52149"/>
                  <a:pt x="1297654" y="59594"/>
                  <a:pt x="1297654" y="6976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byotherusers">
            <a:extLst xmlns:a="http://schemas.openxmlformats.org/drawingml/2006/main">
              <a:ext uri="{FF2B5EF4-FFF2-40B4-BE49-F238E27FC236}">
                <a16:creationId xmlns:a16="http://schemas.microsoft.com/office/drawing/2014/main" id="{A88D4583-F640-42F7-AF64-D0F6D4A9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338" y="3228954"/>
            <a:ext cx="930997" cy="137711"/>
          </a:xfrm>
          <a:custGeom xmlns:a="http://schemas.openxmlformats.org/drawingml/2006/main">
            <a:pathLst>
              <a:path w="930997" h="137711">
                <a:moveTo>
                  <a:pt x="12117" y="106367"/>
                </a:moveTo>
                <a:lnTo>
                  <a:pt x="0" y="106367"/>
                </a:lnTo>
                <a:lnTo>
                  <a:pt x="0" y="0"/>
                </a:lnTo>
                <a:lnTo>
                  <a:pt x="13060" y="0"/>
                </a:lnTo>
                <a:lnTo>
                  <a:pt x="13060" y="38087"/>
                </a:lnTo>
                <a:cubicBezTo>
                  <a:pt x="18574" y="31077"/>
                  <a:pt x="25612" y="27571"/>
                  <a:pt x="34174" y="27571"/>
                </a:cubicBezTo>
                <a:cubicBezTo>
                  <a:pt x="38914" y="27571"/>
                  <a:pt x="43401" y="28527"/>
                  <a:pt x="47633" y="30437"/>
                </a:cubicBezTo>
                <a:cubicBezTo>
                  <a:pt x="51865" y="32348"/>
                  <a:pt x="55348" y="35032"/>
                  <a:pt x="58081" y="38491"/>
                </a:cubicBezTo>
                <a:cubicBezTo>
                  <a:pt x="60814" y="41949"/>
                  <a:pt x="62954" y="46121"/>
                  <a:pt x="64502" y="51007"/>
                </a:cubicBezTo>
                <a:cubicBezTo>
                  <a:pt x="66050" y="55892"/>
                  <a:pt x="66824" y="61116"/>
                  <a:pt x="66824" y="66679"/>
                </a:cubicBezTo>
                <a:cubicBezTo>
                  <a:pt x="66824" y="79884"/>
                  <a:pt x="63559" y="90090"/>
                  <a:pt x="57029" y="97298"/>
                </a:cubicBezTo>
                <a:cubicBezTo>
                  <a:pt x="50499" y="104505"/>
                  <a:pt x="42663" y="108109"/>
                  <a:pt x="33521" y="108109"/>
                </a:cubicBezTo>
                <a:cubicBezTo>
                  <a:pt x="24427" y="108109"/>
                  <a:pt x="17293" y="104263"/>
                  <a:pt x="12117" y="96572"/>
                </a:cubicBezTo>
                <a:lnTo>
                  <a:pt x="12117" y="106367"/>
                </a:lnTo>
                <a:moveTo>
                  <a:pt x="11972" y="67262"/>
                </a:moveTo>
                <a:cubicBezTo>
                  <a:pt x="11972" y="76455"/>
                  <a:pt x="13229" y="83098"/>
                  <a:pt x="15745" y="87190"/>
                </a:cubicBezTo>
                <a:cubicBezTo>
                  <a:pt x="19856" y="93880"/>
                  <a:pt x="25419" y="97225"/>
                  <a:pt x="32433" y="97225"/>
                </a:cubicBezTo>
                <a:cubicBezTo>
                  <a:pt x="38140" y="97225"/>
                  <a:pt x="43074" y="94758"/>
                  <a:pt x="47234" y="89824"/>
                </a:cubicBezTo>
                <a:cubicBezTo>
                  <a:pt x="51394" y="84891"/>
                  <a:pt x="53474" y="77538"/>
                  <a:pt x="53474" y="67767"/>
                </a:cubicBezTo>
                <a:cubicBezTo>
                  <a:pt x="53474" y="57756"/>
                  <a:pt x="51479" y="50368"/>
                  <a:pt x="47488" y="45604"/>
                </a:cubicBezTo>
                <a:cubicBezTo>
                  <a:pt x="43497" y="40838"/>
                  <a:pt x="38672" y="38455"/>
                  <a:pt x="33013" y="38455"/>
                </a:cubicBezTo>
                <a:cubicBezTo>
                  <a:pt x="27305" y="38455"/>
                  <a:pt x="22371" y="40922"/>
                  <a:pt x="18212" y="45855"/>
                </a:cubicBezTo>
                <a:cubicBezTo>
                  <a:pt x="14052" y="50789"/>
                  <a:pt x="11972" y="57925"/>
                  <a:pt x="11972" y="67262"/>
                </a:cubicBezTo>
                <a:close/>
                <a:moveTo>
                  <a:pt x="82377" y="136115"/>
                </a:moveTo>
                <a:lnTo>
                  <a:pt x="80926" y="123853"/>
                </a:lnTo>
                <a:cubicBezTo>
                  <a:pt x="83780" y="124627"/>
                  <a:pt x="86271" y="125014"/>
                  <a:pt x="88399" y="125014"/>
                </a:cubicBezTo>
                <a:cubicBezTo>
                  <a:pt x="91301" y="125014"/>
                  <a:pt x="93623" y="124524"/>
                  <a:pt x="95364" y="123545"/>
                </a:cubicBezTo>
                <a:cubicBezTo>
                  <a:pt x="97106" y="122567"/>
                  <a:pt x="98533" y="121197"/>
                  <a:pt x="99645" y="119434"/>
                </a:cubicBezTo>
                <a:cubicBezTo>
                  <a:pt x="100467" y="118113"/>
                  <a:pt x="101798" y="114834"/>
                  <a:pt x="103636" y="109598"/>
                </a:cubicBezTo>
                <a:cubicBezTo>
                  <a:pt x="103878" y="108864"/>
                  <a:pt x="104264" y="107787"/>
                  <a:pt x="104797" y="106367"/>
                </a:cubicBezTo>
                <a:lnTo>
                  <a:pt x="75556" y="29313"/>
                </a:lnTo>
                <a:lnTo>
                  <a:pt x="89632" y="29313"/>
                </a:lnTo>
                <a:lnTo>
                  <a:pt x="105667" y="73830"/>
                </a:lnTo>
                <a:cubicBezTo>
                  <a:pt x="107747" y="79478"/>
                  <a:pt x="109609" y="85414"/>
                  <a:pt x="111254" y="91638"/>
                </a:cubicBezTo>
                <a:cubicBezTo>
                  <a:pt x="112754" y="85654"/>
                  <a:pt x="114543" y="79815"/>
                  <a:pt x="116623" y="74121"/>
                </a:cubicBezTo>
                <a:lnTo>
                  <a:pt x="133093" y="29313"/>
                </a:lnTo>
                <a:lnTo>
                  <a:pt x="146154" y="29313"/>
                </a:lnTo>
                <a:lnTo>
                  <a:pt x="116841" y="107725"/>
                </a:lnTo>
                <a:cubicBezTo>
                  <a:pt x="113697" y="116196"/>
                  <a:pt x="111254" y="122029"/>
                  <a:pt x="109513" y="125223"/>
                </a:cubicBezTo>
                <a:cubicBezTo>
                  <a:pt x="107191" y="129531"/>
                  <a:pt x="104531" y="132689"/>
                  <a:pt x="101532" y="134698"/>
                </a:cubicBezTo>
                <a:cubicBezTo>
                  <a:pt x="98533" y="136707"/>
                  <a:pt x="94953" y="137711"/>
                  <a:pt x="90793" y="137711"/>
                </a:cubicBezTo>
                <a:cubicBezTo>
                  <a:pt x="88278" y="137711"/>
                  <a:pt x="85472" y="137179"/>
                  <a:pt x="82377" y="136115"/>
                </a:cubicBezTo>
                <a:close/>
                <a:moveTo>
                  <a:pt x="194583" y="67840"/>
                </a:moveTo>
                <a:cubicBezTo>
                  <a:pt x="194583" y="53571"/>
                  <a:pt x="198549" y="43002"/>
                  <a:pt x="206482" y="36133"/>
                </a:cubicBezTo>
                <a:cubicBezTo>
                  <a:pt x="213109" y="30425"/>
                  <a:pt x="221187" y="27571"/>
                  <a:pt x="230716" y="27571"/>
                </a:cubicBezTo>
                <a:cubicBezTo>
                  <a:pt x="241309" y="27571"/>
                  <a:pt x="249968" y="31042"/>
                  <a:pt x="256691" y="37983"/>
                </a:cubicBezTo>
                <a:cubicBezTo>
                  <a:pt x="263415" y="44924"/>
                  <a:pt x="266776" y="54514"/>
                  <a:pt x="266776" y="66752"/>
                </a:cubicBezTo>
                <a:cubicBezTo>
                  <a:pt x="266776" y="76668"/>
                  <a:pt x="265289" y="84467"/>
                  <a:pt x="262314" y="90151"/>
                </a:cubicBezTo>
                <a:cubicBezTo>
                  <a:pt x="259339" y="95834"/>
                  <a:pt x="255010" y="100248"/>
                  <a:pt x="249327" y="103392"/>
                </a:cubicBezTo>
                <a:cubicBezTo>
                  <a:pt x="243643" y="106536"/>
                  <a:pt x="237440" y="108109"/>
                  <a:pt x="230716" y="108109"/>
                </a:cubicBezTo>
                <a:cubicBezTo>
                  <a:pt x="219929" y="108109"/>
                  <a:pt x="211211" y="104650"/>
                  <a:pt x="204560" y="97733"/>
                </a:cubicBezTo>
                <a:cubicBezTo>
                  <a:pt x="197909" y="90816"/>
                  <a:pt x="194583" y="80852"/>
                  <a:pt x="194583" y="67840"/>
                </a:cubicBezTo>
                <a:moveTo>
                  <a:pt x="208006" y="67804"/>
                </a:moveTo>
                <a:cubicBezTo>
                  <a:pt x="208006" y="77635"/>
                  <a:pt x="210158" y="84996"/>
                  <a:pt x="214463" y="89888"/>
                </a:cubicBezTo>
                <a:cubicBezTo>
                  <a:pt x="218768" y="94779"/>
                  <a:pt x="224186" y="97225"/>
                  <a:pt x="230716" y="97225"/>
                </a:cubicBezTo>
                <a:cubicBezTo>
                  <a:pt x="237198" y="97225"/>
                  <a:pt x="242591" y="94767"/>
                  <a:pt x="246896" y="89852"/>
                </a:cubicBezTo>
                <a:cubicBezTo>
                  <a:pt x="251201" y="84936"/>
                  <a:pt x="253353" y="77442"/>
                  <a:pt x="253353" y="67371"/>
                </a:cubicBezTo>
                <a:cubicBezTo>
                  <a:pt x="253353" y="57876"/>
                  <a:pt x="251189" y="50683"/>
                  <a:pt x="246860" y="45792"/>
                </a:cubicBezTo>
                <a:cubicBezTo>
                  <a:pt x="242531" y="40900"/>
                  <a:pt x="237149" y="38455"/>
                  <a:pt x="230716" y="38455"/>
                </a:cubicBezTo>
                <a:cubicBezTo>
                  <a:pt x="224186" y="38455"/>
                  <a:pt x="218768" y="40888"/>
                  <a:pt x="214463" y="45756"/>
                </a:cubicBezTo>
                <a:cubicBezTo>
                  <a:pt x="210158" y="50623"/>
                  <a:pt x="208006" y="57972"/>
                  <a:pt x="208006" y="67804"/>
                </a:cubicBezTo>
                <a:close/>
                <a:moveTo>
                  <a:pt x="310844" y="94831"/>
                </a:moveTo>
                <a:lnTo>
                  <a:pt x="312730" y="106367"/>
                </a:lnTo>
                <a:cubicBezTo>
                  <a:pt x="309054" y="107044"/>
                  <a:pt x="305765" y="107383"/>
                  <a:pt x="302862" y="107383"/>
                </a:cubicBezTo>
                <a:cubicBezTo>
                  <a:pt x="298122" y="107383"/>
                  <a:pt x="294446" y="106633"/>
                  <a:pt x="291834" y="105134"/>
                </a:cubicBezTo>
                <a:cubicBezTo>
                  <a:pt x="289222" y="103634"/>
                  <a:pt x="287384" y="101663"/>
                  <a:pt x="286320" y="99220"/>
                </a:cubicBezTo>
                <a:cubicBezTo>
                  <a:pt x="285255" y="96778"/>
                  <a:pt x="284723" y="91638"/>
                  <a:pt x="284723" y="83802"/>
                </a:cubicBezTo>
                <a:lnTo>
                  <a:pt x="284723" y="39470"/>
                </a:lnTo>
                <a:lnTo>
                  <a:pt x="275146" y="39470"/>
                </a:lnTo>
                <a:lnTo>
                  <a:pt x="275146" y="29313"/>
                </a:lnTo>
                <a:lnTo>
                  <a:pt x="284723" y="29313"/>
                </a:lnTo>
                <a:lnTo>
                  <a:pt x="284723" y="10178"/>
                </a:lnTo>
                <a:lnTo>
                  <a:pt x="297711" y="2322"/>
                </a:lnTo>
                <a:lnTo>
                  <a:pt x="297711" y="29313"/>
                </a:lnTo>
                <a:lnTo>
                  <a:pt x="310844" y="29313"/>
                </a:lnTo>
                <a:lnTo>
                  <a:pt x="310844" y="39470"/>
                </a:lnTo>
                <a:lnTo>
                  <a:pt x="297711" y="39470"/>
                </a:lnTo>
                <a:lnTo>
                  <a:pt x="297711" y="84528"/>
                </a:lnTo>
                <a:cubicBezTo>
                  <a:pt x="297711" y="88252"/>
                  <a:pt x="297941" y="90647"/>
                  <a:pt x="298400" y="91711"/>
                </a:cubicBezTo>
                <a:cubicBezTo>
                  <a:pt x="298860" y="92775"/>
                  <a:pt x="299609" y="93621"/>
                  <a:pt x="300649" y="94250"/>
                </a:cubicBezTo>
                <a:cubicBezTo>
                  <a:pt x="301689" y="94879"/>
                  <a:pt x="303177" y="95194"/>
                  <a:pt x="305112" y="95194"/>
                </a:cubicBezTo>
                <a:cubicBezTo>
                  <a:pt x="306563" y="95194"/>
                  <a:pt x="308473" y="95073"/>
                  <a:pt x="310844" y="94831"/>
                </a:cubicBezTo>
                <a:close/>
                <a:moveTo>
                  <a:pt x="324144" y="106367"/>
                </a:moveTo>
                <a:lnTo>
                  <a:pt x="324144" y="0"/>
                </a:lnTo>
                <a:lnTo>
                  <a:pt x="337204" y="0"/>
                </a:lnTo>
                <a:lnTo>
                  <a:pt x="337204" y="38164"/>
                </a:lnTo>
                <a:cubicBezTo>
                  <a:pt x="343299" y="31102"/>
                  <a:pt x="350990" y="27571"/>
                  <a:pt x="360277" y="27571"/>
                </a:cubicBezTo>
                <a:cubicBezTo>
                  <a:pt x="365985" y="27571"/>
                  <a:pt x="370943" y="28696"/>
                  <a:pt x="375151" y="30945"/>
                </a:cubicBezTo>
                <a:cubicBezTo>
                  <a:pt x="379359" y="33194"/>
                  <a:pt x="382370" y="36302"/>
                  <a:pt x="384184" y="40269"/>
                </a:cubicBezTo>
                <a:cubicBezTo>
                  <a:pt x="385998" y="44235"/>
                  <a:pt x="386905" y="49991"/>
                  <a:pt x="386905" y="57537"/>
                </a:cubicBezTo>
                <a:lnTo>
                  <a:pt x="386905" y="106367"/>
                </a:lnTo>
                <a:lnTo>
                  <a:pt x="373845" y="106367"/>
                </a:lnTo>
                <a:lnTo>
                  <a:pt x="373845" y="57537"/>
                </a:lnTo>
                <a:cubicBezTo>
                  <a:pt x="373845" y="51007"/>
                  <a:pt x="372430" y="46254"/>
                  <a:pt x="369601" y="43280"/>
                </a:cubicBezTo>
                <a:cubicBezTo>
                  <a:pt x="366771" y="40305"/>
                  <a:pt x="362768" y="38817"/>
                  <a:pt x="357593" y="38817"/>
                </a:cubicBezTo>
                <a:cubicBezTo>
                  <a:pt x="353723" y="38817"/>
                  <a:pt x="350083" y="39821"/>
                  <a:pt x="346673" y="41829"/>
                </a:cubicBezTo>
                <a:cubicBezTo>
                  <a:pt x="343263" y="43836"/>
                  <a:pt x="340832" y="46557"/>
                  <a:pt x="339381" y="49991"/>
                </a:cubicBezTo>
                <a:cubicBezTo>
                  <a:pt x="337930" y="53425"/>
                  <a:pt x="337204" y="58166"/>
                  <a:pt x="337204" y="64212"/>
                </a:cubicBezTo>
                <a:lnTo>
                  <a:pt x="337204" y="106367"/>
                </a:lnTo>
                <a:lnTo>
                  <a:pt x="324144" y="106367"/>
                </a:lnTo>
                <a:close/>
                <a:moveTo>
                  <a:pt x="459777" y="81553"/>
                </a:moveTo>
                <a:lnTo>
                  <a:pt x="473272" y="83222"/>
                </a:lnTo>
                <a:cubicBezTo>
                  <a:pt x="471144" y="91106"/>
                  <a:pt x="467201" y="97225"/>
                  <a:pt x="461445" y="101578"/>
                </a:cubicBezTo>
                <a:cubicBezTo>
                  <a:pt x="455689" y="105932"/>
                  <a:pt x="448337" y="108109"/>
                  <a:pt x="439388" y="108109"/>
                </a:cubicBezTo>
                <a:cubicBezTo>
                  <a:pt x="428118" y="108109"/>
                  <a:pt x="419181" y="104638"/>
                  <a:pt x="412579" y="97697"/>
                </a:cubicBezTo>
                <a:cubicBezTo>
                  <a:pt x="405976" y="90756"/>
                  <a:pt x="402675" y="81021"/>
                  <a:pt x="402675" y="68493"/>
                </a:cubicBezTo>
                <a:cubicBezTo>
                  <a:pt x="402675" y="55530"/>
                  <a:pt x="406012" y="45468"/>
                  <a:pt x="412688" y="38310"/>
                </a:cubicBezTo>
                <a:cubicBezTo>
                  <a:pt x="419363" y="31151"/>
                  <a:pt x="428021" y="27571"/>
                  <a:pt x="438663" y="27571"/>
                </a:cubicBezTo>
                <a:cubicBezTo>
                  <a:pt x="448966" y="27571"/>
                  <a:pt x="457382" y="31073"/>
                  <a:pt x="463912" y="38076"/>
                </a:cubicBezTo>
                <a:cubicBezTo>
                  <a:pt x="470442" y="45078"/>
                  <a:pt x="473707" y="54929"/>
                  <a:pt x="473707" y="67629"/>
                </a:cubicBezTo>
                <a:cubicBezTo>
                  <a:pt x="473707" y="68401"/>
                  <a:pt x="473683" y="69560"/>
                  <a:pt x="473635" y="71105"/>
                </a:cubicBezTo>
                <a:lnTo>
                  <a:pt x="416170" y="71105"/>
                </a:lnTo>
                <a:cubicBezTo>
                  <a:pt x="416654" y="79546"/>
                  <a:pt x="419048" y="86009"/>
                  <a:pt x="423353" y="90496"/>
                </a:cubicBezTo>
                <a:cubicBezTo>
                  <a:pt x="427658" y="94982"/>
                  <a:pt x="433028" y="97225"/>
                  <a:pt x="439461" y="97225"/>
                </a:cubicBezTo>
                <a:cubicBezTo>
                  <a:pt x="444250" y="97225"/>
                  <a:pt x="448337" y="95980"/>
                  <a:pt x="451723" y="93488"/>
                </a:cubicBezTo>
                <a:cubicBezTo>
                  <a:pt x="455109" y="90996"/>
                  <a:pt x="457793" y="87017"/>
                  <a:pt x="459777" y="81553"/>
                </a:cubicBezTo>
                <a:moveTo>
                  <a:pt x="416896" y="60222"/>
                </a:moveTo>
                <a:lnTo>
                  <a:pt x="459922" y="60222"/>
                </a:lnTo>
                <a:cubicBezTo>
                  <a:pt x="459341" y="53846"/>
                  <a:pt x="457697" y="49064"/>
                  <a:pt x="454988" y="45876"/>
                </a:cubicBezTo>
                <a:cubicBezTo>
                  <a:pt x="450828" y="40928"/>
                  <a:pt x="445435" y="38455"/>
                  <a:pt x="438808" y="38455"/>
                </a:cubicBezTo>
                <a:cubicBezTo>
                  <a:pt x="432810" y="38455"/>
                  <a:pt x="427767" y="40430"/>
                  <a:pt x="423680" y="44379"/>
                </a:cubicBezTo>
                <a:cubicBezTo>
                  <a:pt x="419593" y="48328"/>
                  <a:pt x="417331" y="53608"/>
                  <a:pt x="416896" y="60222"/>
                </a:cubicBezTo>
                <a:close/>
                <a:moveTo>
                  <a:pt x="489768" y="106367"/>
                </a:moveTo>
                <a:lnTo>
                  <a:pt x="489768" y="29313"/>
                </a:lnTo>
                <a:lnTo>
                  <a:pt x="501522" y="29313"/>
                </a:lnTo>
                <a:lnTo>
                  <a:pt x="501522" y="40922"/>
                </a:lnTo>
                <a:cubicBezTo>
                  <a:pt x="504521" y="35486"/>
                  <a:pt x="507290" y="31902"/>
                  <a:pt x="509830" y="30170"/>
                </a:cubicBezTo>
                <a:cubicBezTo>
                  <a:pt x="512369" y="28437"/>
                  <a:pt x="515162" y="27571"/>
                  <a:pt x="518210" y="27571"/>
                </a:cubicBezTo>
                <a:cubicBezTo>
                  <a:pt x="522612" y="27571"/>
                  <a:pt x="527086" y="28968"/>
                  <a:pt x="531633" y="31761"/>
                </a:cubicBezTo>
                <a:lnTo>
                  <a:pt x="527134" y="43824"/>
                </a:lnTo>
                <a:cubicBezTo>
                  <a:pt x="523942" y="41937"/>
                  <a:pt x="520749" y="40994"/>
                  <a:pt x="517557" y="40994"/>
                </a:cubicBezTo>
                <a:cubicBezTo>
                  <a:pt x="514703" y="40994"/>
                  <a:pt x="512139" y="41854"/>
                  <a:pt x="509866" y="43574"/>
                </a:cubicBezTo>
                <a:cubicBezTo>
                  <a:pt x="507592" y="45293"/>
                  <a:pt x="505972" y="47678"/>
                  <a:pt x="505005" y="50728"/>
                </a:cubicBezTo>
                <a:cubicBezTo>
                  <a:pt x="503553" y="55376"/>
                  <a:pt x="502828" y="60460"/>
                  <a:pt x="502828" y="65981"/>
                </a:cubicBezTo>
                <a:lnTo>
                  <a:pt x="502828" y="106367"/>
                </a:lnTo>
                <a:lnTo>
                  <a:pt x="489768" y="106367"/>
                </a:lnTo>
                <a:close/>
                <a:moveTo>
                  <a:pt x="632257" y="106367"/>
                </a:moveTo>
                <a:lnTo>
                  <a:pt x="632257" y="95048"/>
                </a:lnTo>
                <a:cubicBezTo>
                  <a:pt x="626259" y="103755"/>
                  <a:pt x="618108" y="108109"/>
                  <a:pt x="607805" y="108109"/>
                </a:cubicBezTo>
                <a:cubicBezTo>
                  <a:pt x="603259" y="108109"/>
                  <a:pt x="599014" y="107238"/>
                  <a:pt x="595072" y="105497"/>
                </a:cubicBezTo>
                <a:cubicBezTo>
                  <a:pt x="591130" y="103755"/>
                  <a:pt x="588203" y="101566"/>
                  <a:pt x="586293" y="98930"/>
                </a:cubicBezTo>
                <a:cubicBezTo>
                  <a:pt x="584382" y="96294"/>
                  <a:pt x="583040" y="93065"/>
                  <a:pt x="582266" y="89244"/>
                </a:cubicBezTo>
                <a:cubicBezTo>
                  <a:pt x="581734" y="86680"/>
                  <a:pt x="581468" y="82617"/>
                  <a:pt x="581468" y="77055"/>
                </a:cubicBezTo>
                <a:lnTo>
                  <a:pt x="581468" y="29313"/>
                </a:lnTo>
                <a:lnTo>
                  <a:pt x="594528" y="29313"/>
                </a:lnTo>
                <a:lnTo>
                  <a:pt x="594528" y="72048"/>
                </a:lnTo>
                <a:cubicBezTo>
                  <a:pt x="594528" y="78868"/>
                  <a:pt x="594794" y="83464"/>
                  <a:pt x="595326" y="85834"/>
                </a:cubicBezTo>
                <a:cubicBezTo>
                  <a:pt x="596148" y="89268"/>
                  <a:pt x="597889" y="91965"/>
                  <a:pt x="600550" y="93924"/>
                </a:cubicBezTo>
                <a:cubicBezTo>
                  <a:pt x="603210" y="95883"/>
                  <a:pt x="606499" y="96862"/>
                  <a:pt x="610417" y="96862"/>
                </a:cubicBezTo>
                <a:cubicBezTo>
                  <a:pt x="614335" y="96862"/>
                  <a:pt x="618012" y="95859"/>
                  <a:pt x="621446" y="93851"/>
                </a:cubicBezTo>
                <a:cubicBezTo>
                  <a:pt x="624880" y="91844"/>
                  <a:pt x="627311" y="89111"/>
                  <a:pt x="628738" y="85652"/>
                </a:cubicBezTo>
                <a:cubicBezTo>
                  <a:pt x="630165" y="82194"/>
                  <a:pt x="630878" y="77175"/>
                  <a:pt x="630878" y="70597"/>
                </a:cubicBezTo>
                <a:lnTo>
                  <a:pt x="630878" y="29313"/>
                </a:lnTo>
                <a:lnTo>
                  <a:pt x="643938" y="29313"/>
                </a:lnTo>
                <a:lnTo>
                  <a:pt x="643938" y="106367"/>
                </a:lnTo>
                <a:lnTo>
                  <a:pt x="632257" y="106367"/>
                </a:lnTo>
                <a:close/>
                <a:moveTo>
                  <a:pt x="659419" y="83294"/>
                </a:moveTo>
                <a:lnTo>
                  <a:pt x="672334" y="81263"/>
                </a:lnTo>
                <a:cubicBezTo>
                  <a:pt x="673059" y="86416"/>
                  <a:pt x="675079" y="90365"/>
                  <a:pt x="678392" y="93110"/>
                </a:cubicBezTo>
                <a:cubicBezTo>
                  <a:pt x="681706" y="95853"/>
                  <a:pt x="686337" y="97225"/>
                  <a:pt x="692287" y="97225"/>
                </a:cubicBezTo>
                <a:cubicBezTo>
                  <a:pt x="698285" y="97225"/>
                  <a:pt x="702735" y="96014"/>
                  <a:pt x="705637" y="93591"/>
                </a:cubicBezTo>
                <a:cubicBezTo>
                  <a:pt x="708539" y="91166"/>
                  <a:pt x="709990" y="88323"/>
                  <a:pt x="709990" y="85061"/>
                </a:cubicBezTo>
                <a:cubicBezTo>
                  <a:pt x="709990" y="82133"/>
                  <a:pt x="708708" y="79829"/>
                  <a:pt x="706145" y="78150"/>
                </a:cubicBezTo>
                <a:cubicBezTo>
                  <a:pt x="704355" y="76998"/>
                  <a:pt x="699905" y="75534"/>
                  <a:pt x="692795" y="73758"/>
                </a:cubicBezTo>
                <a:cubicBezTo>
                  <a:pt x="683217" y="71338"/>
                  <a:pt x="676578" y="69244"/>
                  <a:pt x="672878" y="67477"/>
                </a:cubicBezTo>
                <a:cubicBezTo>
                  <a:pt x="669178" y="65710"/>
                  <a:pt x="666372" y="63265"/>
                  <a:pt x="664461" y="60142"/>
                </a:cubicBezTo>
                <a:cubicBezTo>
                  <a:pt x="662551" y="57019"/>
                  <a:pt x="661595" y="53570"/>
                  <a:pt x="661595" y="49794"/>
                </a:cubicBezTo>
                <a:cubicBezTo>
                  <a:pt x="661595" y="46357"/>
                  <a:pt x="662381" y="43173"/>
                  <a:pt x="663953" y="40244"/>
                </a:cubicBezTo>
                <a:cubicBezTo>
                  <a:pt x="665526" y="37314"/>
                  <a:pt x="667666" y="34881"/>
                  <a:pt x="670375" y="32945"/>
                </a:cubicBezTo>
                <a:cubicBezTo>
                  <a:pt x="672406" y="31444"/>
                  <a:pt x="675175" y="30173"/>
                  <a:pt x="678682" y="29134"/>
                </a:cubicBezTo>
                <a:cubicBezTo>
                  <a:pt x="682189" y="28092"/>
                  <a:pt x="685950" y="27571"/>
                  <a:pt x="689965" y="27571"/>
                </a:cubicBezTo>
                <a:cubicBezTo>
                  <a:pt x="696011" y="27571"/>
                  <a:pt x="701320" y="28448"/>
                  <a:pt x="705891" y="30201"/>
                </a:cubicBezTo>
                <a:cubicBezTo>
                  <a:pt x="710462" y="31953"/>
                  <a:pt x="713836" y="34327"/>
                  <a:pt x="716012" y="37323"/>
                </a:cubicBezTo>
                <a:cubicBezTo>
                  <a:pt x="718189" y="40318"/>
                  <a:pt x="719689" y="44323"/>
                  <a:pt x="720511" y="49338"/>
                </a:cubicBezTo>
                <a:lnTo>
                  <a:pt x="707741" y="51079"/>
                </a:lnTo>
                <a:cubicBezTo>
                  <a:pt x="707161" y="47113"/>
                  <a:pt x="705480" y="44017"/>
                  <a:pt x="702698" y="41792"/>
                </a:cubicBezTo>
                <a:cubicBezTo>
                  <a:pt x="699917" y="39567"/>
                  <a:pt x="695987" y="38455"/>
                  <a:pt x="690908" y="38455"/>
                </a:cubicBezTo>
                <a:cubicBezTo>
                  <a:pt x="684910" y="38455"/>
                  <a:pt x="680629" y="39442"/>
                  <a:pt x="678066" y="41416"/>
                </a:cubicBezTo>
                <a:cubicBezTo>
                  <a:pt x="675502" y="43389"/>
                  <a:pt x="674220" y="45699"/>
                  <a:pt x="674220" y="48347"/>
                </a:cubicBezTo>
                <a:cubicBezTo>
                  <a:pt x="674220" y="50031"/>
                  <a:pt x="674752" y="51547"/>
                  <a:pt x="675816" y="52896"/>
                </a:cubicBezTo>
                <a:cubicBezTo>
                  <a:pt x="676881" y="54291"/>
                  <a:pt x="678549" y="55446"/>
                  <a:pt x="680823" y="56360"/>
                </a:cubicBezTo>
                <a:cubicBezTo>
                  <a:pt x="682129" y="56842"/>
                  <a:pt x="685974" y="57950"/>
                  <a:pt x="692359" y="59682"/>
                </a:cubicBezTo>
                <a:cubicBezTo>
                  <a:pt x="701598" y="62147"/>
                  <a:pt x="708043" y="64165"/>
                  <a:pt x="711695" y="65736"/>
                </a:cubicBezTo>
                <a:cubicBezTo>
                  <a:pt x="715347" y="67306"/>
                  <a:pt x="718213" y="69590"/>
                  <a:pt x="720293" y="72588"/>
                </a:cubicBezTo>
                <a:cubicBezTo>
                  <a:pt x="722373" y="75584"/>
                  <a:pt x="723413" y="79305"/>
                  <a:pt x="723413" y="83750"/>
                </a:cubicBezTo>
                <a:cubicBezTo>
                  <a:pt x="723413" y="88100"/>
                  <a:pt x="722143" y="92197"/>
                  <a:pt x="719604" y="96039"/>
                </a:cubicBezTo>
                <a:cubicBezTo>
                  <a:pt x="717065" y="99880"/>
                  <a:pt x="713400" y="102852"/>
                  <a:pt x="708612" y="104955"/>
                </a:cubicBezTo>
                <a:cubicBezTo>
                  <a:pt x="703823" y="107057"/>
                  <a:pt x="698406" y="108109"/>
                  <a:pt x="692359" y="108109"/>
                </a:cubicBezTo>
                <a:cubicBezTo>
                  <a:pt x="682346" y="108109"/>
                  <a:pt x="674716" y="106023"/>
                  <a:pt x="669468" y="101851"/>
                </a:cubicBezTo>
                <a:cubicBezTo>
                  <a:pt x="664220" y="97679"/>
                  <a:pt x="660870" y="91493"/>
                  <a:pt x="659419" y="83294"/>
                </a:cubicBezTo>
                <a:close/>
                <a:moveTo>
                  <a:pt x="792062" y="81553"/>
                </a:moveTo>
                <a:lnTo>
                  <a:pt x="805557" y="83222"/>
                </a:lnTo>
                <a:cubicBezTo>
                  <a:pt x="803429" y="91106"/>
                  <a:pt x="799487" y="97225"/>
                  <a:pt x="793731" y="101578"/>
                </a:cubicBezTo>
                <a:cubicBezTo>
                  <a:pt x="787975" y="105932"/>
                  <a:pt x="780622" y="108109"/>
                  <a:pt x="771674" y="108109"/>
                </a:cubicBezTo>
                <a:cubicBezTo>
                  <a:pt x="760403" y="108109"/>
                  <a:pt x="751467" y="104638"/>
                  <a:pt x="744864" y="97697"/>
                </a:cubicBezTo>
                <a:cubicBezTo>
                  <a:pt x="738262" y="90756"/>
                  <a:pt x="734960" y="81021"/>
                  <a:pt x="734960" y="68493"/>
                </a:cubicBezTo>
                <a:cubicBezTo>
                  <a:pt x="734960" y="55530"/>
                  <a:pt x="738298" y="45468"/>
                  <a:pt x="744973" y="38310"/>
                </a:cubicBezTo>
                <a:cubicBezTo>
                  <a:pt x="751648" y="31151"/>
                  <a:pt x="760307" y="27571"/>
                  <a:pt x="770948" y="27571"/>
                </a:cubicBezTo>
                <a:cubicBezTo>
                  <a:pt x="781251" y="27571"/>
                  <a:pt x="789668" y="31073"/>
                  <a:pt x="796198" y="38076"/>
                </a:cubicBezTo>
                <a:cubicBezTo>
                  <a:pt x="802728" y="45078"/>
                  <a:pt x="805993" y="54929"/>
                  <a:pt x="805993" y="67629"/>
                </a:cubicBezTo>
                <a:cubicBezTo>
                  <a:pt x="805993" y="68401"/>
                  <a:pt x="805969" y="69560"/>
                  <a:pt x="805920" y="71105"/>
                </a:cubicBezTo>
                <a:lnTo>
                  <a:pt x="748456" y="71105"/>
                </a:lnTo>
                <a:cubicBezTo>
                  <a:pt x="748940" y="79546"/>
                  <a:pt x="751334" y="86009"/>
                  <a:pt x="755639" y="90496"/>
                </a:cubicBezTo>
                <a:cubicBezTo>
                  <a:pt x="759944" y="94982"/>
                  <a:pt x="765313" y="97225"/>
                  <a:pt x="771746" y="97225"/>
                </a:cubicBezTo>
                <a:cubicBezTo>
                  <a:pt x="776535" y="97225"/>
                  <a:pt x="780622" y="95980"/>
                  <a:pt x="784008" y="93488"/>
                </a:cubicBezTo>
                <a:cubicBezTo>
                  <a:pt x="787394" y="90996"/>
                  <a:pt x="790079" y="87017"/>
                  <a:pt x="792062" y="81553"/>
                </a:cubicBezTo>
                <a:moveTo>
                  <a:pt x="749181" y="60222"/>
                </a:moveTo>
                <a:lnTo>
                  <a:pt x="792207" y="60222"/>
                </a:lnTo>
                <a:cubicBezTo>
                  <a:pt x="791627" y="53846"/>
                  <a:pt x="789982" y="49064"/>
                  <a:pt x="787273" y="45876"/>
                </a:cubicBezTo>
                <a:cubicBezTo>
                  <a:pt x="783113" y="40928"/>
                  <a:pt x="777720" y="38455"/>
                  <a:pt x="771093" y="38455"/>
                </a:cubicBezTo>
                <a:cubicBezTo>
                  <a:pt x="765095" y="38455"/>
                  <a:pt x="760053" y="40430"/>
                  <a:pt x="755965" y="44379"/>
                </a:cubicBezTo>
                <a:cubicBezTo>
                  <a:pt x="751878" y="48328"/>
                  <a:pt x="749617" y="53608"/>
                  <a:pt x="749181" y="60222"/>
                </a:cubicBezTo>
                <a:close/>
                <a:moveTo>
                  <a:pt x="822052" y="106367"/>
                </a:moveTo>
                <a:lnTo>
                  <a:pt x="822052" y="29313"/>
                </a:lnTo>
                <a:lnTo>
                  <a:pt x="833807" y="29313"/>
                </a:lnTo>
                <a:lnTo>
                  <a:pt x="833807" y="40922"/>
                </a:lnTo>
                <a:cubicBezTo>
                  <a:pt x="836806" y="35486"/>
                  <a:pt x="839575" y="31902"/>
                  <a:pt x="842114" y="30170"/>
                </a:cubicBezTo>
                <a:cubicBezTo>
                  <a:pt x="844654" y="28437"/>
                  <a:pt x="847447" y="27571"/>
                  <a:pt x="850494" y="27571"/>
                </a:cubicBezTo>
                <a:cubicBezTo>
                  <a:pt x="854896" y="27571"/>
                  <a:pt x="859370" y="28968"/>
                  <a:pt x="863917" y="31761"/>
                </a:cubicBezTo>
                <a:lnTo>
                  <a:pt x="859419" y="43824"/>
                </a:lnTo>
                <a:cubicBezTo>
                  <a:pt x="856226" y="41937"/>
                  <a:pt x="853034" y="40994"/>
                  <a:pt x="849841" y="40994"/>
                </a:cubicBezTo>
                <a:cubicBezTo>
                  <a:pt x="846988" y="40994"/>
                  <a:pt x="844424" y="41854"/>
                  <a:pt x="842151" y="43574"/>
                </a:cubicBezTo>
                <a:cubicBezTo>
                  <a:pt x="839877" y="45293"/>
                  <a:pt x="838257" y="47678"/>
                  <a:pt x="837289" y="50728"/>
                </a:cubicBezTo>
                <a:cubicBezTo>
                  <a:pt x="835838" y="55376"/>
                  <a:pt x="835113" y="60460"/>
                  <a:pt x="835113" y="65981"/>
                </a:cubicBezTo>
                <a:lnTo>
                  <a:pt x="835113" y="106367"/>
                </a:lnTo>
                <a:lnTo>
                  <a:pt x="822052" y="106367"/>
                </a:lnTo>
                <a:close/>
                <a:moveTo>
                  <a:pt x="867002" y="83294"/>
                </a:moveTo>
                <a:lnTo>
                  <a:pt x="879917" y="81263"/>
                </a:lnTo>
                <a:cubicBezTo>
                  <a:pt x="880643" y="86416"/>
                  <a:pt x="882662" y="90365"/>
                  <a:pt x="885976" y="93110"/>
                </a:cubicBezTo>
                <a:cubicBezTo>
                  <a:pt x="889289" y="95853"/>
                  <a:pt x="893921" y="97225"/>
                  <a:pt x="899870" y="97225"/>
                </a:cubicBezTo>
                <a:cubicBezTo>
                  <a:pt x="905868" y="97225"/>
                  <a:pt x="910318" y="96014"/>
                  <a:pt x="913221" y="93591"/>
                </a:cubicBezTo>
                <a:cubicBezTo>
                  <a:pt x="916123" y="91166"/>
                  <a:pt x="917574" y="88323"/>
                  <a:pt x="917574" y="85061"/>
                </a:cubicBezTo>
                <a:cubicBezTo>
                  <a:pt x="917574" y="82133"/>
                  <a:pt x="916292" y="79829"/>
                  <a:pt x="913728" y="78150"/>
                </a:cubicBezTo>
                <a:cubicBezTo>
                  <a:pt x="911939" y="76998"/>
                  <a:pt x="907489" y="75534"/>
                  <a:pt x="900378" y="73758"/>
                </a:cubicBezTo>
                <a:cubicBezTo>
                  <a:pt x="890801" y="71338"/>
                  <a:pt x="884162" y="69244"/>
                  <a:pt x="880462" y="67477"/>
                </a:cubicBezTo>
                <a:cubicBezTo>
                  <a:pt x="876761" y="65710"/>
                  <a:pt x="873956" y="63265"/>
                  <a:pt x="872045" y="60142"/>
                </a:cubicBezTo>
                <a:cubicBezTo>
                  <a:pt x="870134" y="57019"/>
                  <a:pt x="869179" y="53570"/>
                  <a:pt x="869179" y="49794"/>
                </a:cubicBezTo>
                <a:cubicBezTo>
                  <a:pt x="869179" y="46357"/>
                  <a:pt x="869965" y="43173"/>
                  <a:pt x="871537" y="40244"/>
                </a:cubicBezTo>
                <a:cubicBezTo>
                  <a:pt x="873109" y="37314"/>
                  <a:pt x="875250" y="34881"/>
                  <a:pt x="877958" y="32945"/>
                </a:cubicBezTo>
                <a:cubicBezTo>
                  <a:pt x="879990" y="31444"/>
                  <a:pt x="882759" y="30173"/>
                  <a:pt x="886266" y="29134"/>
                </a:cubicBezTo>
                <a:cubicBezTo>
                  <a:pt x="889773" y="28092"/>
                  <a:pt x="893534" y="27571"/>
                  <a:pt x="897548" y="27571"/>
                </a:cubicBezTo>
                <a:cubicBezTo>
                  <a:pt x="903595" y="27571"/>
                  <a:pt x="908904" y="28448"/>
                  <a:pt x="913475" y="30201"/>
                </a:cubicBezTo>
                <a:cubicBezTo>
                  <a:pt x="918046" y="31953"/>
                  <a:pt x="921419" y="34327"/>
                  <a:pt x="923596" y="37323"/>
                </a:cubicBezTo>
                <a:cubicBezTo>
                  <a:pt x="925773" y="40318"/>
                  <a:pt x="927272" y="44323"/>
                  <a:pt x="928095" y="49338"/>
                </a:cubicBezTo>
                <a:lnTo>
                  <a:pt x="915325" y="51079"/>
                </a:lnTo>
                <a:cubicBezTo>
                  <a:pt x="914744" y="47113"/>
                  <a:pt x="913063" y="44017"/>
                  <a:pt x="910282" y="41792"/>
                </a:cubicBezTo>
                <a:cubicBezTo>
                  <a:pt x="907501" y="39567"/>
                  <a:pt x="903571" y="38455"/>
                  <a:pt x="898492" y="38455"/>
                </a:cubicBezTo>
                <a:cubicBezTo>
                  <a:pt x="892494" y="38455"/>
                  <a:pt x="888213" y="39442"/>
                  <a:pt x="885649" y="41416"/>
                </a:cubicBezTo>
                <a:cubicBezTo>
                  <a:pt x="883086" y="43389"/>
                  <a:pt x="881804" y="45699"/>
                  <a:pt x="881804" y="48347"/>
                </a:cubicBezTo>
                <a:cubicBezTo>
                  <a:pt x="881804" y="50031"/>
                  <a:pt x="882336" y="51547"/>
                  <a:pt x="883400" y="52896"/>
                </a:cubicBezTo>
                <a:cubicBezTo>
                  <a:pt x="884464" y="54291"/>
                  <a:pt x="886133" y="55446"/>
                  <a:pt x="888406" y="56360"/>
                </a:cubicBezTo>
                <a:cubicBezTo>
                  <a:pt x="889712" y="56842"/>
                  <a:pt x="893558" y="57950"/>
                  <a:pt x="899943" y="59682"/>
                </a:cubicBezTo>
                <a:cubicBezTo>
                  <a:pt x="909182" y="62147"/>
                  <a:pt x="915627" y="64165"/>
                  <a:pt x="919279" y="65736"/>
                </a:cubicBezTo>
                <a:cubicBezTo>
                  <a:pt x="922931" y="67306"/>
                  <a:pt x="925797" y="69590"/>
                  <a:pt x="927877" y="72588"/>
                </a:cubicBezTo>
                <a:cubicBezTo>
                  <a:pt x="929957" y="75584"/>
                  <a:pt x="930997" y="79305"/>
                  <a:pt x="930997" y="83750"/>
                </a:cubicBezTo>
                <a:cubicBezTo>
                  <a:pt x="930997" y="88100"/>
                  <a:pt x="929727" y="92197"/>
                  <a:pt x="927188" y="96039"/>
                </a:cubicBezTo>
                <a:cubicBezTo>
                  <a:pt x="924648" y="99880"/>
                  <a:pt x="920984" y="102852"/>
                  <a:pt x="916195" y="104955"/>
                </a:cubicBezTo>
                <a:cubicBezTo>
                  <a:pt x="911407" y="107057"/>
                  <a:pt x="905989" y="108109"/>
                  <a:pt x="899943" y="108109"/>
                </a:cubicBezTo>
                <a:cubicBezTo>
                  <a:pt x="889930" y="108109"/>
                  <a:pt x="882300" y="106023"/>
                  <a:pt x="877051" y="101851"/>
                </a:cubicBezTo>
                <a:cubicBezTo>
                  <a:pt x="871803" y="97679"/>
                  <a:pt x="868454" y="91493"/>
                  <a:pt x="867002" y="8329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01bf72a6943b6"/>
          <a:stretch xmlns:a="http://schemas.openxmlformats.org/drawingml/2006/main"/>
        </p:blipFill>
        <p:spPr>
          <a:xfrm xmlns:a="http://schemas.openxmlformats.org/drawingml/2006/main">
            <a:off x="129331" y="166213"/>
            <a:ext cx="547665" cy="454758"/>
          </a:xfrm>
          <a:prstGeom xmlns:a="http://schemas.openxmlformats.org/drawingml/2006/main" prst="rect">
            <a:avLst/>
          </a:prstGeom>
        </p:spPr>
      </p:pic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1EBE5-0F8C-4DE3-976E-A5D7DCDA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64" y="1057759"/>
            <a:ext cx="22401" cy="1366102"/>
          </a:xfrm>
          <a:custGeom xmlns:a="http://schemas.openxmlformats.org/drawingml/2006/main">
            <a:pathLst>
              <a:path w="22401" h="1366102">
                <a:moveTo>
                  <a:pt x="22401" y="0"/>
                </a:moveTo>
                <a:lnTo>
                  <a:pt x="22401" y="1366102"/>
                </a:lnTo>
                <a:lnTo>
                  <a:pt x="0" y="1366102"/>
                </a:lnTo>
                <a:lnTo>
                  <a:pt x="0" y="0"/>
                </a:lnTo>
                <a:lnTo>
                  <a:pt x="22401" y="0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Off-path">
            <a:extLst xmlns:a="http://schemas.openxmlformats.org/drawingml/2006/main">
              <a:ext uri="{FF2B5EF4-FFF2-40B4-BE49-F238E27FC236}">
                <a16:creationId xmlns:a16="http://schemas.microsoft.com/office/drawing/2014/main" id="{5BE35DF6-0696-4D5A-A14B-0E5FD4C1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8" y="607461"/>
            <a:ext cx="677264" cy="165909"/>
          </a:xfrm>
          <a:custGeom xmlns:a="http://schemas.openxmlformats.org/drawingml/2006/main">
            <a:pathLst>
              <a:path w="677264" h="165909">
                <a:moveTo>
                  <a:pt x="0" y="67204"/>
                </a:moveTo>
                <a:cubicBezTo>
                  <a:pt x="0" y="54120"/>
                  <a:pt x="1954" y="43139"/>
                  <a:pt x="5863" y="34261"/>
                </a:cubicBezTo>
                <a:cubicBezTo>
                  <a:pt x="8780" y="27718"/>
                  <a:pt x="12761" y="21847"/>
                  <a:pt x="17807" y="16648"/>
                </a:cubicBezTo>
                <a:cubicBezTo>
                  <a:pt x="22853" y="11449"/>
                  <a:pt x="28381" y="7593"/>
                  <a:pt x="34389" y="5081"/>
                </a:cubicBezTo>
                <a:cubicBezTo>
                  <a:pt x="42381" y="1694"/>
                  <a:pt x="51599" y="0"/>
                  <a:pt x="62041" y="0"/>
                </a:cubicBezTo>
                <a:cubicBezTo>
                  <a:pt x="80942" y="0"/>
                  <a:pt x="96066" y="5871"/>
                  <a:pt x="107412" y="17613"/>
                </a:cubicBezTo>
                <a:cubicBezTo>
                  <a:pt x="118759" y="29353"/>
                  <a:pt x="124432" y="45679"/>
                  <a:pt x="124432" y="66591"/>
                </a:cubicBezTo>
                <a:cubicBezTo>
                  <a:pt x="124432" y="87328"/>
                  <a:pt x="118802" y="103553"/>
                  <a:pt x="107543" y="115266"/>
                </a:cubicBezTo>
                <a:cubicBezTo>
                  <a:pt x="96284" y="126977"/>
                  <a:pt x="81234" y="132832"/>
                  <a:pt x="62391" y="132832"/>
                </a:cubicBezTo>
                <a:cubicBezTo>
                  <a:pt x="43315" y="132832"/>
                  <a:pt x="28147" y="127006"/>
                  <a:pt x="16888" y="115353"/>
                </a:cubicBezTo>
                <a:cubicBezTo>
                  <a:pt x="5629" y="103699"/>
                  <a:pt x="0" y="87649"/>
                  <a:pt x="0" y="67204"/>
                </a:cubicBezTo>
                <a:moveTo>
                  <a:pt x="26689" y="66329"/>
                </a:moveTo>
                <a:cubicBezTo>
                  <a:pt x="26689" y="80854"/>
                  <a:pt x="30043" y="91865"/>
                  <a:pt x="36752" y="99362"/>
                </a:cubicBezTo>
                <a:cubicBezTo>
                  <a:pt x="43461" y="106858"/>
                  <a:pt x="51978" y="110606"/>
                  <a:pt x="62303" y="110606"/>
                </a:cubicBezTo>
                <a:cubicBezTo>
                  <a:pt x="72629" y="110606"/>
                  <a:pt x="81102" y="106887"/>
                  <a:pt x="87724" y="99449"/>
                </a:cubicBezTo>
                <a:cubicBezTo>
                  <a:pt x="94345" y="92011"/>
                  <a:pt x="97655" y="80854"/>
                  <a:pt x="97655" y="65979"/>
                </a:cubicBezTo>
                <a:cubicBezTo>
                  <a:pt x="97655" y="51278"/>
                  <a:pt x="94432" y="40311"/>
                  <a:pt x="87986" y="33077"/>
                </a:cubicBezTo>
                <a:cubicBezTo>
                  <a:pt x="81540" y="25843"/>
                  <a:pt x="72979" y="22226"/>
                  <a:pt x="62303" y="22226"/>
                </a:cubicBezTo>
                <a:cubicBezTo>
                  <a:pt x="51628" y="22226"/>
                  <a:pt x="43023" y="25887"/>
                  <a:pt x="36490" y="33208"/>
                </a:cubicBezTo>
                <a:cubicBezTo>
                  <a:pt x="29956" y="40529"/>
                  <a:pt x="26689" y="51569"/>
                  <a:pt x="26689" y="66329"/>
                </a:cubicBezTo>
                <a:close/>
                <a:moveTo>
                  <a:pt x="133946" y="37627"/>
                </a:moveTo>
                <a:lnTo>
                  <a:pt x="147597" y="37627"/>
                </a:lnTo>
                <a:lnTo>
                  <a:pt x="147597" y="30610"/>
                </a:lnTo>
                <a:cubicBezTo>
                  <a:pt x="147597" y="22775"/>
                  <a:pt x="148429" y="16928"/>
                  <a:pt x="150091" y="13068"/>
                </a:cubicBezTo>
                <a:cubicBezTo>
                  <a:pt x="151754" y="9209"/>
                  <a:pt x="154816" y="6066"/>
                  <a:pt x="159279" y="3640"/>
                </a:cubicBezTo>
                <a:cubicBezTo>
                  <a:pt x="163742" y="1213"/>
                  <a:pt x="169386" y="0"/>
                  <a:pt x="176211" y="0"/>
                </a:cubicBezTo>
                <a:cubicBezTo>
                  <a:pt x="183212" y="0"/>
                  <a:pt x="190066" y="1050"/>
                  <a:pt x="196775" y="3150"/>
                </a:cubicBezTo>
                <a:lnTo>
                  <a:pt x="193450" y="20301"/>
                </a:lnTo>
                <a:cubicBezTo>
                  <a:pt x="189541" y="19368"/>
                  <a:pt x="185778" y="18901"/>
                  <a:pt x="182162" y="18901"/>
                </a:cubicBezTo>
                <a:cubicBezTo>
                  <a:pt x="178603" y="18901"/>
                  <a:pt x="176051" y="19737"/>
                  <a:pt x="174505" y="21409"/>
                </a:cubicBezTo>
                <a:cubicBezTo>
                  <a:pt x="172959" y="23078"/>
                  <a:pt x="172186" y="26287"/>
                  <a:pt x="172186" y="31034"/>
                </a:cubicBezTo>
                <a:lnTo>
                  <a:pt x="172186" y="37627"/>
                </a:lnTo>
                <a:lnTo>
                  <a:pt x="190562" y="37627"/>
                </a:lnTo>
                <a:lnTo>
                  <a:pt x="190562" y="57053"/>
                </a:lnTo>
                <a:lnTo>
                  <a:pt x="172186" y="57053"/>
                </a:lnTo>
                <a:lnTo>
                  <a:pt x="172186" y="130557"/>
                </a:lnTo>
                <a:lnTo>
                  <a:pt x="147597" y="130557"/>
                </a:lnTo>
                <a:lnTo>
                  <a:pt x="147597" y="57053"/>
                </a:lnTo>
                <a:lnTo>
                  <a:pt x="133946" y="57053"/>
                </a:lnTo>
                <a:lnTo>
                  <a:pt x="133946" y="37627"/>
                </a:lnTo>
                <a:close/>
                <a:moveTo>
                  <a:pt x="193683" y="37627"/>
                </a:moveTo>
                <a:lnTo>
                  <a:pt x="207334" y="37627"/>
                </a:lnTo>
                <a:lnTo>
                  <a:pt x="207334" y="30610"/>
                </a:lnTo>
                <a:cubicBezTo>
                  <a:pt x="207334" y="22775"/>
                  <a:pt x="208165" y="16928"/>
                  <a:pt x="209828" y="13068"/>
                </a:cubicBezTo>
                <a:cubicBezTo>
                  <a:pt x="211490" y="9209"/>
                  <a:pt x="214553" y="6066"/>
                  <a:pt x="219016" y="3640"/>
                </a:cubicBezTo>
                <a:cubicBezTo>
                  <a:pt x="223479" y="1213"/>
                  <a:pt x="229123" y="0"/>
                  <a:pt x="235948" y="0"/>
                </a:cubicBezTo>
                <a:cubicBezTo>
                  <a:pt x="242948" y="0"/>
                  <a:pt x="249803" y="1050"/>
                  <a:pt x="256512" y="3150"/>
                </a:cubicBezTo>
                <a:lnTo>
                  <a:pt x="253186" y="20301"/>
                </a:lnTo>
                <a:cubicBezTo>
                  <a:pt x="249278" y="19368"/>
                  <a:pt x="245515" y="18901"/>
                  <a:pt x="241898" y="18901"/>
                </a:cubicBezTo>
                <a:cubicBezTo>
                  <a:pt x="238340" y="18901"/>
                  <a:pt x="235788" y="19737"/>
                  <a:pt x="234242" y="21409"/>
                </a:cubicBezTo>
                <a:cubicBezTo>
                  <a:pt x="232696" y="23078"/>
                  <a:pt x="231923" y="26287"/>
                  <a:pt x="231923" y="31034"/>
                </a:cubicBezTo>
                <a:lnTo>
                  <a:pt x="231923" y="37627"/>
                </a:lnTo>
                <a:lnTo>
                  <a:pt x="250299" y="37627"/>
                </a:lnTo>
                <a:lnTo>
                  <a:pt x="250299" y="57053"/>
                </a:lnTo>
                <a:lnTo>
                  <a:pt x="231923" y="57053"/>
                </a:lnTo>
                <a:lnTo>
                  <a:pt x="231923" y="130557"/>
                </a:lnTo>
                <a:lnTo>
                  <a:pt x="207334" y="130557"/>
                </a:lnTo>
                <a:lnTo>
                  <a:pt x="207334" y="57053"/>
                </a:lnTo>
                <a:lnTo>
                  <a:pt x="193683" y="57053"/>
                </a:lnTo>
                <a:lnTo>
                  <a:pt x="193683" y="37627"/>
                </a:lnTo>
                <a:close/>
                <a:moveTo>
                  <a:pt x="261383" y="96255"/>
                </a:moveTo>
                <a:lnTo>
                  <a:pt x="261383" y="71579"/>
                </a:lnTo>
                <a:lnTo>
                  <a:pt x="309685" y="71579"/>
                </a:lnTo>
                <a:lnTo>
                  <a:pt x="309685" y="96255"/>
                </a:lnTo>
                <a:lnTo>
                  <a:pt x="261383" y="96255"/>
                </a:lnTo>
                <a:close/>
                <a:moveTo>
                  <a:pt x="323219" y="37627"/>
                </a:moveTo>
                <a:lnTo>
                  <a:pt x="346146" y="37627"/>
                </a:lnTo>
                <a:lnTo>
                  <a:pt x="346146" y="51278"/>
                </a:lnTo>
                <a:cubicBezTo>
                  <a:pt x="349121" y="46611"/>
                  <a:pt x="353146" y="42819"/>
                  <a:pt x="358221" y="39902"/>
                </a:cubicBezTo>
                <a:cubicBezTo>
                  <a:pt x="363297" y="36985"/>
                  <a:pt x="368926" y="35527"/>
                  <a:pt x="375110" y="35527"/>
                </a:cubicBezTo>
                <a:cubicBezTo>
                  <a:pt x="385902" y="35527"/>
                  <a:pt x="395061" y="39756"/>
                  <a:pt x="402586" y="48215"/>
                </a:cubicBezTo>
                <a:cubicBezTo>
                  <a:pt x="410112" y="56674"/>
                  <a:pt x="413874" y="68458"/>
                  <a:pt x="413874" y="83567"/>
                </a:cubicBezTo>
                <a:cubicBezTo>
                  <a:pt x="413874" y="99085"/>
                  <a:pt x="410082" y="111146"/>
                  <a:pt x="402499" y="119750"/>
                </a:cubicBezTo>
                <a:cubicBezTo>
                  <a:pt x="394915" y="128355"/>
                  <a:pt x="385727" y="132657"/>
                  <a:pt x="374935" y="132657"/>
                </a:cubicBezTo>
                <a:cubicBezTo>
                  <a:pt x="369801" y="132657"/>
                  <a:pt x="365149" y="131636"/>
                  <a:pt x="360978" y="129595"/>
                </a:cubicBezTo>
                <a:cubicBezTo>
                  <a:pt x="356807" y="127553"/>
                  <a:pt x="352417" y="124053"/>
                  <a:pt x="347808" y="119094"/>
                </a:cubicBezTo>
                <a:lnTo>
                  <a:pt x="347808" y="165909"/>
                </a:lnTo>
                <a:lnTo>
                  <a:pt x="323219" y="165909"/>
                </a:lnTo>
                <a:lnTo>
                  <a:pt x="323219" y="37627"/>
                </a:lnTo>
                <a:moveTo>
                  <a:pt x="347546" y="82476"/>
                </a:moveTo>
                <a:cubicBezTo>
                  <a:pt x="347546" y="92902"/>
                  <a:pt x="349617" y="100605"/>
                  <a:pt x="353759" y="105585"/>
                </a:cubicBezTo>
                <a:cubicBezTo>
                  <a:pt x="357900" y="110566"/>
                  <a:pt x="362947" y="113056"/>
                  <a:pt x="368897" y="113056"/>
                </a:cubicBezTo>
                <a:cubicBezTo>
                  <a:pt x="374614" y="113056"/>
                  <a:pt x="379368" y="110770"/>
                  <a:pt x="383160" y="106198"/>
                </a:cubicBezTo>
                <a:cubicBezTo>
                  <a:pt x="386952" y="101626"/>
                  <a:pt x="388848" y="94126"/>
                  <a:pt x="388848" y="83698"/>
                </a:cubicBezTo>
                <a:cubicBezTo>
                  <a:pt x="388848" y="73971"/>
                  <a:pt x="386894" y="66748"/>
                  <a:pt x="382985" y="62030"/>
                </a:cubicBezTo>
                <a:cubicBezTo>
                  <a:pt x="379077" y="57312"/>
                  <a:pt x="374235" y="54953"/>
                  <a:pt x="368459" y="54953"/>
                </a:cubicBezTo>
                <a:cubicBezTo>
                  <a:pt x="362451" y="54953"/>
                  <a:pt x="357463" y="57268"/>
                  <a:pt x="353496" y="61899"/>
                </a:cubicBezTo>
                <a:cubicBezTo>
                  <a:pt x="349529" y="66529"/>
                  <a:pt x="347546" y="73388"/>
                  <a:pt x="347546" y="82476"/>
                </a:cubicBezTo>
                <a:close/>
                <a:moveTo>
                  <a:pt x="452062" y="66329"/>
                </a:moveTo>
                <a:lnTo>
                  <a:pt x="429748" y="62303"/>
                </a:lnTo>
                <a:cubicBezTo>
                  <a:pt x="432256" y="53201"/>
                  <a:pt x="436573" y="46463"/>
                  <a:pt x="442699" y="42090"/>
                </a:cubicBezTo>
                <a:cubicBezTo>
                  <a:pt x="448824" y="37715"/>
                  <a:pt x="457925" y="35527"/>
                  <a:pt x="470000" y="35527"/>
                </a:cubicBezTo>
                <a:cubicBezTo>
                  <a:pt x="480967" y="35527"/>
                  <a:pt x="489135" y="36825"/>
                  <a:pt x="494502" y="39421"/>
                </a:cubicBezTo>
                <a:cubicBezTo>
                  <a:pt x="499868" y="42017"/>
                  <a:pt x="503646" y="45313"/>
                  <a:pt x="505833" y="49309"/>
                </a:cubicBezTo>
                <a:cubicBezTo>
                  <a:pt x="508021" y="53305"/>
                  <a:pt x="509115" y="60641"/>
                  <a:pt x="509115" y="71316"/>
                </a:cubicBezTo>
                <a:lnTo>
                  <a:pt x="508852" y="100018"/>
                </a:lnTo>
                <a:cubicBezTo>
                  <a:pt x="508852" y="108185"/>
                  <a:pt x="509246" y="114208"/>
                  <a:pt x="510034" y="118088"/>
                </a:cubicBezTo>
                <a:cubicBezTo>
                  <a:pt x="510821" y="121967"/>
                  <a:pt x="512294" y="126124"/>
                  <a:pt x="514453" y="130557"/>
                </a:cubicBezTo>
                <a:lnTo>
                  <a:pt x="490126" y="130557"/>
                </a:lnTo>
                <a:cubicBezTo>
                  <a:pt x="489485" y="128924"/>
                  <a:pt x="488697" y="126503"/>
                  <a:pt x="487764" y="123294"/>
                </a:cubicBezTo>
                <a:cubicBezTo>
                  <a:pt x="487355" y="121836"/>
                  <a:pt x="487064" y="120873"/>
                  <a:pt x="486889" y="120407"/>
                </a:cubicBezTo>
                <a:cubicBezTo>
                  <a:pt x="482688" y="124490"/>
                  <a:pt x="478196" y="127553"/>
                  <a:pt x="473413" y="129595"/>
                </a:cubicBezTo>
                <a:cubicBezTo>
                  <a:pt x="468629" y="131636"/>
                  <a:pt x="463525" y="132657"/>
                  <a:pt x="458100" y="132657"/>
                </a:cubicBezTo>
                <a:cubicBezTo>
                  <a:pt x="448532" y="132657"/>
                  <a:pt x="440992" y="130072"/>
                  <a:pt x="435480" y="124902"/>
                </a:cubicBezTo>
                <a:cubicBezTo>
                  <a:pt x="429967" y="119732"/>
                  <a:pt x="427210" y="113197"/>
                  <a:pt x="427210" y="105296"/>
                </a:cubicBezTo>
                <a:cubicBezTo>
                  <a:pt x="427210" y="100067"/>
                  <a:pt x="428465" y="95406"/>
                  <a:pt x="430973" y="91311"/>
                </a:cubicBezTo>
                <a:cubicBezTo>
                  <a:pt x="433482" y="87215"/>
                  <a:pt x="436996" y="84078"/>
                  <a:pt x="441517" y="81899"/>
                </a:cubicBezTo>
                <a:cubicBezTo>
                  <a:pt x="446038" y="79721"/>
                  <a:pt x="452558" y="77818"/>
                  <a:pt x="461075" y="76192"/>
                </a:cubicBezTo>
                <a:cubicBezTo>
                  <a:pt x="472567" y="74043"/>
                  <a:pt x="480530" y="72038"/>
                  <a:pt x="484963" y="70179"/>
                </a:cubicBezTo>
                <a:lnTo>
                  <a:pt x="484963" y="67701"/>
                </a:lnTo>
                <a:cubicBezTo>
                  <a:pt x="484963" y="62923"/>
                  <a:pt x="483797" y="59517"/>
                  <a:pt x="481463" y="57482"/>
                </a:cubicBezTo>
                <a:cubicBezTo>
                  <a:pt x="479130" y="55446"/>
                  <a:pt x="474725" y="54428"/>
                  <a:pt x="468250" y="54428"/>
                </a:cubicBezTo>
                <a:cubicBezTo>
                  <a:pt x="463875" y="54428"/>
                  <a:pt x="460462" y="55308"/>
                  <a:pt x="458012" y="57070"/>
                </a:cubicBezTo>
                <a:cubicBezTo>
                  <a:pt x="455562" y="58829"/>
                  <a:pt x="453578" y="61915"/>
                  <a:pt x="452062" y="66329"/>
                </a:cubicBezTo>
                <a:moveTo>
                  <a:pt x="484963" y="86280"/>
                </a:moveTo>
                <a:cubicBezTo>
                  <a:pt x="481813" y="87317"/>
                  <a:pt x="476826" y="88557"/>
                  <a:pt x="470000" y="89999"/>
                </a:cubicBezTo>
                <a:cubicBezTo>
                  <a:pt x="463175" y="91439"/>
                  <a:pt x="458712" y="92851"/>
                  <a:pt x="456612" y="94234"/>
                </a:cubicBezTo>
                <a:cubicBezTo>
                  <a:pt x="453403" y="96482"/>
                  <a:pt x="451799" y="99335"/>
                  <a:pt x="451799" y="102794"/>
                </a:cubicBezTo>
                <a:cubicBezTo>
                  <a:pt x="451799" y="106195"/>
                  <a:pt x="453083" y="109136"/>
                  <a:pt x="455649" y="111615"/>
                </a:cubicBezTo>
                <a:cubicBezTo>
                  <a:pt x="458216" y="114093"/>
                  <a:pt x="461483" y="115331"/>
                  <a:pt x="465450" y="115331"/>
                </a:cubicBezTo>
                <a:cubicBezTo>
                  <a:pt x="469884" y="115331"/>
                  <a:pt x="474113" y="113890"/>
                  <a:pt x="478138" y="111008"/>
                </a:cubicBezTo>
                <a:cubicBezTo>
                  <a:pt x="481113" y="108819"/>
                  <a:pt x="483068" y="106138"/>
                  <a:pt x="484001" y="102966"/>
                </a:cubicBezTo>
                <a:cubicBezTo>
                  <a:pt x="484643" y="100891"/>
                  <a:pt x="484963" y="96943"/>
                  <a:pt x="484963" y="91123"/>
                </a:cubicBezTo>
                <a:lnTo>
                  <a:pt x="484963" y="86280"/>
                </a:lnTo>
                <a:close/>
                <a:moveTo>
                  <a:pt x="575612" y="37627"/>
                </a:moveTo>
                <a:lnTo>
                  <a:pt x="575612" y="57228"/>
                </a:lnTo>
                <a:lnTo>
                  <a:pt x="558811" y="57228"/>
                </a:lnTo>
                <a:lnTo>
                  <a:pt x="558811" y="94620"/>
                </a:lnTo>
                <a:cubicBezTo>
                  <a:pt x="558811" y="102193"/>
                  <a:pt x="558972" y="106605"/>
                  <a:pt x="559293" y="107858"/>
                </a:cubicBezTo>
                <a:cubicBezTo>
                  <a:pt x="559614" y="109108"/>
                  <a:pt x="560343" y="110142"/>
                  <a:pt x="561480" y="110959"/>
                </a:cubicBezTo>
                <a:cubicBezTo>
                  <a:pt x="562618" y="111774"/>
                  <a:pt x="564003" y="112181"/>
                  <a:pt x="565637" y="112181"/>
                </a:cubicBezTo>
                <a:cubicBezTo>
                  <a:pt x="567912" y="112181"/>
                  <a:pt x="571208" y="111394"/>
                  <a:pt x="575525" y="109819"/>
                </a:cubicBezTo>
                <a:lnTo>
                  <a:pt x="577625" y="128966"/>
                </a:lnTo>
                <a:cubicBezTo>
                  <a:pt x="571908" y="131427"/>
                  <a:pt x="565433" y="132657"/>
                  <a:pt x="558199" y="132657"/>
                </a:cubicBezTo>
                <a:cubicBezTo>
                  <a:pt x="553765" y="132657"/>
                  <a:pt x="549769" y="131913"/>
                  <a:pt x="546211" y="130426"/>
                </a:cubicBezTo>
                <a:cubicBezTo>
                  <a:pt x="542652" y="128938"/>
                  <a:pt x="540042" y="127013"/>
                  <a:pt x="538379" y="124651"/>
                </a:cubicBezTo>
                <a:cubicBezTo>
                  <a:pt x="536716" y="122288"/>
                  <a:pt x="535564" y="119094"/>
                  <a:pt x="534923" y="115069"/>
                </a:cubicBezTo>
                <a:cubicBezTo>
                  <a:pt x="534398" y="112210"/>
                  <a:pt x="534135" y="106435"/>
                  <a:pt x="534135" y="97743"/>
                </a:cubicBezTo>
                <a:lnTo>
                  <a:pt x="534135" y="57228"/>
                </a:lnTo>
                <a:lnTo>
                  <a:pt x="522847" y="57228"/>
                </a:lnTo>
                <a:lnTo>
                  <a:pt x="522847" y="37627"/>
                </a:lnTo>
                <a:lnTo>
                  <a:pt x="534135" y="37627"/>
                </a:lnTo>
                <a:lnTo>
                  <a:pt x="534135" y="19076"/>
                </a:lnTo>
                <a:lnTo>
                  <a:pt x="558811" y="4550"/>
                </a:lnTo>
                <a:lnTo>
                  <a:pt x="558811" y="37627"/>
                </a:lnTo>
                <a:lnTo>
                  <a:pt x="575612" y="37627"/>
                </a:lnTo>
                <a:close/>
                <a:moveTo>
                  <a:pt x="617236" y="2275"/>
                </a:moveTo>
                <a:lnTo>
                  <a:pt x="617236" y="49506"/>
                </a:lnTo>
                <a:cubicBezTo>
                  <a:pt x="625169" y="40187"/>
                  <a:pt x="634649" y="35527"/>
                  <a:pt x="645675" y="35527"/>
                </a:cubicBezTo>
                <a:cubicBezTo>
                  <a:pt x="651333" y="35527"/>
                  <a:pt x="656438" y="36577"/>
                  <a:pt x="660988" y="38677"/>
                </a:cubicBezTo>
                <a:cubicBezTo>
                  <a:pt x="665538" y="40777"/>
                  <a:pt x="668965" y="43461"/>
                  <a:pt x="671270" y="46728"/>
                </a:cubicBezTo>
                <a:cubicBezTo>
                  <a:pt x="673574" y="49994"/>
                  <a:pt x="675149" y="53611"/>
                  <a:pt x="675995" y="57578"/>
                </a:cubicBezTo>
                <a:cubicBezTo>
                  <a:pt x="676841" y="61545"/>
                  <a:pt x="677264" y="67700"/>
                  <a:pt x="677264" y="76042"/>
                </a:cubicBezTo>
                <a:lnTo>
                  <a:pt x="677264" y="130557"/>
                </a:lnTo>
                <a:lnTo>
                  <a:pt x="652675" y="130557"/>
                </a:lnTo>
                <a:lnTo>
                  <a:pt x="652675" y="81524"/>
                </a:lnTo>
                <a:cubicBezTo>
                  <a:pt x="652675" y="71793"/>
                  <a:pt x="652208" y="65617"/>
                  <a:pt x="651275" y="62995"/>
                </a:cubicBezTo>
                <a:cubicBezTo>
                  <a:pt x="650342" y="60372"/>
                  <a:pt x="648694" y="58288"/>
                  <a:pt x="646331" y="56744"/>
                </a:cubicBezTo>
                <a:cubicBezTo>
                  <a:pt x="643968" y="55200"/>
                  <a:pt x="641008" y="54428"/>
                  <a:pt x="637449" y="54428"/>
                </a:cubicBezTo>
                <a:cubicBezTo>
                  <a:pt x="633366" y="54428"/>
                  <a:pt x="629720" y="55419"/>
                  <a:pt x="626511" y="57400"/>
                </a:cubicBezTo>
                <a:cubicBezTo>
                  <a:pt x="623303" y="59382"/>
                  <a:pt x="620954" y="62368"/>
                  <a:pt x="619467" y="66359"/>
                </a:cubicBezTo>
                <a:cubicBezTo>
                  <a:pt x="617979" y="70349"/>
                  <a:pt x="617236" y="76249"/>
                  <a:pt x="617236" y="84059"/>
                </a:cubicBezTo>
                <a:lnTo>
                  <a:pt x="617236" y="130557"/>
                </a:lnTo>
                <a:lnTo>
                  <a:pt x="592647" y="130557"/>
                </a:lnTo>
                <a:lnTo>
                  <a:pt x="592647" y="2275"/>
                </a:lnTo>
                <a:lnTo>
                  <a:pt x="617236" y="2275"/>
                </a:lnTo>
                <a:close/>
              </a:path>
            </a:pathLst>
          </a:custGeom>
          <a:solidFill xmlns:a="http://schemas.openxmlformats.org/drawingml/2006/main">
            <a:srgbClr val="BB55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attacker">
            <a:extLst xmlns:a="http://schemas.openxmlformats.org/drawingml/2006/main">
              <a:ext uri="{FF2B5EF4-FFF2-40B4-BE49-F238E27FC236}">
                <a16:creationId xmlns:a16="http://schemas.microsoft.com/office/drawing/2014/main" id="{F3BC388F-59D7-4A58-ABAA-FCAE01E5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1" y="824788"/>
            <a:ext cx="681662" cy="130382"/>
          </a:xfrm>
          <a:custGeom xmlns:a="http://schemas.openxmlformats.org/drawingml/2006/main">
            <a:pathLst>
              <a:path w="681662" h="130382">
                <a:moveTo>
                  <a:pt x="24851" y="64054"/>
                </a:moveTo>
                <a:lnTo>
                  <a:pt x="2538" y="60028"/>
                </a:lnTo>
                <a:cubicBezTo>
                  <a:pt x="5046" y="50926"/>
                  <a:pt x="9363" y="44188"/>
                  <a:pt x="15488" y="39815"/>
                </a:cubicBezTo>
                <a:cubicBezTo>
                  <a:pt x="21614" y="35439"/>
                  <a:pt x="30714" y="33252"/>
                  <a:pt x="42790" y="33252"/>
                </a:cubicBezTo>
                <a:cubicBezTo>
                  <a:pt x="53757" y="33252"/>
                  <a:pt x="61924" y="34550"/>
                  <a:pt x="67291" y="37146"/>
                </a:cubicBezTo>
                <a:cubicBezTo>
                  <a:pt x="72658" y="39742"/>
                  <a:pt x="76435" y="43038"/>
                  <a:pt x="78623" y="47034"/>
                </a:cubicBezTo>
                <a:cubicBezTo>
                  <a:pt x="80811" y="51030"/>
                  <a:pt x="81904" y="58366"/>
                  <a:pt x="81904" y="69041"/>
                </a:cubicBezTo>
                <a:lnTo>
                  <a:pt x="81642" y="97743"/>
                </a:lnTo>
                <a:cubicBezTo>
                  <a:pt x="81642" y="105910"/>
                  <a:pt x="82036" y="111933"/>
                  <a:pt x="82823" y="115813"/>
                </a:cubicBezTo>
                <a:cubicBezTo>
                  <a:pt x="83611" y="119692"/>
                  <a:pt x="85084" y="123848"/>
                  <a:pt x="87242" y="128282"/>
                </a:cubicBezTo>
                <a:lnTo>
                  <a:pt x="62916" y="128282"/>
                </a:lnTo>
                <a:cubicBezTo>
                  <a:pt x="62274" y="126649"/>
                  <a:pt x="61487" y="124228"/>
                  <a:pt x="60553" y="121019"/>
                </a:cubicBezTo>
                <a:cubicBezTo>
                  <a:pt x="60145" y="119561"/>
                  <a:pt x="59853" y="118598"/>
                  <a:pt x="59678" y="118131"/>
                </a:cubicBezTo>
                <a:cubicBezTo>
                  <a:pt x="55478" y="122215"/>
                  <a:pt x="50986" y="125278"/>
                  <a:pt x="46203" y="127319"/>
                </a:cubicBezTo>
                <a:cubicBezTo>
                  <a:pt x="41419" y="129361"/>
                  <a:pt x="36314" y="130382"/>
                  <a:pt x="30889" y="130382"/>
                </a:cubicBezTo>
                <a:cubicBezTo>
                  <a:pt x="21322" y="130382"/>
                  <a:pt x="13782" y="127797"/>
                  <a:pt x="8269" y="122627"/>
                </a:cubicBezTo>
                <a:cubicBezTo>
                  <a:pt x="2756" y="117457"/>
                  <a:pt x="0" y="110921"/>
                  <a:pt x="0" y="103020"/>
                </a:cubicBezTo>
                <a:cubicBezTo>
                  <a:pt x="0" y="97792"/>
                  <a:pt x="1254" y="93131"/>
                  <a:pt x="3763" y="89036"/>
                </a:cubicBezTo>
                <a:cubicBezTo>
                  <a:pt x="6271" y="84940"/>
                  <a:pt x="9786" y="81802"/>
                  <a:pt x="14307" y="79624"/>
                </a:cubicBezTo>
                <a:cubicBezTo>
                  <a:pt x="18828" y="77445"/>
                  <a:pt x="25347" y="75543"/>
                  <a:pt x="33864" y="73917"/>
                </a:cubicBezTo>
                <a:cubicBezTo>
                  <a:pt x="45357" y="71768"/>
                  <a:pt x="53320" y="69763"/>
                  <a:pt x="57753" y="67904"/>
                </a:cubicBezTo>
                <a:lnTo>
                  <a:pt x="57753" y="65426"/>
                </a:lnTo>
                <a:cubicBezTo>
                  <a:pt x="57753" y="60648"/>
                  <a:pt x="56586" y="57242"/>
                  <a:pt x="54253" y="55207"/>
                </a:cubicBezTo>
                <a:cubicBezTo>
                  <a:pt x="51920" y="53171"/>
                  <a:pt x="47515" y="52153"/>
                  <a:pt x="41040" y="52153"/>
                </a:cubicBezTo>
                <a:cubicBezTo>
                  <a:pt x="36665" y="52153"/>
                  <a:pt x="33252" y="53033"/>
                  <a:pt x="30802" y="54794"/>
                </a:cubicBezTo>
                <a:cubicBezTo>
                  <a:pt x="28352" y="56554"/>
                  <a:pt x="26368" y="59640"/>
                  <a:pt x="24851" y="64054"/>
                </a:cubicBezTo>
                <a:moveTo>
                  <a:pt x="57753" y="84005"/>
                </a:moveTo>
                <a:cubicBezTo>
                  <a:pt x="54603" y="85042"/>
                  <a:pt x="49615" y="86282"/>
                  <a:pt x="42790" y="87724"/>
                </a:cubicBezTo>
                <a:cubicBezTo>
                  <a:pt x="35964" y="89164"/>
                  <a:pt x="31502" y="90576"/>
                  <a:pt x="29402" y="91959"/>
                </a:cubicBezTo>
                <a:cubicBezTo>
                  <a:pt x="26193" y="94207"/>
                  <a:pt x="24589" y="97060"/>
                  <a:pt x="24589" y="100518"/>
                </a:cubicBezTo>
                <a:cubicBezTo>
                  <a:pt x="24589" y="103920"/>
                  <a:pt x="25872" y="106861"/>
                  <a:pt x="28439" y="109340"/>
                </a:cubicBezTo>
                <a:cubicBezTo>
                  <a:pt x="31006" y="111817"/>
                  <a:pt x="34273" y="113056"/>
                  <a:pt x="38240" y="113056"/>
                </a:cubicBezTo>
                <a:cubicBezTo>
                  <a:pt x="42673" y="113056"/>
                  <a:pt x="46903" y="111615"/>
                  <a:pt x="50928" y="108733"/>
                </a:cubicBezTo>
                <a:cubicBezTo>
                  <a:pt x="53903" y="106543"/>
                  <a:pt x="55857" y="103863"/>
                  <a:pt x="56791" y="100691"/>
                </a:cubicBezTo>
                <a:cubicBezTo>
                  <a:pt x="57432" y="98616"/>
                  <a:pt x="57753" y="94668"/>
                  <a:pt x="57753" y="88847"/>
                </a:cubicBezTo>
                <a:lnTo>
                  <a:pt x="57753" y="84005"/>
                </a:lnTo>
                <a:close/>
                <a:moveTo>
                  <a:pt x="148402" y="35352"/>
                </a:moveTo>
                <a:lnTo>
                  <a:pt x="148402" y="54953"/>
                </a:lnTo>
                <a:lnTo>
                  <a:pt x="131601" y="54953"/>
                </a:lnTo>
                <a:lnTo>
                  <a:pt x="131601" y="92345"/>
                </a:lnTo>
                <a:cubicBezTo>
                  <a:pt x="131601" y="99918"/>
                  <a:pt x="131762" y="104330"/>
                  <a:pt x="132083" y="105583"/>
                </a:cubicBezTo>
                <a:cubicBezTo>
                  <a:pt x="132403" y="106833"/>
                  <a:pt x="133133" y="107867"/>
                  <a:pt x="134270" y="108684"/>
                </a:cubicBezTo>
                <a:cubicBezTo>
                  <a:pt x="135408" y="109499"/>
                  <a:pt x="136793" y="109906"/>
                  <a:pt x="138427" y="109906"/>
                </a:cubicBezTo>
                <a:cubicBezTo>
                  <a:pt x="140702" y="109906"/>
                  <a:pt x="143998" y="109118"/>
                  <a:pt x="148315" y="107543"/>
                </a:cubicBezTo>
                <a:lnTo>
                  <a:pt x="150415" y="126691"/>
                </a:lnTo>
                <a:cubicBezTo>
                  <a:pt x="144698" y="129152"/>
                  <a:pt x="138223" y="130382"/>
                  <a:pt x="130989" y="130382"/>
                </a:cubicBezTo>
                <a:cubicBezTo>
                  <a:pt x="126555" y="130382"/>
                  <a:pt x="122559" y="129638"/>
                  <a:pt x="119001" y="128151"/>
                </a:cubicBezTo>
                <a:cubicBezTo>
                  <a:pt x="115442" y="126663"/>
                  <a:pt x="112832" y="124738"/>
                  <a:pt x="111169" y="122375"/>
                </a:cubicBezTo>
                <a:cubicBezTo>
                  <a:pt x="109506" y="120013"/>
                  <a:pt x="108354" y="116819"/>
                  <a:pt x="107712" y="112794"/>
                </a:cubicBezTo>
                <a:cubicBezTo>
                  <a:pt x="107187" y="109935"/>
                  <a:pt x="106925" y="104160"/>
                  <a:pt x="106925" y="95468"/>
                </a:cubicBezTo>
                <a:lnTo>
                  <a:pt x="106925" y="54953"/>
                </a:lnTo>
                <a:lnTo>
                  <a:pt x="95637" y="54953"/>
                </a:lnTo>
                <a:lnTo>
                  <a:pt x="95637" y="35352"/>
                </a:lnTo>
                <a:lnTo>
                  <a:pt x="106925" y="35352"/>
                </a:lnTo>
                <a:lnTo>
                  <a:pt x="106925" y="16801"/>
                </a:lnTo>
                <a:lnTo>
                  <a:pt x="131601" y="2275"/>
                </a:lnTo>
                <a:lnTo>
                  <a:pt x="131601" y="35352"/>
                </a:lnTo>
                <a:lnTo>
                  <a:pt x="148402" y="35352"/>
                </a:lnTo>
                <a:close/>
                <a:moveTo>
                  <a:pt x="208139" y="35352"/>
                </a:moveTo>
                <a:lnTo>
                  <a:pt x="208139" y="54953"/>
                </a:lnTo>
                <a:lnTo>
                  <a:pt x="191338" y="54953"/>
                </a:lnTo>
                <a:lnTo>
                  <a:pt x="191338" y="92345"/>
                </a:lnTo>
                <a:cubicBezTo>
                  <a:pt x="191338" y="99918"/>
                  <a:pt x="191498" y="104330"/>
                  <a:pt x="191819" y="105583"/>
                </a:cubicBezTo>
                <a:cubicBezTo>
                  <a:pt x="192140" y="106833"/>
                  <a:pt x="192869" y="107867"/>
                  <a:pt x="194007" y="108684"/>
                </a:cubicBezTo>
                <a:cubicBezTo>
                  <a:pt x="195144" y="109499"/>
                  <a:pt x="196530" y="109906"/>
                  <a:pt x="198163" y="109906"/>
                </a:cubicBezTo>
                <a:cubicBezTo>
                  <a:pt x="200438" y="109906"/>
                  <a:pt x="203735" y="109118"/>
                  <a:pt x="208051" y="107543"/>
                </a:cubicBezTo>
                <a:lnTo>
                  <a:pt x="210152" y="126691"/>
                </a:lnTo>
                <a:cubicBezTo>
                  <a:pt x="204435" y="129152"/>
                  <a:pt x="197959" y="130382"/>
                  <a:pt x="190725" y="130382"/>
                </a:cubicBezTo>
                <a:cubicBezTo>
                  <a:pt x="186292" y="130382"/>
                  <a:pt x="182296" y="129638"/>
                  <a:pt x="178737" y="128151"/>
                </a:cubicBezTo>
                <a:cubicBezTo>
                  <a:pt x="175179" y="126663"/>
                  <a:pt x="172568" y="124738"/>
                  <a:pt x="170906" y="122375"/>
                </a:cubicBezTo>
                <a:cubicBezTo>
                  <a:pt x="169243" y="120013"/>
                  <a:pt x="168091" y="116819"/>
                  <a:pt x="167449" y="112794"/>
                </a:cubicBezTo>
                <a:cubicBezTo>
                  <a:pt x="166924" y="109935"/>
                  <a:pt x="166662" y="104160"/>
                  <a:pt x="166662" y="95468"/>
                </a:cubicBezTo>
                <a:lnTo>
                  <a:pt x="166662" y="54953"/>
                </a:lnTo>
                <a:lnTo>
                  <a:pt x="155374" y="54953"/>
                </a:lnTo>
                <a:lnTo>
                  <a:pt x="155374" y="35352"/>
                </a:lnTo>
                <a:lnTo>
                  <a:pt x="166662" y="35352"/>
                </a:lnTo>
                <a:lnTo>
                  <a:pt x="166662" y="16801"/>
                </a:lnTo>
                <a:lnTo>
                  <a:pt x="191338" y="2275"/>
                </a:lnTo>
                <a:lnTo>
                  <a:pt x="191338" y="35352"/>
                </a:lnTo>
                <a:lnTo>
                  <a:pt x="208139" y="35352"/>
                </a:lnTo>
                <a:close/>
                <a:moveTo>
                  <a:pt x="243637" y="64054"/>
                </a:moveTo>
                <a:lnTo>
                  <a:pt x="221323" y="60028"/>
                </a:lnTo>
                <a:cubicBezTo>
                  <a:pt x="223831" y="50926"/>
                  <a:pt x="228148" y="44188"/>
                  <a:pt x="234274" y="39815"/>
                </a:cubicBezTo>
                <a:cubicBezTo>
                  <a:pt x="240399" y="35439"/>
                  <a:pt x="249499" y="33252"/>
                  <a:pt x="261575" y="33252"/>
                </a:cubicBezTo>
                <a:cubicBezTo>
                  <a:pt x="272542" y="33252"/>
                  <a:pt x="280709" y="34550"/>
                  <a:pt x="286076" y="37146"/>
                </a:cubicBezTo>
                <a:cubicBezTo>
                  <a:pt x="291443" y="39742"/>
                  <a:pt x="295221" y="43038"/>
                  <a:pt x="297408" y="47034"/>
                </a:cubicBezTo>
                <a:cubicBezTo>
                  <a:pt x="299596" y="51030"/>
                  <a:pt x="300690" y="58366"/>
                  <a:pt x="300690" y="69041"/>
                </a:cubicBezTo>
                <a:lnTo>
                  <a:pt x="300427" y="97743"/>
                </a:lnTo>
                <a:cubicBezTo>
                  <a:pt x="300427" y="105910"/>
                  <a:pt x="300821" y="111933"/>
                  <a:pt x="301608" y="115813"/>
                </a:cubicBezTo>
                <a:cubicBezTo>
                  <a:pt x="302396" y="119692"/>
                  <a:pt x="303869" y="123848"/>
                  <a:pt x="306027" y="128282"/>
                </a:cubicBezTo>
                <a:lnTo>
                  <a:pt x="281701" y="128282"/>
                </a:lnTo>
                <a:cubicBezTo>
                  <a:pt x="281059" y="126649"/>
                  <a:pt x="280272" y="124228"/>
                  <a:pt x="279339" y="121019"/>
                </a:cubicBezTo>
                <a:cubicBezTo>
                  <a:pt x="278930" y="119561"/>
                  <a:pt x="278638" y="118598"/>
                  <a:pt x="278463" y="118131"/>
                </a:cubicBezTo>
                <a:cubicBezTo>
                  <a:pt x="274263" y="122215"/>
                  <a:pt x="269771" y="125278"/>
                  <a:pt x="264988" y="127319"/>
                </a:cubicBezTo>
                <a:cubicBezTo>
                  <a:pt x="260204" y="129361"/>
                  <a:pt x="255100" y="130382"/>
                  <a:pt x="249674" y="130382"/>
                </a:cubicBezTo>
                <a:cubicBezTo>
                  <a:pt x="240107" y="130382"/>
                  <a:pt x="232567" y="127797"/>
                  <a:pt x="227054" y="122627"/>
                </a:cubicBezTo>
                <a:cubicBezTo>
                  <a:pt x="221542" y="117457"/>
                  <a:pt x="218785" y="110921"/>
                  <a:pt x="218785" y="103020"/>
                </a:cubicBezTo>
                <a:cubicBezTo>
                  <a:pt x="218785" y="97792"/>
                  <a:pt x="220039" y="93131"/>
                  <a:pt x="222548" y="89036"/>
                </a:cubicBezTo>
                <a:cubicBezTo>
                  <a:pt x="225056" y="84940"/>
                  <a:pt x="228571" y="81802"/>
                  <a:pt x="233092" y="79624"/>
                </a:cubicBezTo>
                <a:cubicBezTo>
                  <a:pt x="237613" y="77445"/>
                  <a:pt x="244132" y="75543"/>
                  <a:pt x="252650" y="73917"/>
                </a:cubicBezTo>
                <a:cubicBezTo>
                  <a:pt x="264142" y="71768"/>
                  <a:pt x="272105" y="69763"/>
                  <a:pt x="276538" y="67904"/>
                </a:cubicBezTo>
                <a:lnTo>
                  <a:pt x="276538" y="65426"/>
                </a:lnTo>
                <a:cubicBezTo>
                  <a:pt x="276538" y="60648"/>
                  <a:pt x="275372" y="57242"/>
                  <a:pt x="273038" y="55207"/>
                </a:cubicBezTo>
                <a:cubicBezTo>
                  <a:pt x="270705" y="53171"/>
                  <a:pt x="266300" y="52153"/>
                  <a:pt x="259825" y="52153"/>
                </a:cubicBezTo>
                <a:cubicBezTo>
                  <a:pt x="255450" y="52153"/>
                  <a:pt x="252037" y="53033"/>
                  <a:pt x="249587" y="54794"/>
                </a:cubicBezTo>
                <a:cubicBezTo>
                  <a:pt x="247137" y="56554"/>
                  <a:pt x="245153" y="59640"/>
                  <a:pt x="243637" y="64054"/>
                </a:cubicBezTo>
                <a:moveTo>
                  <a:pt x="276538" y="84005"/>
                </a:moveTo>
                <a:cubicBezTo>
                  <a:pt x="273388" y="85042"/>
                  <a:pt x="268400" y="86282"/>
                  <a:pt x="261575" y="87724"/>
                </a:cubicBezTo>
                <a:cubicBezTo>
                  <a:pt x="254750" y="89164"/>
                  <a:pt x="250287" y="90576"/>
                  <a:pt x="248187" y="91959"/>
                </a:cubicBezTo>
                <a:cubicBezTo>
                  <a:pt x="244978" y="94207"/>
                  <a:pt x="243374" y="97060"/>
                  <a:pt x="243374" y="100518"/>
                </a:cubicBezTo>
                <a:cubicBezTo>
                  <a:pt x="243374" y="103920"/>
                  <a:pt x="244657" y="106861"/>
                  <a:pt x="247224" y="109340"/>
                </a:cubicBezTo>
                <a:cubicBezTo>
                  <a:pt x="249791" y="111817"/>
                  <a:pt x="253058" y="113056"/>
                  <a:pt x="257025" y="113056"/>
                </a:cubicBezTo>
                <a:cubicBezTo>
                  <a:pt x="261458" y="113056"/>
                  <a:pt x="265688" y="111615"/>
                  <a:pt x="269713" y="108733"/>
                </a:cubicBezTo>
                <a:cubicBezTo>
                  <a:pt x="272688" y="106543"/>
                  <a:pt x="274642" y="103863"/>
                  <a:pt x="275576" y="100691"/>
                </a:cubicBezTo>
                <a:cubicBezTo>
                  <a:pt x="276218" y="98616"/>
                  <a:pt x="276538" y="94668"/>
                  <a:pt x="276538" y="88847"/>
                </a:cubicBezTo>
                <a:lnTo>
                  <a:pt x="276538" y="84005"/>
                </a:lnTo>
                <a:close/>
                <a:moveTo>
                  <a:pt x="405602" y="62828"/>
                </a:moveTo>
                <a:lnTo>
                  <a:pt x="381363" y="67204"/>
                </a:lnTo>
                <a:cubicBezTo>
                  <a:pt x="380546" y="62391"/>
                  <a:pt x="378694" y="58767"/>
                  <a:pt x="375807" y="56331"/>
                </a:cubicBezTo>
                <a:cubicBezTo>
                  <a:pt x="372919" y="53896"/>
                  <a:pt x="369171" y="52678"/>
                  <a:pt x="364562" y="52678"/>
                </a:cubicBezTo>
                <a:cubicBezTo>
                  <a:pt x="358437" y="52678"/>
                  <a:pt x="353551" y="54786"/>
                  <a:pt x="349905" y="59003"/>
                </a:cubicBezTo>
                <a:cubicBezTo>
                  <a:pt x="346259" y="63219"/>
                  <a:pt x="344436" y="70271"/>
                  <a:pt x="344436" y="80157"/>
                </a:cubicBezTo>
                <a:cubicBezTo>
                  <a:pt x="344436" y="91150"/>
                  <a:pt x="346288" y="98915"/>
                  <a:pt x="349993" y="103453"/>
                </a:cubicBezTo>
                <a:cubicBezTo>
                  <a:pt x="353697" y="107988"/>
                  <a:pt x="358670" y="110256"/>
                  <a:pt x="364912" y="110256"/>
                </a:cubicBezTo>
                <a:cubicBezTo>
                  <a:pt x="369579" y="110256"/>
                  <a:pt x="373400" y="108929"/>
                  <a:pt x="376375" y="106275"/>
                </a:cubicBezTo>
                <a:cubicBezTo>
                  <a:pt x="379351" y="103620"/>
                  <a:pt x="381451" y="99055"/>
                  <a:pt x="382676" y="92580"/>
                </a:cubicBezTo>
                <a:lnTo>
                  <a:pt x="406827" y="96780"/>
                </a:lnTo>
                <a:cubicBezTo>
                  <a:pt x="404319" y="107864"/>
                  <a:pt x="399506" y="116236"/>
                  <a:pt x="392389" y="121894"/>
                </a:cubicBezTo>
                <a:cubicBezTo>
                  <a:pt x="385272" y="127553"/>
                  <a:pt x="375734" y="130382"/>
                  <a:pt x="363775" y="130382"/>
                </a:cubicBezTo>
                <a:cubicBezTo>
                  <a:pt x="350182" y="130382"/>
                  <a:pt x="339346" y="126094"/>
                  <a:pt x="331267" y="117519"/>
                </a:cubicBezTo>
                <a:cubicBezTo>
                  <a:pt x="323187" y="108943"/>
                  <a:pt x="319147" y="97072"/>
                  <a:pt x="319147" y="81904"/>
                </a:cubicBezTo>
                <a:cubicBezTo>
                  <a:pt x="319147" y="66562"/>
                  <a:pt x="323202" y="54618"/>
                  <a:pt x="331310" y="46071"/>
                </a:cubicBezTo>
                <a:cubicBezTo>
                  <a:pt x="339419" y="37525"/>
                  <a:pt x="350386" y="33252"/>
                  <a:pt x="364212" y="33252"/>
                </a:cubicBezTo>
                <a:cubicBezTo>
                  <a:pt x="375530" y="33252"/>
                  <a:pt x="384528" y="35687"/>
                  <a:pt x="391207" y="40558"/>
                </a:cubicBezTo>
                <a:cubicBezTo>
                  <a:pt x="397887" y="45430"/>
                  <a:pt x="402685" y="52853"/>
                  <a:pt x="405602" y="62828"/>
                </a:cubicBezTo>
                <a:close/>
                <a:moveTo>
                  <a:pt x="423010" y="128282"/>
                </a:moveTo>
                <a:lnTo>
                  <a:pt x="423010" y="0"/>
                </a:lnTo>
                <a:lnTo>
                  <a:pt x="447598" y="0"/>
                </a:lnTo>
                <a:lnTo>
                  <a:pt x="447598" y="68079"/>
                </a:lnTo>
                <a:lnTo>
                  <a:pt x="476388" y="35352"/>
                </a:lnTo>
                <a:lnTo>
                  <a:pt x="506664" y="35352"/>
                </a:lnTo>
                <a:lnTo>
                  <a:pt x="474900" y="69317"/>
                </a:lnTo>
                <a:lnTo>
                  <a:pt x="508939" y="128282"/>
                </a:lnTo>
                <a:lnTo>
                  <a:pt x="482425" y="128282"/>
                </a:lnTo>
                <a:lnTo>
                  <a:pt x="459062" y="86531"/>
                </a:lnTo>
                <a:lnTo>
                  <a:pt x="447598" y="98530"/>
                </a:lnTo>
                <a:lnTo>
                  <a:pt x="447598" y="128282"/>
                </a:lnTo>
                <a:lnTo>
                  <a:pt x="423010" y="128282"/>
                </a:lnTo>
                <a:close/>
                <a:moveTo>
                  <a:pt x="577012" y="98705"/>
                </a:moveTo>
                <a:lnTo>
                  <a:pt x="601513" y="102906"/>
                </a:lnTo>
                <a:cubicBezTo>
                  <a:pt x="598363" y="111860"/>
                  <a:pt x="593390" y="118678"/>
                  <a:pt x="586594" y="123360"/>
                </a:cubicBezTo>
                <a:cubicBezTo>
                  <a:pt x="579798" y="128041"/>
                  <a:pt x="571295" y="130382"/>
                  <a:pt x="561086" y="130382"/>
                </a:cubicBezTo>
                <a:cubicBezTo>
                  <a:pt x="544927" y="130382"/>
                  <a:pt x="532968" y="125103"/>
                  <a:pt x="525209" y="114544"/>
                </a:cubicBezTo>
                <a:cubicBezTo>
                  <a:pt x="519084" y="106085"/>
                  <a:pt x="516021" y="95409"/>
                  <a:pt x="516021" y="82517"/>
                </a:cubicBezTo>
                <a:cubicBezTo>
                  <a:pt x="516021" y="67116"/>
                  <a:pt x="520046" y="55055"/>
                  <a:pt x="528097" y="46334"/>
                </a:cubicBezTo>
                <a:cubicBezTo>
                  <a:pt x="536147" y="37612"/>
                  <a:pt x="546327" y="33252"/>
                  <a:pt x="558636" y="33252"/>
                </a:cubicBezTo>
                <a:cubicBezTo>
                  <a:pt x="572462" y="33252"/>
                  <a:pt x="583371" y="37817"/>
                  <a:pt x="591363" y="46946"/>
                </a:cubicBezTo>
                <a:cubicBezTo>
                  <a:pt x="599355" y="56076"/>
                  <a:pt x="603176" y="70062"/>
                  <a:pt x="602826" y="88905"/>
                </a:cubicBezTo>
                <a:lnTo>
                  <a:pt x="541223" y="88905"/>
                </a:lnTo>
                <a:cubicBezTo>
                  <a:pt x="541398" y="96197"/>
                  <a:pt x="543381" y="101870"/>
                  <a:pt x="547173" y="105925"/>
                </a:cubicBezTo>
                <a:cubicBezTo>
                  <a:pt x="550965" y="109979"/>
                  <a:pt x="555690" y="112006"/>
                  <a:pt x="561349" y="112006"/>
                </a:cubicBezTo>
                <a:cubicBezTo>
                  <a:pt x="565199" y="112006"/>
                  <a:pt x="568437" y="110956"/>
                  <a:pt x="571062" y="108856"/>
                </a:cubicBezTo>
                <a:cubicBezTo>
                  <a:pt x="573687" y="106756"/>
                  <a:pt x="575670" y="103372"/>
                  <a:pt x="577012" y="98705"/>
                </a:cubicBezTo>
                <a:moveTo>
                  <a:pt x="578412" y="73854"/>
                </a:moveTo>
                <a:cubicBezTo>
                  <a:pt x="578237" y="66766"/>
                  <a:pt x="576400" y="61377"/>
                  <a:pt x="572899" y="57688"/>
                </a:cubicBezTo>
                <a:cubicBezTo>
                  <a:pt x="569399" y="53998"/>
                  <a:pt x="565141" y="52153"/>
                  <a:pt x="560124" y="52153"/>
                </a:cubicBezTo>
                <a:cubicBezTo>
                  <a:pt x="554757" y="52153"/>
                  <a:pt x="550323" y="54099"/>
                  <a:pt x="546823" y="57991"/>
                </a:cubicBezTo>
                <a:cubicBezTo>
                  <a:pt x="543323" y="61885"/>
                  <a:pt x="541602" y="67173"/>
                  <a:pt x="541660" y="73854"/>
                </a:cubicBezTo>
                <a:lnTo>
                  <a:pt x="578412" y="73854"/>
                </a:lnTo>
                <a:close/>
                <a:moveTo>
                  <a:pt x="646047" y="128282"/>
                </a:moveTo>
                <a:lnTo>
                  <a:pt x="621459" y="128282"/>
                </a:lnTo>
                <a:lnTo>
                  <a:pt x="621459" y="35352"/>
                </a:lnTo>
                <a:lnTo>
                  <a:pt x="644297" y="35352"/>
                </a:lnTo>
                <a:lnTo>
                  <a:pt x="644297" y="48565"/>
                </a:lnTo>
                <a:cubicBezTo>
                  <a:pt x="648206" y="42323"/>
                  <a:pt x="651721" y="38210"/>
                  <a:pt x="654842" y="36227"/>
                </a:cubicBezTo>
                <a:cubicBezTo>
                  <a:pt x="657963" y="34244"/>
                  <a:pt x="661507" y="33252"/>
                  <a:pt x="665474" y="33252"/>
                </a:cubicBezTo>
                <a:cubicBezTo>
                  <a:pt x="671074" y="33252"/>
                  <a:pt x="676470" y="34798"/>
                  <a:pt x="681662" y="37890"/>
                </a:cubicBezTo>
                <a:lnTo>
                  <a:pt x="674049" y="59328"/>
                </a:lnTo>
                <a:cubicBezTo>
                  <a:pt x="669907" y="56645"/>
                  <a:pt x="666057" y="55303"/>
                  <a:pt x="662498" y="55303"/>
                </a:cubicBezTo>
                <a:cubicBezTo>
                  <a:pt x="659057" y="55303"/>
                  <a:pt x="656140" y="56251"/>
                  <a:pt x="653748" y="58147"/>
                </a:cubicBezTo>
                <a:cubicBezTo>
                  <a:pt x="651356" y="60043"/>
                  <a:pt x="649475" y="63470"/>
                  <a:pt x="648104" y="68429"/>
                </a:cubicBezTo>
                <a:cubicBezTo>
                  <a:pt x="646733" y="73387"/>
                  <a:pt x="646047" y="83771"/>
                  <a:pt x="646047" y="99580"/>
                </a:cubicBezTo>
                <a:lnTo>
                  <a:pt x="646047" y="128282"/>
                </a:lnTo>
                <a:close/>
              </a:path>
            </a:pathLst>
          </a:custGeom>
          <a:solidFill xmlns:a="http://schemas.openxmlformats.org/drawingml/2006/main">
            <a:srgbClr val="BB55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0B11E-46D2-4823-A11B-42E87A8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144" y="1057759"/>
            <a:ext cx="22401" cy="2783831"/>
          </a:xfrm>
          <a:custGeom xmlns:a="http://schemas.openxmlformats.org/drawingml/2006/main">
            <a:pathLst>
              <a:path w="22401" h="2783831">
                <a:moveTo>
                  <a:pt x="22401" y="0"/>
                </a:moveTo>
                <a:lnTo>
                  <a:pt x="22401" y="2783831"/>
                </a:lnTo>
                <a:lnTo>
                  <a:pt x="0" y="2783831"/>
                </a:lnTo>
                <a:lnTo>
                  <a:pt x="0" y="0"/>
                </a:lnTo>
                <a:lnTo>
                  <a:pt x="22401" y="0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Recursive">
            <a:extLst xmlns:a="http://schemas.openxmlformats.org/drawingml/2006/main">
              <a:ext uri="{FF2B5EF4-FFF2-40B4-BE49-F238E27FC236}">
                <a16:creationId xmlns:a16="http://schemas.microsoft.com/office/drawing/2014/main" id="{37F62B20-D38E-4868-829A-A28F5392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308" y="644085"/>
            <a:ext cx="835385" cy="130382"/>
          </a:xfrm>
          <a:custGeom xmlns:a="http://schemas.openxmlformats.org/drawingml/2006/main">
            <a:pathLst>
              <a:path w="835385" h="130382">
                <a:moveTo>
                  <a:pt x="0" y="128282"/>
                </a:moveTo>
                <a:lnTo>
                  <a:pt x="0" y="0"/>
                </a:lnTo>
                <a:lnTo>
                  <a:pt x="54515" y="0"/>
                </a:lnTo>
                <a:cubicBezTo>
                  <a:pt x="68225" y="0"/>
                  <a:pt x="78186" y="1152"/>
                  <a:pt x="84398" y="3456"/>
                </a:cubicBezTo>
                <a:cubicBezTo>
                  <a:pt x="90611" y="5761"/>
                  <a:pt x="95584" y="9859"/>
                  <a:pt x="99318" y="15751"/>
                </a:cubicBezTo>
                <a:cubicBezTo>
                  <a:pt x="103051" y="21643"/>
                  <a:pt x="104918" y="28381"/>
                  <a:pt x="104918" y="35964"/>
                </a:cubicBezTo>
                <a:cubicBezTo>
                  <a:pt x="104918" y="45590"/>
                  <a:pt x="102089" y="53538"/>
                  <a:pt x="96430" y="59810"/>
                </a:cubicBezTo>
                <a:cubicBezTo>
                  <a:pt x="90772" y="66081"/>
                  <a:pt x="82313" y="70033"/>
                  <a:pt x="71054" y="71666"/>
                </a:cubicBezTo>
                <a:cubicBezTo>
                  <a:pt x="76654" y="74933"/>
                  <a:pt x="81277" y="78521"/>
                  <a:pt x="84923" y="82430"/>
                </a:cubicBezTo>
                <a:cubicBezTo>
                  <a:pt x="88569" y="86338"/>
                  <a:pt x="93484" y="93280"/>
                  <a:pt x="99668" y="103256"/>
                </a:cubicBezTo>
                <a:lnTo>
                  <a:pt x="115331" y="128282"/>
                </a:lnTo>
                <a:lnTo>
                  <a:pt x="84355" y="128282"/>
                </a:lnTo>
                <a:lnTo>
                  <a:pt x="65629" y="100360"/>
                </a:lnTo>
                <a:cubicBezTo>
                  <a:pt x="58978" y="90388"/>
                  <a:pt x="54428" y="84105"/>
                  <a:pt x="51978" y="81511"/>
                </a:cubicBezTo>
                <a:cubicBezTo>
                  <a:pt x="49528" y="78915"/>
                  <a:pt x="46932" y="77135"/>
                  <a:pt x="44190" y="76173"/>
                </a:cubicBezTo>
                <a:cubicBezTo>
                  <a:pt x="41448" y="75210"/>
                  <a:pt x="37102" y="74729"/>
                  <a:pt x="31152" y="74729"/>
                </a:cubicBezTo>
                <a:lnTo>
                  <a:pt x="25901" y="74729"/>
                </a:lnTo>
                <a:lnTo>
                  <a:pt x="25901" y="128282"/>
                </a:lnTo>
                <a:lnTo>
                  <a:pt x="0" y="128282"/>
                </a:lnTo>
                <a:moveTo>
                  <a:pt x="25901" y="54253"/>
                </a:moveTo>
                <a:lnTo>
                  <a:pt x="45065" y="54253"/>
                </a:lnTo>
                <a:cubicBezTo>
                  <a:pt x="57491" y="54253"/>
                  <a:pt x="65249" y="53728"/>
                  <a:pt x="68341" y="52678"/>
                </a:cubicBezTo>
                <a:cubicBezTo>
                  <a:pt x="71433" y="51628"/>
                  <a:pt x="73854" y="49819"/>
                  <a:pt x="75604" y="47253"/>
                </a:cubicBezTo>
                <a:cubicBezTo>
                  <a:pt x="77354" y="44686"/>
                  <a:pt x="78229" y="41477"/>
                  <a:pt x="78229" y="37627"/>
                </a:cubicBezTo>
                <a:cubicBezTo>
                  <a:pt x="78229" y="33310"/>
                  <a:pt x="77077" y="29825"/>
                  <a:pt x="74773" y="27170"/>
                </a:cubicBezTo>
                <a:cubicBezTo>
                  <a:pt x="72469" y="24516"/>
                  <a:pt x="69216" y="22839"/>
                  <a:pt x="65016" y="22139"/>
                </a:cubicBezTo>
                <a:cubicBezTo>
                  <a:pt x="62916" y="21847"/>
                  <a:pt x="56616" y="21701"/>
                  <a:pt x="46115" y="21701"/>
                </a:cubicBezTo>
                <a:lnTo>
                  <a:pt x="25901" y="21701"/>
                </a:lnTo>
                <a:lnTo>
                  <a:pt x="25901" y="54253"/>
                </a:lnTo>
                <a:close/>
                <a:moveTo>
                  <a:pt x="182733" y="98705"/>
                </a:moveTo>
                <a:lnTo>
                  <a:pt x="207235" y="102906"/>
                </a:lnTo>
                <a:cubicBezTo>
                  <a:pt x="204085" y="111860"/>
                  <a:pt x="199111" y="118678"/>
                  <a:pt x="192315" y="123360"/>
                </a:cubicBezTo>
                <a:cubicBezTo>
                  <a:pt x="185519" y="128041"/>
                  <a:pt x="177016" y="130382"/>
                  <a:pt x="166808" y="130382"/>
                </a:cubicBezTo>
                <a:cubicBezTo>
                  <a:pt x="150648" y="130382"/>
                  <a:pt x="138689" y="125103"/>
                  <a:pt x="130931" y="114544"/>
                </a:cubicBezTo>
                <a:cubicBezTo>
                  <a:pt x="124805" y="106085"/>
                  <a:pt x="121743" y="95409"/>
                  <a:pt x="121743" y="82517"/>
                </a:cubicBezTo>
                <a:cubicBezTo>
                  <a:pt x="121743" y="67116"/>
                  <a:pt x="125768" y="55055"/>
                  <a:pt x="133818" y="46334"/>
                </a:cubicBezTo>
                <a:cubicBezTo>
                  <a:pt x="141869" y="37612"/>
                  <a:pt x="152048" y="33252"/>
                  <a:pt x="164357" y="33252"/>
                </a:cubicBezTo>
                <a:cubicBezTo>
                  <a:pt x="178183" y="33252"/>
                  <a:pt x="189092" y="37817"/>
                  <a:pt x="197084" y="46946"/>
                </a:cubicBezTo>
                <a:cubicBezTo>
                  <a:pt x="205076" y="56076"/>
                  <a:pt x="208897" y="70062"/>
                  <a:pt x="208547" y="88905"/>
                </a:cubicBezTo>
                <a:lnTo>
                  <a:pt x="146944" y="88905"/>
                </a:lnTo>
                <a:cubicBezTo>
                  <a:pt x="147119" y="96197"/>
                  <a:pt x="149102" y="101870"/>
                  <a:pt x="152894" y="105925"/>
                </a:cubicBezTo>
                <a:cubicBezTo>
                  <a:pt x="156686" y="109979"/>
                  <a:pt x="161411" y="112006"/>
                  <a:pt x="167070" y="112006"/>
                </a:cubicBezTo>
                <a:cubicBezTo>
                  <a:pt x="170920" y="112006"/>
                  <a:pt x="174158" y="110956"/>
                  <a:pt x="176783" y="108856"/>
                </a:cubicBezTo>
                <a:cubicBezTo>
                  <a:pt x="179408" y="106756"/>
                  <a:pt x="181392" y="103372"/>
                  <a:pt x="182733" y="98705"/>
                </a:cubicBezTo>
                <a:moveTo>
                  <a:pt x="184133" y="73854"/>
                </a:moveTo>
                <a:cubicBezTo>
                  <a:pt x="183958" y="66766"/>
                  <a:pt x="182121" y="61377"/>
                  <a:pt x="178621" y="57688"/>
                </a:cubicBezTo>
                <a:cubicBezTo>
                  <a:pt x="175120" y="53998"/>
                  <a:pt x="170862" y="52153"/>
                  <a:pt x="165845" y="52153"/>
                </a:cubicBezTo>
                <a:cubicBezTo>
                  <a:pt x="160478" y="52153"/>
                  <a:pt x="156044" y="54099"/>
                  <a:pt x="152544" y="57991"/>
                </a:cubicBezTo>
                <a:cubicBezTo>
                  <a:pt x="149044" y="61885"/>
                  <a:pt x="147323" y="67173"/>
                  <a:pt x="147381" y="73854"/>
                </a:cubicBezTo>
                <a:lnTo>
                  <a:pt x="184133" y="73854"/>
                </a:lnTo>
                <a:close/>
                <a:moveTo>
                  <a:pt x="309259" y="62828"/>
                </a:moveTo>
                <a:lnTo>
                  <a:pt x="285020" y="67204"/>
                </a:lnTo>
                <a:cubicBezTo>
                  <a:pt x="284204" y="62391"/>
                  <a:pt x="282352" y="58767"/>
                  <a:pt x="279464" y="56331"/>
                </a:cubicBezTo>
                <a:cubicBezTo>
                  <a:pt x="276576" y="53896"/>
                  <a:pt x="272828" y="52678"/>
                  <a:pt x="268219" y="52678"/>
                </a:cubicBezTo>
                <a:cubicBezTo>
                  <a:pt x="262094" y="52678"/>
                  <a:pt x="257208" y="54786"/>
                  <a:pt x="253562" y="59003"/>
                </a:cubicBezTo>
                <a:cubicBezTo>
                  <a:pt x="249916" y="63219"/>
                  <a:pt x="248093" y="70271"/>
                  <a:pt x="248093" y="80157"/>
                </a:cubicBezTo>
                <a:cubicBezTo>
                  <a:pt x="248093" y="91150"/>
                  <a:pt x="249946" y="98915"/>
                  <a:pt x="253650" y="103453"/>
                </a:cubicBezTo>
                <a:cubicBezTo>
                  <a:pt x="257354" y="107988"/>
                  <a:pt x="262327" y="110256"/>
                  <a:pt x="268569" y="110256"/>
                </a:cubicBezTo>
                <a:cubicBezTo>
                  <a:pt x="273236" y="110256"/>
                  <a:pt x="277057" y="108929"/>
                  <a:pt x="280033" y="106275"/>
                </a:cubicBezTo>
                <a:cubicBezTo>
                  <a:pt x="283008" y="103620"/>
                  <a:pt x="285108" y="99055"/>
                  <a:pt x="286333" y="92580"/>
                </a:cubicBezTo>
                <a:lnTo>
                  <a:pt x="310484" y="96780"/>
                </a:lnTo>
                <a:cubicBezTo>
                  <a:pt x="307976" y="107864"/>
                  <a:pt x="303163" y="116236"/>
                  <a:pt x="296046" y="121894"/>
                </a:cubicBezTo>
                <a:cubicBezTo>
                  <a:pt x="288929" y="127553"/>
                  <a:pt x="279391" y="130382"/>
                  <a:pt x="267432" y="130382"/>
                </a:cubicBezTo>
                <a:cubicBezTo>
                  <a:pt x="253840" y="130382"/>
                  <a:pt x="243004" y="126094"/>
                  <a:pt x="234924" y="117519"/>
                </a:cubicBezTo>
                <a:cubicBezTo>
                  <a:pt x="226844" y="108943"/>
                  <a:pt x="222804" y="97072"/>
                  <a:pt x="222804" y="81904"/>
                </a:cubicBezTo>
                <a:cubicBezTo>
                  <a:pt x="222804" y="66562"/>
                  <a:pt x="226859" y="54618"/>
                  <a:pt x="234968" y="46071"/>
                </a:cubicBezTo>
                <a:cubicBezTo>
                  <a:pt x="243076" y="37525"/>
                  <a:pt x="254044" y="33252"/>
                  <a:pt x="267869" y="33252"/>
                </a:cubicBezTo>
                <a:cubicBezTo>
                  <a:pt x="279187" y="33252"/>
                  <a:pt x="288185" y="35687"/>
                  <a:pt x="294865" y="40558"/>
                </a:cubicBezTo>
                <a:cubicBezTo>
                  <a:pt x="301544" y="45430"/>
                  <a:pt x="306342" y="52853"/>
                  <a:pt x="309259" y="62828"/>
                </a:cubicBezTo>
                <a:close/>
                <a:moveTo>
                  <a:pt x="388708" y="128282"/>
                </a:moveTo>
                <a:lnTo>
                  <a:pt x="388708" y="114369"/>
                </a:lnTo>
                <a:cubicBezTo>
                  <a:pt x="385324" y="119327"/>
                  <a:pt x="380876" y="123236"/>
                  <a:pt x="375363" y="126094"/>
                </a:cubicBezTo>
                <a:cubicBezTo>
                  <a:pt x="369850" y="128953"/>
                  <a:pt x="364031" y="130382"/>
                  <a:pt x="357906" y="130382"/>
                </a:cubicBezTo>
                <a:cubicBezTo>
                  <a:pt x="351664" y="130382"/>
                  <a:pt x="346064" y="129011"/>
                  <a:pt x="341105" y="126269"/>
                </a:cubicBezTo>
                <a:cubicBezTo>
                  <a:pt x="336147" y="123528"/>
                  <a:pt x="332559" y="119677"/>
                  <a:pt x="330342" y="114719"/>
                </a:cubicBezTo>
                <a:cubicBezTo>
                  <a:pt x="328125" y="109760"/>
                  <a:pt x="327017" y="102906"/>
                  <a:pt x="327017" y="94155"/>
                </a:cubicBezTo>
                <a:lnTo>
                  <a:pt x="327017" y="35352"/>
                </a:lnTo>
                <a:lnTo>
                  <a:pt x="351606" y="35352"/>
                </a:lnTo>
                <a:lnTo>
                  <a:pt x="351606" y="77956"/>
                </a:lnTo>
                <a:cubicBezTo>
                  <a:pt x="351606" y="90994"/>
                  <a:pt x="352058" y="98983"/>
                  <a:pt x="352962" y="101921"/>
                </a:cubicBezTo>
                <a:cubicBezTo>
                  <a:pt x="353866" y="104860"/>
                  <a:pt x="355514" y="107188"/>
                  <a:pt x="357906" y="108905"/>
                </a:cubicBezTo>
                <a:cubicBezTo>
                  <a:pt x="360298" y="110622"/>
                  <a:pt x="363331" y="111481"/>
                  <a:pt x="367007" y="111481"/>
                </a:cubicBezTo>
                <a:cubicBezTo>
                  <a:pt x="371207" y="111481"/>
                  <a:pt x="374970" y="110332"/>
                  <a:pt x="378295" y="108033"/>
                </a:cubicBezTo>
                <a:cubicBezTo>
                  <a:pt x="381620" y="105734"/>
                  <a:pt x="383895" y="102882"/>
                  <a:pt x="385120" y="99477"/>
                </a:cubicBezTo>
                <a:cubicBezTo>
                  <a:pt x="386345" y="96071"/>
                  <a:pt x="386958" y="87734"/>
                  <a:pt x="386958" y="74464"/>
                </a:cubicBezTo>
                <a:lnTo>
                  <a:pt x="386958" y="35352"/>
                </a:lnTo>
                <a:lnTo>
                  <a:pt x="411547" y="35352"/>
                </a:lnTo>
                <a:lnTo>
                  <a:pt x="411547" y="128282"/>
                </a:lnTo>
                <a:lnTo>
                  <a:pt x="388708" y="128282"/>
                </a:lnTo>
                <a:close/>
                <a:moveTo>
                  <a:pt x="460847" y="128282"/>
                </a:moveTo>
                <a:lnTo>
                  <a:pt x="436258" y="128282"/>
                </a:lnTo>
                <a:lnTo>
                  <a:pt x="436258" y="35352"/>
                </a:lnTo>
                <a:lnTo>
                  <a:pt x="459097" y="35352"/>
                </a:lnTo>
                <a:lnTo>
                  <a:pt x="459097" y="48565"/>
                </a:lnTo>
                <a:cubicBezTo>
                  <a:pt x="463005" y="42323"/>
                  <a:pt x="466520" y="38210"/>
                  <a:pt x="469641" y="36227"/>
                </a:cubicBezTo>
                <a:cubicBezTo>
                  <a:pt x="472762" y="34244"/>
                  <a:pt x="476306" y="33252"/>
                  <a:pt x="480273" y="33252"/>
                </a:cubicBezTo>
                <a:cubicBezTo>
                  <a:pt x="485873" y="33252"/>
                  <a:pt x="491269" y="34798"/>
                  <a:pt x="496461" y="37890"/>
                </a:cubicBezTo>
                <a:lnTo>
                  <a:pt x="488848" y="59328"/>
                </a:lnTo>
                <a:cubicBezTo>
                  <a:pt x="484706" y="56645"/>
                  <a:pt x="480856" y="55303"/>
                  <a:pt x="477298" y="55303"/>
                </a:cubicBezTo>
                <a:cubicBezTo>
                  <a:pt x="473856" y="55303"/>
                  <a:pt x="470939" y="56251"/>
                  <a:pt x="468547" y="58147"/>
                </a:cubicBezTo>
                <a:cubicBezTo>
                  <a:pt x="466155" y="60043"/>
                  <a:pt x="464274" y="63470"/>
                  <a:pt x="462903" y="68429"/>
                </a:cubicBezTo>
                <a:cubicBezTo>
                  <a:pt x="461532" y="73387"/>
                  <a:pt x="460847" y="83771"/>
                  <a:pt x="460847" y="99580"/>
                </a:cubicBezTo>
                <a:lnTo>
                  <a:pt x="460847" y="128282"/>
                </a:lnTo>
                <a:close/>
                <a:moveTo>
                  <a:pt x="498089" y="101856"/>
                </a:moveTo>
                <a:lnTo>
                  <a:pt x="522765" y="98005"/>
                </a:lnTo>
                <a:cubicBezTo>
                  <a:pt x="523815" y="102760"/>
                  <a:pt x="525944" y="106369"/>
                  <a:pt x="529153" y="108834"/>
                </a:cubicBezTo>
                <a:cubicBezTo>
                  <a:pt x="532361" y="111299"/>
                  <a:pt x="536853" y="112531"/>
                  <a:pt x="542629" y="112531"/>
                </a:cubicBezTo>
                <a:cubicBezTo>
                  <a:pt x="548987" y="112531"/>
                  <a:pt x="553771" y="111366"/>
                  <a:pt x="556979" y="109036"/>
                </a:cubicBezTo>
                <a:cubicBezTo>
                  <a:pt x="559138" y="107405"/>
                  <a:pt x="560217" y="105220"/>
                  <a:pt x="560217" y="102482"/>
                </a:cubicBezTo>
                <a:cubicBezTo>
                  <a:pt x="560217" y="100617"/>
                  <a:pt x="559634" y="99073"/>
                  <a:pt x="558467" y="97850"/>
                </a:cubicBezTo>
                <a:cubicBezTo>
                  <a:pt x="557242" y="96685"/>
                  <a:pt x="554500" y="95607"/>
                  <a:pt x="550242" y="94617"/>
                </a:cubicBezTo>
                <a:cubicBezTo>
                  <a:pt x="530407" y="90249"/>
                  <a:pt x="517836" y="86259"/>
                  <a:pt x="512527" y="82646"/>
                </a:cubicBezTo>
                <a:cubicBezTo>
                  <a:pt x="505177" y="77632"/>
                  <a:pt x="501501" y="70667"/>
                  <a:pt x="501501" y="61751"/>
                </a:cubicBezTo>
                <a:cubicBezTo>
                  <a:pt x="501501" y="53708"/>
                  <a:pt x="504681" y="46947"/>
                  <a:pt x="511039" y="41469"/>
                </a:cubicBezTo>
                <a:cubicBezTo>
                  <a:pt x="517398" y="35991"/>
                  <a:pt x="527257" y="33252"/>
                  <a:pt x="540616" y="33252"/>
                </a:cubicBezTo>
                <a:cubicBezTo>
                  <a:pt x="553333" y="33252"/>
                  <a:pt x="562784" y="35315"/>
                  <a:pt x="568968" y="39443"/>
                </a:cubicBezTo>
                <a:cubicBezTo>
                  <a:pt x="575151" y="43570"/>
                  <a:pt x="579410" y="49674"/>
                  <a:pt x="581743" y="57753"/>
                </a:cubicBezTo>
                <a:lnTo>
                  <a:pt x="558555" y="62128"/>
                </a:lnTo>
                <a:cubicBezTo>
                  <a:pt x="557563" y="58512"/>
                  <a:pt x="555682" y="55741"/>
                  <a:pt x="552911" y="53815"/>
                </a:cubicBezTo>
                <a:cubicBezTo>
                  <a:pt x="550140" y="51890"/>
                  <a:pt x="546187" y="50928"/>
                  <a:pt x="541054" y="50928"/>
                </a:cubicBezTo>
                <a:cubicBezTo>
                  <a:pt x="534578" y="50928"/>
                  <a:pt x="529941" y="51831"/>
                  <a:pt x="527140" y="53638"/>
                </a:cubicBezTo>
                <a:cubicBezTo>
                  <a:pt x="525274" y="54917"/>
                  <a:pt x="524340" y="56577"/>
                  <a:pt x="524340" y="58617"/>
                </a:cubicBezTo>
                <a:cubicBezTo>
                  <a:pt x="524340" y="60364"/>
                  <a:pt x="525157" y="61849"/>
                  <a:pt x="526790" y="63072"/>
                </a:cubicBezTo>
                <a:cubicBezTo>
                  <a:pt x="529007" y="64703"/>
                  <a:pt x="536664" y="67005"/>
                  <a:pt x="549760" y="69976"/>
                </a:cubicBezTo>
                <a:cubicBezTo>
                  <a:pt x="562857" y="72948"/>
                  <a:pt x="572001" y="76593"/>
                  <a:pt x="577193" y="80912"/>
                </a:cubicBezTo>
                <a:cubicBezTo>
                  <a:pt x="582327" y="85291"/>
                  <a:pt x="584894" y="91391"/>
                  <a:pt x="584894" y="99211"/>
                </a:cubicBezTo>
                <a:cubicBezTo>
                  <a:pt x="584894" y="107734"/>
                  <a:pt x="581335" y="115060"/>
                  <a:pt x="574218" y="121189"/>
                </a:cubicBezTo>
                <a:cubicBezTo>
                  <a:pt x="567101" y="127318"/>
                  <a:pt x="556571" y="130382"/>
                  <a:pt x="542629" y="130382"/>
                </a:cubicBezTo>
                <a:cubicBezTo>
                  <a:pt x="529970" y="130382"/>
                  <a:pt x="519950" y="127824"/>
                  <a:pt x="512571" y="122706"/>
                </a:cubicBezTo>
                <a:cubicBezTo>
                  <a:pt x="505191" y="117587"/>
                  <a:pt x="500364" y="110637"/>
                  <a:pt x="498089" y="101856"/>
                </a:cubicBezTo>
                <a:close/>
                <a:moveTo>
                  <a:pt x="606064" y="22751"/>
                </a:moveTo>
                <a:lnTo>
                  <a:pt x="606064" y="0"/>
                </a:lnTo>
                <a:lnTo>
                  <a:pt x="630652" y="0"/>
                </a:lnTo>
                <a:lnTo>
                  <a:pt x="630652" y="22751"/>
                </a:lnTo>
                <a:lnTo>
                  <a:pt x="606064" y="22751"/>
                </a:lnTo>
                <a:moveTo>
                  <a:pt x="606064" y="128282"/>
                </a:moveTo>
                <a:lnTo>
                  <a:pt x="606064" y="35352"/>
                </a:lnTo>
                <a:lnTo>
                  <a:pt x="630652" y="35352"/>
                </a:lnTo>
                <a:lnTo>
                  <a:pt x="630652" y="128282"/>
                </a:lnTo>
                <a:lnTo>
                  <a:pt x="606064" y="128282"/>
                </a:lnTo>
                <a:close/>
                <a:moveTo>
                  <a:pt x="681644" y="128282"/>
                </a:moveTo>
                <a:lnTo>
                  <a:pt x="644192" y="35352"/>
                </a:lnTo>
                <a:lnTo>
                  <a:pt x="670006" y="35352"/>
                </a:lnTo>
                <a:lnTo>
                  <a:pt x="687507" y="82780"/>
                </a:lnTo>
                <a:lnTo>
                  <a:pt x="692582" y="98618"/>
                </a:lnTo>
                <a:cubicBezTo>
                  <a:pt x="693924" y="94593"/>
                  <a:pt x="694770" y="91938"/>
                  <a:pt x="695120" y="90655"/>
                </a:cubicBezTo>
                <a:cubicBezTo>
                  <a:pt x="695937" y="88030"/>
                  <a:pt x="696812" y="85405"/>
                  <a:pt x="697745" y="82780"/>
                </a:cubicBezTo>
                <a:lnTo>
                  <a:pt x="715421" y="35352"/>
                </a:lnTo>
                <a:lnTo>
                  <a:pt x="740710" y="35352"/>
                </a:lnTo>
                <a:lnTo>
                  <a:pt x="703783" y="128282"/>
                </a:lnTo>
                <a:lnTo>
                  <a:pt x="681644" y="128282"/>
                </a:lnTo>
                <a:close/>
                <a:moveTo>
                  <a:pt x="809221" y="98705"/>
                </a:moveTo>
                <a:lnTo>
                  <a:pt x="833722" y="102906"/>
                </a:lnTo>
                <a:cubicBezTo>
                  <a:pt x="830572" y="111860"/>
                  <a:pt x="825599" y="118678"/>
                  <a:pt x="818803" y="123360"/>
                </a:cubicBezTo>
                <a:cubicBezTo>
                  <a:pt x="812006" y="128041"/>
                  <a:pt x="803504" y="130382"/>
                  <a:pt x="793295" y="130382"/>
                </a:cubicBezTo>
                <a:cubicBezTo>
                  <a:pt x="777136" y="130382"/>
                  <a:pt x="765177" y="125103"/>
                  <a:pt x="757418" y="114544"/>
                </a:cubicBezTo>
                <a:cubicBezTo>
                  <a:pt x="751293" y="106085"/>
                  <a:pt x="748230" y="95409"/>
                  <a:pt x="748230" y="82517"/>
                </a:cubicBezTo>
                <a:cubicBezTo>
                  <a:pt x="748230" y="67116"/>
                  <a:pt x="752255" y="55055"/>
                  <a:pt x="760306" y="46334"/>
                </a:cubicBezTo>
                <a:cubicBezTo>
                  <a:pt x="768356" y="37612"/>
                  <a:pt x="778536" y="33252"/>
                  <a:pt x="790845" y="33252"/>
                </a:cubicBezTo>
                <a:cubicBezTo>
                  <a:pt x="804671" y="33252"/>
                  <a:pt x="815579" y="37817"/>
                  <a:pt x="823572" y="46946"/>
                </a:cubicBezTo>
                <a:cubicBezTo>
                  <a:pt x="831564" y="56076"/>
                  <a:pt x="835385" y="70062"/>
                  <a:pt x="835035" y="88905"/>
                </a:cubicBezTo>
                <a:lnTo>
                  <a:pt x="773431" y="88905"/>
                </a:lnTo>
                <a:cubicBezTo>
                  <a:pt x="773606" y="96197"/>
                  <a:pt x="775590" y="101870"/>
                  <a:pt x="779382" y="105925"/>
                </a:cubicBezTo>
                <a:cubicBezTo>
                  <a:pt x="783174" y="109979"/>
                  <a:pt x="787899" y="112006"/>
                  <a:pt x="793557" y="112006"/>
                </a:cubicBezTo>
                <a:cubicBezTo>
                  <a:pt x="797408" y="112006"/>
                  <a:pt x="800645" y="110956"/>
                  <a:pt x="803270" y="108856"/>
                </a:cubicBezTo>
                <a:cubicBezTo>
                  <a:pt x="805896" y="106756"/>
                  <a:pt x="807879" y="103372"/>
                  <a:pt x="809221" y="98705"/>
                </a:cubicBezTo>
                <a:moveTo>
                  <a:pt x="810621" y="73854"/>
                </a:moveTo>
                <a:cubicBezTo>
                  <a:pt x="810446" y="66766"/>
                  <a:pt x="808608" y="61377"/>
                  <a:pt x="805108" y="57688"/>
                </a:cubicBezTo>
                <a:cubicBezTo>
                  <a:pt x="801608" y="53998"/>
                  <a:pt x="797349" y="52153"/>
                  <a:pt x="792332" y="52153"/>
                </a:cubicBezTo>
                <a:cubicBezTo>
                  <a:pt x="786965" y="52153"/>
                  <a:pt x="782532" y="54099"/>
                  <a:pt x="779032" y="57991"/>
                </a:cubicBezTo>
                <a:cubicBezTo>
                  <a:pt x="775531" y="61885"/>
                  <a:pt x="773811" y="67173"/>
                  <a:pt x="773869" y="73854"/>
                </a:cubicBezTo>
                <a:lnTo>
                  <a:pt x="810621" y="73854"/>
                </a:lnTo>
                <a:close/>
              </a:path>
            </a:pathLst>
          </a:custGeom>
          <a:solidFill xmlns:a="http://schemas.openxmlformats.org/drawingml/2006/main">
            <a:srgbClr val="2B6E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resolver">
            <a:extLst xmlns:a="http://schemas.openxmlformats.org/drawingml/2006/main">
              <a:ext uri="{FF2B5EF4-FFF2-40B4-BE49-F238E27FC236}">
                <a16:creationId xmlns:a16="http://schemas.microsoft.com/office/drawing/2014/main" id="{75E39F93-2AFD-4061-BFF3-8CBF956E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893" y="837482"/>
            <a:ext cx="686691" cy="130382"/>
          </a:xfrm>
          <a:custGeom xmlns:a="http://schemas.openxmlformats.org/drawingml/2006/main">
            <a:pathLst>
              <a:path w="686691" h="130382">
                <a:moveTo>
                  <a:pt x="24589" y="128282"/>
                </a:moveTo>
                <a:lnTo>
                  <a:pt x="0" y="128282"/>
                </a:lnTo>
                <a:lnTo>
                  <a:pt x="0" y="35352"/>
                </a:lnTo>
                <a:lnTo>
                  <a:pt x="22839" y="35352"/>
                </a:lnTo>
                <a:lnTo>
                  <a:pt x="22839" y="48565"/>
                </a:lnTo>
                <a:cubicBezTo>
                  <a:pt x="26747" y="42323"/>
                  <a:pt x="30262" y="38210"/>
                  <a:pt x="33383" y="36227"/>
                </a:cubicBezTo>
                <a:cubicBezTo>
                  <a:pt x="36504" y="34244"/>
                  <a:pt x="40048" y="33252"/>
                  <a:pt x="44015" y="33252"/>
                </a:cubicBezTo>
                <a:cubicBezTo>
                  <a:pt x="49615" y="33252"/>
                  <a:pt x="55011" y="34798"/>
                  <a:pt x="60203" y="37890"/>
                </a:cubicBezTo>
                <a:lnTo>
                  <a:pt x="52590" y="59328"/>
                </a:lnTo>
                <a:cubicBezTo>
                  <a:pt x="48448" y="56645"/>
                  <a:pt x="44598" y="55303"/>
                  <a:pt x="41040" y="55303"/>
                </a:cubicBezTo>
                <a:cubicBezTo>
                  <a:pt x="37598" y="55303"/>
                  <a:pt x="34681" y="56251"/>
                  <a:pt x="32289" y="58147"/>
                </a:cubicBezTo>
                <a:cubicBezTo>
                  <a:pt x="29897" y="60043"/>
                  <a:pt x="28016" y="63470"/>
                  <a:pt x="26645" y="68429"/>
                </a:cubicBezTo>
                <a:cubicBezTo>
                  <a:pt x="25274" y="73387"/>
                  <a:pt x="24589" y="83771"/>
                  <a:pt x="24589" y="99580"/>
                </a:cubicBezTo>
                <a:lnTo>
                  <a:pt x="24589" y="128282"/>
                </a:lnTo>
                <a:close/>
                <a:moveTo>
                  <a:pt x="124309" y="98705"/>
                </a:moveTo>
                <a:lnTo>
                  <a:pt x="148810" y="102906"/>
                </a:lnTo>
                <a:cubicBezTo>
                  <a:pt x="145660" y="111860"/>
                  <a:pt x="140687" y="118678"/>
                  <a:pt x="133891" y="123360"/>
                </a:cubicBezTo>
                <a:cubicBezTo>
                  <a:pt x="127095" y="128041"/>
                  <a:pt x="118592" y="130382"/>
                  <a:pt x="108383" y="130382"/>
                </a:cubicBezTo>
                <a:cubicBezTo>
                  <a:pt x="92224" y="130382"/>
                  <a:pt x="80265" y="125103"/>
                  <a:pt x="72506" y="114544"/>
                </a:cubicBezTo>
                <a:cubicBezTo>
                  <a:pt x="66381" y="106085"/>
                  <a:pt x="63318" y="95409"/>
                  <a:pt x="63318" y="82517"/>
                </a:cubicBezTo>
                <a:cubicBezTo>
                  <a:pt x="63318" y="67116"/>
                  <a:pt x="67343" y="55055"/>
                  <a:pt x="75394" y="46334"/>
                </a:cubicBezTo>
                <a:cubicBezTo>
                  <a:pt x="83444" y="37612"/>
                  <a:pt x="93624" y="33252"/>
                  <a:pt x="105933" y="33252"/>
                </a:cubicBezTo>
                <a:cubicBezTo>
                  <a:pt x="119759" y="33252"/>
                  <a:pt x="130668" y="37817"/>
                  <a:pt x="138660" y="46946"/>
                </a:cubicBezTo>
                <a:cubicBezTo>
                  <a:pt x="146652" y="56076"/>
                  <a:pt x="150473" y="70062"/>
                  <a:pt x="150123" y="88905"/>
                </a:cubicBezTo>
                <a:lnTo>
                  <a:pt x="88520" y="88905"/>
                </a:lnTo>
                <a:cubicBezTo>
                  <a:pt x="88695" y="96197"/>
                  <a:pt x="90678" y="101870"/>
                  <a:pt x="94470" y="105925"/>
                </a:cubicBezTo>
                <a:cubicBezTo>
                  <a:pt x="98262" y="109979"/>
                  <a:pt x="102987" y="112006"/>
                  <a:pt x="108646" y="112006"/>
                </a:cubicBezTo>
                <a:cubicBezTo>
                  <a:pt x="112496" y="112006"/>
                  <a:pt x="115734" y="110956"/>
                  <a:pt x="118359" y="108856"/>
                </a:cubicBezTo>
                <a:cubicBezTo>
                  <a:pt x="120984" y="106756"/>
                  <a:pt x="122967" y="103372"/>
                  <a:pt x="124309" y="98705"/>
                </a:cubicBezTo>
                <a:moveTo>
                  <a:pt x="125709" y="73854"/>
                </a:moveTo>
                <a:cubicBezTo>
                  <a:pt x="125534" y="66766"/>
                  <a:pt x="123697" y="61377"/>
                  <a:pt x="120196" y="57688"/>
                </a:cubicBezTo>
                <a:cubicBezTo>
                  <a:pt x="116696" y="53998"/>
                  <a:pt x="112438" y="52153"/>
                  <a:pt x="107421" y="52153"/>
                </a:cubicBezTo>
                <a:cubicBezTo>
                  <a:pt x="102054" y="52153"/>
                  <a:pt x="97620" y="54099"/>
                  <a:pt x="94120" y="57991"/>
                </a:cubicBezTo>
                <a:cubicBezTo>
                  <a:pt x="90620" y="61885"/>
                  <a:pt x="88899" y="67173"/>
                  <a:pt x="88957" y="73854"/>
                </a:cubicBezTo>
                <a:lnTo>
                  <a:pt x="125709" y="73854"/>
                </a:lnTo>
                <a:close/>
                <a:moveTo>
                  <a:pt x="161142" y="101856"/>
                </a:moveTo>
                <a:lnTo>
                  <a:pt x="185819" y="98005"/>
                </a:lnTo>
                <a:cubicBezTo>
                  <a:pt x="186869" y="102760"/>
                  <a:pt x="188998" y="106369"/>
                  <a:pt x="192207" y="108834"/>
                </a:cubicBezTo>
                <a:cubicBezTo>
                  <a:pt x="195415" y="111299"/>
                  <a:pt x="199907" y="112531"/>
                  <a:pt x="205682" y="112531"/>
                </a:cubicBezTo>
                <a:cubicBezTo>
                  <a:pt x="212041" y="112531"/>
                  <a:pt x="216825" y="111366"/>
                  <a:pt x="220033" y="109036"/>
                </a:cubicBezTo>
                <a:cubicBezTo>
                  <a:pt x="222192" y="107405"/>
                  <a:pt x="223271" y="105220"/>
                  <a:pt x="223271" y="102482"/>
                </a:cubicBezTo>
                <a:cubicBezTo>
                  <a:pt x="223271" y="100617"/>
                  <a:pt x="222688" y="99073"/>
                  <a:pt x="221521" y="97850"/>
                </a:cubicBezTo>
                <a:cubicBezTo>
                  <a:pt x="220296" y="96685"/>
                  <a:pt x="217554" y="95607"/>
                  <a:pt x="213295" y="94617"/>
                </a:cubicBezTo>
                <a:cubicBezTo>
                  <a:pt x="193461" y="90249"/>
                  <a:pt x="180889" y="86259"/>
                  <a:pt x="175581" y="82646"/>
                </a:cubicBezTo>
                <a:cubicBezTo>
                  <a:pt x="168230" y="77632"/>
                  <a:pt x="164555" y="70667"/>
                  <a:pt x="164555" y="61751"/>
                </a:cubicBezTo>
                <a:cubicBezTo>
                  <a:pt x="164555" y="53708"/>
                  <a:pt x="167734" y="46947"/>
                  <a:pt x="174093" y="41469"/>
                </a:cubicBezTo>
                <a:cubicBezTo>
                  <a:pt x="180452" y="35991"/>
                  <a:pt x="190311" y="33252"/>
                  <a:pt x="203670" y="33252"/>
                </a:cubicBezTo>
                <a:cubicBezTo>
                  <a:pt x="216387" y="33252"/>
                  <a:pt x="225838" y="35315"/>
                  <a:pt x="232021" y="39443"/>
                </a:cubicBezTo>
                <a:cubicBezTo>
                  <a:pt x="238205" y="43570"/>
                  <a:pt x="242464" y="49674"/>
                  <a:pt x="244797" y="57753"/>
                </a:cubicBezTo>
                <a:lnTo>
                  <a:pt x="221608" y="62128"/>
                </a:lnTo>
                <a:cubicBezTo>
                  <a:pt x="220617" y="58512"/>
                  <a:pt x="218735" y="55741"/>
                  <a:pt x="215964" y="53815"/>
                </a:cubicBezTo>
                <a:cubicBezTo>
                  <a:pt x="213193" y="51890"/>
                  <a:pt x="209241" y="50928"/>
                  <a:pt x="204107" y="50928"/>
                </a:cubicBezTo>
                <a:cubicBezTo>
                  <a:pt x="197632" y="50928"/>
                  <a:pt x="192994" y="51831"/>
                  <a:pt x="190194" y="53638"/>
                </a:cubicBezTo>
                <a:cubicBezTo>
                  <a:pt x="188327" y="54917"/>
                  <a:pt x="187394" y="56577"/>
                  <a:pt x="187394" y="58617"/>
                </a:cubicBezTo>
                <a:cubicBezTo>
                  <a:pt x="187394" y="60364"/>
                  <a:pt x="188211" y="61849"/>
                  <a:pt x="189844" y="63072"/>
                </a:cubicBezTo>
                <a:cubicBezTo>
                  <a:pt x="192061" y="64703"/>
                  <a:pt x="199717" y="67005"/>
                  <a:pt x="212814" y="69976"/>
                </a:cubicBezTo>
                <a:cubicBezTo>
                  <a:pt x="225911" y="72948"/>
                  <a:pt x="235055" y="76593"/>
                  <a:pt x="240247" y="80912"/>
                </a:cubicBezTo>
                <a:cubicBezTo>
                  <a:pt x="245380" y="85291"/>
                  <a:pt x="247947" y="91391"/>
                  <a:pt x="247947" y="99211"/>
                </a:cubicBezTo>
                <a:cubicBezTo>
                  <a:pt x="247947" y="107734"/>
                  <a:pt x="244389" y="115060"/>
                  <a:pt x="237272" y="121189"/>
                </a:cubicBezTo>
                <a:cubicBezTo>
                  <a:pt x="230155" y="127318"/>
                  <a:pt x="219625" y="130382"/>
                  <a:pt x="205682" y="130382"/>
                </a:cubicBezTo>
                <a:cubicBezTo>
                  <a:pt x="193023" y="130382"/>
                  <a:pt x="183004" y="127824"/>
                  <a:pt x="175625" y="122706"/>
                </a:cubicBezTo>
                <a:cubicBezTo>
                  <a:pt x="168245" y="117587"/>
                  <a:pt x="163418" y="110637"/>
                  <a:pt x="161142" y="101856"/>
                </a:cubicBezTo>
                <a:close/>
                <a:moveTo>
                  <a:pt x="263430" y="80504"/>
                </a:moveTo>
                <a:cubicBezTo>
                  <a:pt x="263430" y="72337"/>
                  <a:pt x="265442" y="64433"/>
                  <a:pt x="269468" y="56791"/>
                </a:cubicBezTo>
                <a:cubicBezTo>
                  <a:pt x="273493" y="49149"/>
                  <a:pt x="279195" y="43315"/>
                  <a:pt x="286575" y="39290"/>
                </a:cubicBezTo>
                <a:cubicBezTo>
                  <a:pt x="293954" y="35264"/>
                  <a:pt x="302194" y="33252"/>
                  <a:pt x="311295" y="33252"/>
                </a:cubicBezTo>
                <a:cubicBezTo>
                  <a:pt x="325354" y="33252"/>
                  <a:pt x="336875" y="37817"/>
                  <a:pt x="345859" y="46946"/>
                </a:cubicBezTo>
                <a:cubicBezTo>
                  <a:pt x="354843" y="56076"/>
                  <a:pt x="359335" y="67612"/>
                  <a:pt x="359335" y="81554"/>
                </a:cubicBezTo>
                <a:cubicBezTo>
                  <a:pt x="359335" y="95614"/>
                  <a:pt x="354799" y="107266"/>
                  <a:pt x="345728" y="116513"/>
                </a:cubicBezTo>
                <a:cubicBezTo>
                  <a:pt x="336657" y="125759"/>
                  <a:pt x="325237" y="130382"/>
                  <a:pt x="311470" y="130382"/>
                </a:cubicBezTo>
                <a:cubicBezTo>
                  <a:pt x="302953" y="130382"/>
                  <a:pt x="294829" y="128457"/>
                  <a:pt x="287100" y="124607"/>
                </a:cubicBezTo>
                <a:cubicBezTo>
                  <a:pt x="279370" y="120757"/>
                  <a:pt x="273493" y="115113"/>
                  <a:pt x="269468" y="107675"/>
                </a:cubicBezTo>
                <a:cubicBezTo>
                  <a:pt x="265442" y="100237"/>
                  <a:pt x="263430" y="91180"/>
                  <a:pt x="263430" y="80504"/>
                </a:cubicBezTo>
                <a:moveTo>
                  <a:pt x="288631" y="81817"/>
                </a:moveTo>
                <a:cubicBezTo>
                  <a:pt x="288631" y="91005"/>
                  <a:pt x="290819" y="98042"/>
                  <a:pt x="295194" y="102928"/>
                </a:cubicBezTo>
                <a:cubicBezTo>
                  <a:pt x="299569" y="107813"/>
                  <a:pt x="304965" y="110256"/>
                  <a:pt x="311382" y="110256"/>
                </a:cubicBezTo>
                <a:cubicBezTo>
                  <a:pt x="317799" y="110256"/>
                  <a:pt x="323181" y="107813"/>
                  <a:pt x="327527" y="102928"/>
                </a:cubicBezTo>
                <a:cubicBezTo>
                  <a:pt x="331873" y="98042"/>
                  <a:pt x="334046" y="90947"/>
                  <a:pt x="334046" y="81642"/>
                </a:cubicBezTo>
                <a:cubicBezTo>
                  <a:pt x="334046" y="72571"/>
                  <a:pt x="331873" y="65592"/>
                  <a:pt x="327527" y="60706"/>
                </a:cubicBezTo>
                <a:cubicBezTo>
                  <a:pt x="323181" y="55821"/>
                  <a:pt x="317799" y="53378"/>
                  <a:pt x="311382" y="53378"/>
                </a:cubicBezTo>
                <a:cubicBezTo>
                  <a:pt x="304965" y="53378"/>
                  <a:pt x="299569" y="55821"/>
                  <a:pt x="295194" y="60706"/>
                </a:cubicBezTo>
                <a:cubicBezTo>
                  <a:pt x="290819" y="65592"/>
                  <a:pt x="288631" y="72629"/>
                  <a:pt x="288631" y="81817"/>
                </a:cubicBezTo>
                <a:close/>
                <a:moveTo>
                  <a:pt x="378884" y="128282"/>
                </a:moveTo>
                <a:lnTo>
                  <a:pt x="378884" y="0"/>
                </a:lnTo>
                <a:lnTo>
                  <a:pt x="403472" y="0"/>
                </a:lnTo>
                <a:lnTo>
                  <a:pt x="403472" y="128282"/>
                </a:lnTo>
                <a:lnTo>
                  <a:pt x="378884" y="128282"/>
                </a:lnTo>
                <a:close/>
                <a:moveTo>
                  <a:pt x="454465" y="128282"/>
                </a:moveTo>
                <a:lnTo>
                  <a:pt x="417013" y="35352"/>
                </a:lnTo>
                <a:lnTo>
                  <a:pt x="442827" y="35352"/>
                </a:lnTo>
                <a:lnTo>
                  <a:pt x="460327" y="82780"/>
                </a:lnTo>
                <a:lnTo>
                  <a:pt x="465403" y="98618"/>
                </a:lnTo>
                <a:cubicBezTo>
                  <a:pt x="466744" y="94593"/>
                  <a:pt x="467590" y="91938"/>
                  <a:pt x="467940" y="90655"/>
                </a:cubicBezTo>
                <a:cubicBezTo>
                  <a:pt x="468757" y="88030"/>
                  <a:pt x="469632" y="85405"/>
                  <a:pt x="470566" y="82780"/>
                </a:cubicBezTo>
                <a:lnTo>
                  <a:pt x="488242" y="35352"/>
                </a:lnTo>
                <a:lnTo>
                  <a:pt x="513530" y="35352"/>
                </a:lnTo>
                <a:lnTo>
                  <a:pt x="476603" y="128282"/>
                </a:lnTo>
                <a:lnTo>
                  <a:pt x="454465" y="128282"/>
                </a:lnTo>
                <a:close/>
                <a:moveTo>
                  <a:pt x="582041" y="98705"/>
                </a:moveTo>
                <a:lnTo>
                  <a:pt x="606542" y="102906"/>
                </a:lnTo>
                <a:cubicBezTo>
                  <a:pt x="603392" y="111860"/>
                  <a:pt x="598419" y="118678"/>
                  <a:pt x="591622" y="123360"/>
                </a:cubicBezTo>
                <a:cubicBezTo>
                  <a:pt x="584826" y="128041"/>
                  <a:pt x="576324" y="130382"/>
                  <a:pt x="566115" y="130382"/>
                </a:cubicBezTo>
                <a:cubicBezTo>
                  <a:pt x="549955" y="130382"/>
                  <a:pt x="537996" y="125103"/>
                  <a:pt x="530238" y="114544"/>
                </a:cubicBezTo>
                <a:cubicBezTo>
                  <a:pt x="524112" y="106085"/>
                  <a:pt x="521050" y="95409"/>
                  <a:pt x="521050" y="82517"/>
                </a:cubicBezTo>
                <a:cubicBezTo>
                  <a:pt x="521050" y="67116"/>
                  <a:pt x="525075" y="55055"/>
                  <a:pt x="533125" y="46334"/>
                </a:cubicBezTo>
                <a:cubicBezTo>
                  <a:pt x="541176" y="37612"/>
                  <a:pt x="551356" y="33252"/>
                  <a:pt x="563665" y="33252"/>
                </a:cubicBezTo>
                <a:cubicBezTo>
                  <a:pt x="577490" y="33252"/>
                  <a:pt x="588399" y="37817"/>
                  <a:pt x="596391" y="46946"/>
                </a:cubicBezTo>
                <a:cubicBezTo>
                  <a:pt x="604383" y="56076"/>
                  <a:pt x="608204" y="70062"/>
                  <a:pt x="607854" y="88905"/>
                </a:cubicBezTo>
                <a:lnTo>
                  <a:pt x="546251" y="88905"/>
                </a:lnTo>
                <a:cubicBezTo>
                  <a:pt x="546426" y="96197"/>
                  <a:pt x="548410" y="101870"/>
                  <a:pt x="552201" y="105925"/>
                </a:cubicBezTo>
                <a:cubicBezTo>
                  <a:pt x="555993" y="109979"/>
                  <a:pt x="560719" y="112006"/>
                  <a:pt x="566377" y="112006"/>
                </a:cubicBezTo>
                <a:cubicBezTo>
                  <a:pt x="570227" y="112006"/>
                  <a:pt x="573465" y="110956"/>
                  <a:pt x="576090" y="108856"/>
                </a:cubicBezTo>
                <a:cubicBezTo>
                  <a:pt x="578715" y="106756"/>
                  <a:pt x="580699" y="103372"/>
                  <a:pt x="582041" y="98705"/>
                </a:cubicBezTo>
                <a:moveTo>
                  <a:pt x="583441" y="73854"/>
                </a:moveTo>
                <a:cubicBezTo>
                  <a:pt x="583266" y="66766"/>
                  <a:pt x="581428" y="61377"/>
                  <a:pt x="577928" y="57688"/>
                </a:cubicBezTo>
                <a:cubicBezTo>
                  <a:pt x="574428" y="53998"/>
                  <a:pt x="570169" y="52153"/>
                  <a:pt x="565152" y="52153"/>
                </a:cubicBezTo>
                <a:cubicBezTo>
                  <a:pt x="559785" y="52153"/>
                  <a:pt x="555352" y="54099"/>
                  <a:pt x="551851" y="57991"/>
                </a:cubicBezTo>
                <a:cubicBezTo>
                  <a:pt x="548351" y="61885"/>
                  <a:pt x="546630" y="67173"/>
                  <a:pt x="546689" y="73854"/>
                </a:cubicBezTo>
                <a:lnTo>
                  <a:pt x="583441" y="73854"/>
                </a:lnTo>
                <a:close/>
                <a:moveTo>
                  <a:pt x="651076" y="128282"/>
                </a:moveTo>
                <a:lnTo>
                  <a:pt x="626487" y="128282"/>
                </a:lnTo>
                <a:lnTo>
                  <a:pt x="626487" y="35352"/>
                </a:lnTo>
                <a:lnTo>
                  <a:pt x="649326" y="35352"/>
                </a:lnTo>
                <a:lnTo>
                  <a:pt x="649326" y="48565"/>
                </a:lnTo>
                <a:cubicBezTo>
                  <a:pt x="653235" y="42323"/>
                  <a:pt x="656749" y="38210"/>
                  <a:pt x="659870" y="36227"/>
                </a:cubicBezTo>
                <a:cubicBezTo>
                  <a:pt x="662991" y="34244"/>
                  <a:pt x="666535" y="33252"/>
                  <a:pt x="670502" y="33252"/>
                </a:cubicBezTo>
                <a:cubicBezTo>
                  <a:pt x="676103" y="33252"/>
                  <a:pt x="681499" y="34798"/>
                  <a:pt x="686691" y="37890"/>
                </a:cubicBezTo>
                <a:lnTo>
                  <a:pt x="679078" y="59328"/>
                </a:lnTo>
                <a:cubicBezTo>
                  <a:pt x="674936" y="56645"/>
                  <a:pt x="671086" y="55303"/>
                  <a:pt x="667527" y="55303"/>
                </a:cubicBezTo>
                <a:cubicBezTo>
                  <a:pt x="664085" y="55303"/>
                  <a:pt x="661168" y="56251"/>
                  <a:pt x="658777" y="58147"/>
                </a:cubicBezTo>
                <a:cubicBezTo>
                  <a:pt x="656385" y="60043"/>
                  <a:pt x="654503" y="63470"/>
                  <a:pt x="653133" y="68429"/>
                </a:cubicBezTo>
                <a:cubicBezTo>
                  <a:pt x="651762" y="73387"/>
                  <a:pt x="651076" y="83771"/>
                  <a:pt x="651076" y="99580"/>
                </a:cubicBezTo>
                <a:lnTo>
                  <a:pt x="651076" y="128282"/>
                </a:lnTo>
                <a:close/>
              </a:path>
            </a:pathLst>
          </a:custGeom>
          <a:solidFill xmlns:a="http://schemas.openxmlformats.org/drawingml/2006/main">
            <a:srgbClr val="2B6EA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872ba1e3a45ab"/>
          <a:stretch xmlns:a="http://schemas.openxmlformats.org/drawingml/2006/main"/>
        </p:blipFill>
        <p:spPr>
          <a:xfrm xmlns:a="http://schemas.openxmlformats.org/drawingml/2006/main">
            <a:off x="2616913" y="172417"/>
            <a:ext cx="400877" cy="400877"/>
          </a:xfrm>
          <a:prstGeom xmlns:a="http://schemas.openxmlformats.org/drawingml/2006/main" prst="rect">
            <a:avLst/>
          </a:prstGeom>
        </p:spPr>
      </p:pic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8DD4C-316B-4A77-A73A-CAC88791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84" y="1157220"/>
            <a:ext cx="2276936" cy="89605"/>
          </a:xfrm>
          <a:custGeom xmlns:a="http://schemas.openxmlformats.org/drawingml/2006/main">
            <a:pathLst>
              <a:path w="2276936" h="89605">
                <a:moveTo>
                  <a:pt x="0" y="37335"/>
                </a:moveTo>
                <a:lnTo>
                  <a:pt x="0" y="52270"/>
                </a:lnTo>
                <a:lnTo>
                  <a:pt x="2187331" y="52270"/>
                </a:lnTo>
                <a:lnTo>
                  <a:pt x="2187331" y="89605"/>
                </a:lnTo>
                <a:lnTo>
                  <a:pt x="2276936" y="44802"/>
                </a:lnTo>
                <a:lnTo>
                  <a:pt x="2187331" y="0"/>
                </a:lnTo>
                <a:lnTo>
                  <a:pt x="2187331" y="37335"/>
                </a:lnTo>
                <a:lnTo>
                  <a:pt x="0" y="3733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❶">
            <a:extLst xmlns:a="http://schemas.openxmlformats.org/drawingml/2006/main">
              <a:ext uri="{FF2B5EF4-FFF2-40B4-BE49-F238E27FC236}">
                <a16:creationId xmlns:a16="http://schemas.microsoft.com/office/drawing/2014/main" id="{8E5CDD7E-CE30-43C8-BB49-4A433E10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96" y="1253271"/>
            <a:ext cx="150785" cy="151401"/>
          </a:xfrm>
          <a:custGeom xmlns:a="http://schemas.openxmlformats.org/drawingml/2006/main">
            <a:pathLst>
              <a:path w="150785" h="151401">
                <a:moveTo>
                  <a:pt x="68930" y="1231"/>
                </a:moveTo>
                <a:cubicBezTo>
                  <a:pt x="91087" y="0"/>
                  <a:pt x="109550" y="6155"/>
                  <a:pt x="124321" y="19694"/>
                </a:cubicBezTo>
                <a:cubicBezTo>
                  <a:pt x="140323" y="34055"/>
                  <a:pt x="148734" y="50877"/>
                  <a:pt x="149554" y="70161"/>
                </a:cubicBezTo>
                <a:cubicBezTo>
                  <a:pt x="150785" y="93548"/>
                  <a:pt x="143605" y="113038"/>
                  <a:pt x="128014" y="128629"/>
                </a:cubicBezTo>
                <a:cubicBezTo>
                  <a:pt x="114474" y="142169"/>
                  <a:pt x="98677" y="149349"/>
                  <a:pt x="80624" y="150170"/>
                </a:cubicBezTo>
                <a:cubicBezTo>
                  <a:pt x="57237" y="151401"/>
                  <a:pt x="37748" y="144221"/>
                  <a:pt x="22156" y="128629"/>
                </a:cubicBezTo>
                <a:cubicBezTo>
                  <a:pt x="7385" y="113858"/>
                  <a:pt x="0" y="96215"/>
                  <a:pt x="0" y="75700"/>
                </a:cubicBezTo>
                <a:cubicBezTo>
                  <a:pt x="0" y="57647"/>
                  <a:pt x="5744" y="41851"/>
                  <a:pt x="17233" y="28311"/>
                </a:cubicBezTo>
                <a:cubicBezTo>
                  <a:pt x="31183" y="11488"/>
                  <a:pt x="48415" y="2462"/>
                  <a:pt x="68930" y="1231"/>
                </a:cubicBezTo>
                <a:moveTo>
                  <a:pt x="48005" y="126783"/>
                </a:moveTo>
                <a:lnTo>
                  <a:pt x="106473" y="126783"/>
                </a:lnTo>
                <a:lnTo>
                  <a:pt x="106473" y="118166"/>
                </a:lnTo>
                <a:cubicBezTo>
                  <a:pt x="99088" y="118577"/>
                  <a:pt x="94164" y="117551"/>
                  <a:pt x="91702" y="115089"/>
                </a:cubicBezTo>
                <a:cubicBezTo>
                  <a:pt x="88830" y="113038"/>
                  <a:pt x="87394" y="109140"/>
                  <a:pt x="87394" y="103396"/>
                </a:cubicBezTo>
                <a:lnTo>
                  <a:pt x="87394" y="23387"/>
                </a:lnTo>
                <a:lnTo>
                  <a:pt x="81239" y="23387"/>
                </a:lnTo>
                <a:cubicBezTo>
                  <a:pt x="73033" y="29542"/>
                  <a:pt x="61955" y="32619"/>
                  <a:pt x="48005" y="32619"/>
                </a:cubicBezTo>
                <a:lnTo>
                  <a:pt x="48005" y="41235"/>
                </a:lnTo>
                <a:lnTo>
                  <a:pt x="55391" y="41235"/>
                </a:lnTo>
                <a:cubicBezTo>
                  <a:pt x="59083" y="41235"/>
                  <a:pt x="61955" y="42056"/>
                  <a:pt x="64007" y="43697"/>
                </a:cubicBezTo>
                <a:cubicBezTo>
                  <a:pt x="66058" y="45338"/>
                  <a:pt x="67084" y="48621"/>
                  <a:pt x="67084" y="53544"/>
                </a:cubicBezTo>
                <a:lnTo>
                  <a:pt x="67084" y="103396"/>
                </a:lnTo>
                <a:cubicBezTo>
                  <a:pt x="67084" y="108730"/>
                  <a:pt x="65648" y="112627"/>
                  <a:pt x="62776" y="115089"/>
                </a:cubicBezTo>
                <a:cubicBezTo>
                  <a:pt x="60314" y="117141"/>
                  <a:pt x="55391" y="118166"/>
                  <a:pt x="48005" y="118166"/>
                </a:cubicBezTo>
                <a:lnTo>
                  <a:pt x="48005" y="12678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❶">
            <a:extLst xmlns:a="http://schemas.openxmlformats.org/drawingml/2006/main">
              <a:ext uri="{FF2B5EF4-FFF2-40B4-BE49-F238E27FC236}">
                <a16:creationId xmlns:a16="http://schemas.microsoft.com/office/drawing/2014/main" id="{9EBC90CA-5F94-470B-85BE-91D36DC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96" y="1253271"/>
            <a:ext cx="150785" cy="151401"/>
          </a:xfrm>
          <a:custGeom xmlns:a="http://schemas.openxmlformats.org/drawingml/2006/main">
            <a:pathLst>
              <a:path w="150785" h="151401" fill="none">
                <a:moveTo>
                  <a:pt x="68930" y="1231"/>
                </a:moveTo>
                <a:cubicBezTo>
                  <a:pt x="91087" y="0"/>
                  <a:pt x="109550" y="6155"/>
                  <a:pt x="124321" y="19694"/>
                </a:cubicBezTo>
                <a:cubicBezTo>
                  <a:pt x="140323" y="34055"/>
                  <a:pt x="148734" y="50877"/>
                  <a:pt x="149554" y="70161"/>
                </a:cubicBezTo>
                <a:cubicBezTo>
                  <a:pt x="150785" y="93548"/>
                  <a:pt x="143605" y="113038"/>
                  <a:pt x="128014" y="128629"/>
                </a:cubicBezTo>
                <a:cubicBezTo>
                  <a:pt x="114474" y="142169"/>
                  <a:pt x="98677" y="149349"/>
                  <a:pt x="80624" y="150170"/>
                </a:cubicBezTo>
                <a:cubicBezTo>
                  <a:pt x="57237" y="151401"/>
                  <a:pt x="37748" y="144221"/>
                  <a:pt x="22156" y="128629"/>
                </a:cubicBezTo>
                <a:cubicBezTo>
                  <a:pt x="7385" y="113858"/>
                  <a:pt x="0" y="96215"/>
                  <a:pt x="0" y="75700"/>
                </a:cubicBezTo>
                <a:cubicBezTo>
                  <a:pt x="0" y="57647"/>
                  <a:pt x="5744" y="41851"/>
                  <a:pt x="17233" y="28311"/>
                </a:cubicBezTo>
                <a:cubicBezTo>
                  <a:pt x="31183" y="11488"/>
                  <a:pt x="48415" y="2462"/>
                  <a:pt x="68930" y="1231"/>
                </a:cubicBezTo>
                <a:moveTo>
                  <a:pt x="48005" y="126783"/>
                </a:moveTo>
                <a:lnTo>
                  <a:pt x="106473" y="126783"/>
                </a:lnTo>
                <a:lnTo>
                  <a:pt x="106473" y="118166"/>
                </a:lnTo>
                <a:cubicBezTo>
                  <a:pt x="99088" y="118577"/>
                  <a:pt x="94164" y="117551"/>
                  <a:pt x="91702" y="115089"/>
                </a:cubicBezTo>
                <a:cubicBezTo>
                  <a:pt x="88830" y="113038"/>
                  <a:pt x="87394" y="109140"/>
                  <a:pt x="87394" y="103396"/>
                </a:cubicBezTo>
                <a:lnTo>
                  <a:pt x="87394" y="23387"/>
                </a:lnTo>
                <a:lnTo>
                  <a:pt x="81239" y="23387"/>
                </a:lnTo>
                <a:cubicBezTo>
                  <a:pt x="73033" y="29542"/>
                  <a:pt x="61955" y="32619"/>
                  <a:pt x="48005" y="32619"/>
                </a:cubicBezTo>
                <a:lnTo>
                  <a:pt x="48005" y="41235"/>
                </a:lnTo>
                <a:lnTo>
                  <a:pt x="55391" y="41235"/>
                </a:lnTo>
                <a:cubicBezTo>
                  <a:pt x="59083" y="41235"/>
                  <a:pt x="61955" y="42056"/>
                  <a:pt x="64007" y="43697"/>
                </a:cubicBezTo>
                <a:cubicBezTo>
                  <a:pt x="66058" y="45338"/>
                  <a:pt x="67084" y="48621"/>
                  <a:pt x="67084" y="53544"/>
                </a:cubicBezTo>
                <a:lnTo>
                  <a:pt x="67084" y="103396"/>
                </a:lnTo>
                <a:cubicBezTo>
                  <a:pt x="67084" y="108730"/>
                  <a:pt x="65648" y="112627"/>
                  <a:pt x="62776" y="115089"/>
                </a:cubicBezTo>
                <a:cubicBezTo>
                  <a:pt x="60314" y="117141"/>
                  <a:pt x="55391" y="118166"/>
                  <a:pt x="48005" y="118166"/>
                </a:cubicBezTo>
                <a:lnTo>
                  <a:pt x="48005" y="1267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4" cap="flat">
            <a:solidFill>
              <a:srgbClr val="262626"/>
            </a:solidFill>
            <a:miter/>
          </a:ln>
        </p:spPr>
      </p:sp>
      <p:sp>
        <p:nvSpPr>
          <p:cNvPr id="43" name="Text attacker.victim.com?">
            <a:extLst xmlns:a="http://schemas.openxmlformats.org/drawingml/2006/main">
              <a:ext uri="{FF2B5EF4-FFF2-40B4-BE49-F238E27FC236}">
                <a16:creationId xmlns:a16="http://schemas.microsoft.com/office/drawing/2014/main" id="{DDB26039-4E3F-4EB1-A594-6689499B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15" y="1285736"/>
            <a:ext cx="1862472" cy="102319"/>
          </a:xfrm>
          <a:custGeom xmlns:a="http://schemas.openxmlformats.org/drawingml/2006/main">
            <a:pathLst>
              <a:path w="1862472" h="102319">
                <a:moveTo>
                  <a:pt x="54621" y="99857"/>
                </a:moveTo>
                <a:lnTo>
                  <a:pt x="54621" y="96164"/>
                </a:lnTo>
                <a:cubicBezTo>
                  <a:pt x="50672" y="98216"/>
                  <a:pt x="46313" y="99754"/>
                  <a:pt x="41543" y="100780"/>
                </a:cubicBezTo>
                <a:cubicBezTo>
                  <a:pt x="36773" y="101806"/>
                  <a:pt x="32439" y="102319"/>
                  <a:pt x="28542" y="102319"/>
                </a:cubicBezTo>
                <a:cubicBezTo>
                  <a:pt x="20079" y="102319"/>
                  <a:pt x="13207" y="100079"/>
                  <a:pt x="7924" y="95599"/>
                </a:cubicBezTo>
                <a:cubicBezTo>
                  <a:pt x="2641" y="91118"/>
                  <a:pt x="0" y="86163"/>
                  <a:pt x="0" y="80735"/>
                </a:cubicBezTo>
                <a:cubicBezTo>
                  <a:pt x="0" y="74130"/>
                  <a:pt x="3372" y="67998"/>
                  <a:pt x="10116" y="62341"/>
                </a:cubicBezTo>
                <a:cubicBezTo>
                  <a:pt x="16861" y="56682"/>
                  <a:pt x="26182" y="53852"/>
                  <a:pt x="38081" y="53852"/>
                </a:cubicBezTo>
                <a:cubicBezTo>
                  <a:pt x="42851" y="53852"/>
                  <a:pt x="48364" y="54365"/>
                  <a:pt x="54621" y="55391"/>
                </a:cubicBezTo>
                <a:lnTo>
                  <a:pt x="54621" y="51645"/>
                </a:lnTo>
                <a:cubicBezTo>
                  <a:pt x="54621" y="49302"/>
                  <a:pt x="53608" y="47391"/>
                  <a:pt x="51582" y="45914"/>
                </a:cubicBezTo>
                <a:cubicBezTo>
                  <a:pt x="49557" y="44436"/>
                  <a:pt x="45697" y="43697"/>
                  <a:pt x="40004" y="43697"/>
                </a:cubicBezTo>
                <a:cubicBezTo>
                  <a:pt x="35337" y="43697"/>
                  <a:pt x="29285" y="44601"/>
                  <a:pt x="21848" y="46409"/>
                </a:cubicBezTo>
                <a:cubicBezTo>
                  <a:pt x="19079" y="47063"/>
                  <a:pt x="16925" y="47390"/>
                  <a:pt x="15386" y="47390"/>
                </a:cubicBezTo>
                <a:cubicBezTo>
                  <a:pt x="13283" y="47390"/>
                  <a:pt x="11501" y="46633"/>
                  <a:pt x="10040" y="45120"/>
                </a:cubicBezTo>
                <a:cubicBezTo>
                  <a:pt x="8578" y="43607"/>
                  <a:pt x="7847" y="41671"/>
                  <a:pt x="7847" y="39312"/>
                </a:cubicBezTo>
                <a:cubicBezTo>
                  <a:pt x="7847" y="37978"/>
                  <a:pt x="8103" y="36824"/>
                  <a:pt x="8616" y="35850"/>
                </a:cubicBezTo>
                <a:cubicBezTo>
                  <a:pt x="9129" y="34876"/>
                  <a:pt x="9847" y="34093"/>
                  <a:pt x="10770" y="33504"/>
                </a:cubicBezTo>
                <a:cubicBezTo>
                  <a:pt x="11694" y="32914"/>
                  <a:pt x="13617" y="32209"/>
                  <a:pt x="16540" y="31388"/>
                </a:cubicBezTo>
                <a:cubicBezTo>
                  <a:pt x="20438" y="30311"/>
                  <a:pt x="24413" y="29452"/>
                  <a:pt x="28465" y="28811"/>
                </a:cubicBezTo>
                <a:cubicBezTo>
                  <a:pt x="32516" y="28170"/>
                  <a:pt x="36183" y="27849"/>
                  <a:pt x="39466" y="27849"/>
                </a:cubicBezTo>
                <a:cubicBezTo>
                  <a:pt x="49262" y="27849"/>
                  <a:pt x="56865" y="29965"/>
                  <a:pt x="62276" y="34196"/>
                </a:cubicBezTo>
                <a:cubicBezTo>
                  <a:pt x="67687" y="38427"/>
                  <a:pt x="70392" y="44210"/>
                  <a:pt x="70392" y="51544"/>
                </a:cubicBezTo>
                <a:lnTo>
                  <a:pt x="70392" y="84009"/>
                </a:lnTo>
                <a:lnTo>
                  <a:pt x="73085" y="84009"/>
                </a:lnTo>
                <a:cubicBezTo>
                  <a:pt x="76880" y="84009"/>
                  <a:pt x="79585" y="84740"/>
                  <a:pt x="81201" y="86202"/>
                </a:cubicBezTo>
                <a:cubicBezTo>
                  <a:pt x="82817" y="87663"/>
                  <a:pt x="83624" y="89574"/>
                  <a:pt x="83624" y="91933"/>
                </a:cubicBezTo>
                <a:cubicBezTo>
                  <a:pt x="83624" y="94292"/>
                  <a:pt x="82817" y="96203"/>
                  <a:pt x="81201" y="97664"/>
                </a:cubicBezTo>
                <a:cubicBezTo>
                  <a:pt x="79585" y="99126"/>
                  <a:pt x="76880" y="99857"/>
                  <a:pt x="73085" y="99857"/>
                </a:cubicBezTo>
                <a:lnTo>
                  <a:pt x="54621" y="99857"/>
                </a:lnTo>
                <a:moveTo>
                  <a:pt x="54621" y="71529"/>
                </a:moveTo>
                <a:cubicBezTo>
                  <a:pt x="48313" y="70310"/>
                  <a:pt x="42492" y="69700"/>
                  <a:pt x="37158" y="69700"/>
                </a:cubicBezTo>
                <a:cubicBezTo>
                  <a:pt x="30747" y="69700"/>
                  <a:pt x="25233" y="71250"/>
                  <a:pt x="20618" y="74349"/>
                </a:cubicBezTo>
                <a:cubicBezTo>
                  <a:pt x="17745" y="76332"/>
                  <a:pt x="16309" y="78339"/>
                  <a:pt x="16309" y="80372"/>
                </a:cubicBezTo>
                <a:cubicBezTo>
                  <a:pt x="16309" y="81846"/>
                  <a:pt x="17002" y="83041"/>
                  <a:pt x="18387" y="83956"/>
                </a:cubicBezTo>
                <a:cubicBezTo>
                  <a:pt x="20951" y="85633"/>
                  <a:pt x="24464" y="86471"/>
                  <a:pt x="28926" y="86471"/>
                </a:cubicBezTo>
                <a:cubicBezTo>
                  <a:pt x="32721" y="86471"/>
                  <a:pt x="37017" y="85734"/>
                  <a:pt x="41812" y="84261"/>
                </a:cubicBezTo>
                <a:cubicBezTo>
                  <a:pt x="46608" y="82787"/>
                  <a:pt x="50877" y="80779"/>
                  <a:pt x="54621" y="78237"/>
                </a:cubicBezTo>
                <a:lnTo>
                  <a:pt x="54621" y="71529"/>
                </a:lnTo>
                <a:close/>
                <a:moveTo>
                  <a:pt x="130628" y="45851"/>
                </a:moveTo>
                <a:lnTo>
                  <a:pt x="130628" y="77292"/>
                </a:lnTo>
                <a:cubicBezTo>
                  <a:pt x="130628" y="80658"/>
                  <a:pt x="131320" y="82876"/>
                  <a:pt x="132705" y="83946"/>
                </a:cubicBezTo>
                <a:cubicBezTo>
                  <a:pt x="134859" y="85629"/>
                  <a:pt x="138705" y="86471"/>
                  <a:pt x="144244" y="86471"/>
                </a:cubicBezTo>
                <a:cubicBezTo>
                  <a:pt x="152297" y="86471"/>
                  <a:pt x="159733" y="84734"/>
                  <a:pt x="166555" y="81261"/>
                </a:cubicBezTo>
                <a:cubicBezTo>
                  <a:pt x="169170" y="79913"/>
                  <a:pt x="171222" y="79239"/>
                  <a:pt x="172709" y="79239"/>
                </a:cubicBezTo>
                <a:cubicBezTo>
                  <a:pt x="174761" y="79239"/>
                  <a:pt x="176543" y="80014"/>
                  <a:pt x="178056" y="81564"/>
                </a:cubicBezTo>
                <a:cubicBezTo>
                  <a:pt x="179569" y="83112"/>
                  <a:pt x="180325" y="84996"/>
                  <a:pt x="180325" y="87216"/>
                </a:cubicBezTo>
                <a:cubicBezTo>
                  <a:pt x="180325" y="89282"/>
                  <a:pt x="179505" y="91063"/>
                  <a:pt x="177863" y="92560"/>
                </a:cubicBezTo>
                <a:cubicBezTo>
                  <a:pt x="175350" y="94987"/>
                  <a:pt x="170388" y="97220"/>
                  <a:pt x="162977" y="99261"/>
                </a:cubicBezTo>
                <a:cubicBezTo>
                  <a:pt x="155566" y="101299"/>
                  <a:pt x="149322" y="102319"/>
                  <a:pt x="144244" y="102319"/>
                </a:cubicBezTo>
                <a:cubicBezTo>
                  <a:pt x="134449" y="102319"/>
                  <a:pt x="127102" y="100209"/>
                  <a:pt x="122204" y="95989"/>
                </a:cubicBezTo>
                <a:cubicBezTo>
                  <a:pt x="117306" y="91769"/>
                  <a:pt x="114857" y="86590"/>
                  <a:pt x="114857" y="80453"/>
                </a:cubicBezTo>
                <a:lnTo>
                  <a:pt x="114857" y="45851"/>
                </a:lnTo>
                <a:lnTo>
                  <a:pt x="109164" y="45851"/>
                </a:lnTo>
                <a:cubicBezTo>
                  <a:pt x="105368" y="45851"/>
                  <a:pt x="102663" y="45117"/>
                  <a:pt x="101047" y="43649"/>
                </a:cubicBezTo>
                <a:cubicBezTo>
                  <a:pt x="99432" y="42179"/>
                  <a:pt x="98624" y="40259"/>
                  <a:pt x="98624" y="37889"/>
                </a:cubicBezTo>
                <a:cubicBezTo>
                  <a:pt x="98624" y="35570"/>
                  <a:pt x="99432" y="33676"/>
                  <a:pt x="101047" y="32208"/>
                </a:cubicBezTo>
                <a:cubicBezTo>
                  <a:pt x="102663" y="30738"/>
                  <a:pt x="105368" y="30003"/>
                  <a:pt x="109164" y="30003"/>
                </a:cubicBezTo>
                <a:lnTo>
                  <a:pt x="114857" y="30003"/>
                </a:lnTo>
                <a:lnTo>
                  <a:pt x="114857" y="15771"/>
                </a:lnTo>
                <a:cubicBezTo>
                  <a:pt x="114857" y="11976"/>
                  <a:pt x="115588" y="9270"/>
                  <a:pt x="117049" y="7655"/>
                </a:cubicBezTo>
                <a:cubicBezTo>
                  <a:pt x="118511" y="6039"/>
                  <a:pt x="120421" y="5231"/>
                  <a:pt x="122781" y="5231"/>
                </a:cubicBezTo>
                <a:cubicBezTo>
                  <a:pt x="125089" y="5231"/>
                  <a:pt x="126973" y="6039"/>
                  <a:pt x="128435" y="7655"/>
                </a:cubicBezTo>
                <a:cubicBezTo>
                  <a:pt x="129897" y="9270"/>
                  <a:pt x="130628" y="11976"/>
                  <a:pt x="130628" y="15771"/>
                </a:cubicBezTo>
                <a:lnTo>
                  <a:pt x="130628" y="30003"/>
                </a:lnTo>
                <a:lnTo>
                  <a:pt x="159785" y="30003"/>
                </a:lnTo>
                <a:cubicBezTo>
                  <a:pt x="163580" y="30003"/>
                  <a:pt x="166285" y="30738"/>
                  <a:pt x="167901" y="32208"/>
                </a:cubicBezTo>
                <a:cubicBezTo>
                  <a:pt x="169516" y="33676"/>
                  <a:pt x="170324" y="35595"/>
                  <a:pt x="170324" y="37966"/>
                </a:cubicBezTo>
                <a:cubicBezTo>
                  <a:pt x="170324" y="40285"/>
                  <a:pt x="169516" y="42179"/>
                  <a:pt x="167901" y="43649"/>
                </a:cubicBezTo>
                <a:cubicBezTo>
                  <a:pt x="166285" y="45117"/>
                  <a:pt x="163580" y="45851"/>
                  <a:pt x="159785" y="45851"/>
                </a:cubicBezTo>
                <a:lnTo>
                  <a:pt x="130628" y="45851"/>
                </a:lnTo>
                <a:close/>
                <a:moveTo>
                  <a:pt x="224713" y="45851"/>
                </a:moveTo>
                <a:lnTo>
                  <a:pt x="224713" y="77292"/>
                </a:lnTo>
                <a:cubicBezTo>
                  <a:pt x="224713" y="80658"/>
                  <a:pt x="225405" y="82876"/>
                  <a:pt x="226790" y="83946"/>
                </a:cubicBezTo>
                <a:cubicBezTo>
                  <a:pt x="228944" y="85629"/>
                  <a:pt x="232791" y="86471"/>
                  <a:pt x="238330" y="86471"/>
                </a:cubicBezTo>
                <a:cubicBezTo>
                  <a:pt x="246382" y="86471"/>
                  <a:pt x="253819" y="84734"/>
                  <a:pt x="260640" y="81261"/>
                </a:cubicBezTo>
                <a:cubicBezTo>
                  <a:pt x="263255" y="79913"/>
                  <a:pt x="265307" y="79239"/>
                  <a:pt x="266794" y="79239"/>
                </a:cubicBezTo>
                <a:cubicBezTo>
                  <a:pt x="268846" y="79239"/>
                  <a:pt x="270628" y="80014"/>
                  <a:pt x="272141" y="81564"/>
                </a:cubicBezTo>
                <a:cubicBezTo>
                  <a:pt x="273654" y="83112"/>
                  <a:pt x="274410" y="84996"/>
                  <a:pt x="274410" y="87216"/>
                </a:cubicBezTo>
                <a:cubicBezTo>
                  <a:pt x="274410" y="89282"/>
                  <a:pt x="273590" y="91063"/>
                  <a:pt x="271949" y="92560"/>
                </a:cubicBezTo>
                <a:cubicBezTo>
                  <a:pt x="269436" y="94987"/>
                  <a:pt x="264474" y="97220"/>
                  <a:pt x="257062" y="99261"/>
                </a:cubicBezTo>
                <a:cubicBezTo>
                  <a:pt x="249651" y="101299"/>
                  <a:pt x="243407" y="102319"/>
                  <a:pt x="238330" y="102319"/>
                </a:cubicBezTo>
                <a:cubicBezTo>
                  <a:pt x="228534" y="102319"/>
                  <a:pt x="221187" y="100209"/>
                  <a:pt x="216289" y="95989"/>
                </a:cubicBezTo>
                <a:cubicBezTo>
                  <a:pt x="211391" y="91769"/>
                  <a:pt x="208942" y="86590"/>
                  <a:pt x="208942" y="80453"/>
                </a:cubicBezTo>
                <a:lnTo>
                  <a:pt x="208942" y="45851"/>
                </a:lnTo>
                <a:lnTo>
                  <a:pt x="203249" y="45851"/>
                </a:lnTo>
                <a:cubicBezTo>
                  <a:pt x="199454" y="45851"/>
                  <a:pt x="196748" y="45117"/>
                  <a:pt x="195133" y="43649"/>
                </a:cubicBezTo>
                <a:cubicBezTo>
                  <a:pt x="193517" y="42179"/>
                  <a:pt x="192709" y="40259"/>
                  <a:pt x="192709" y="37889"/>
                </a:cubicBezTo>
                <a:cubicBezTo>
                  <a:pt x="192709" y="35570"/>
                  <a:pt x="193517" y="33676"/>
                  <a:pt x="195133" y="32208"/>
                </a:cubicBezTo>
                <a:cubicBezTo>
                  <a:pt x="196748" y="30738"/>
                  <a:pt x="199454" y="30003"/>
                  <a:pt x="203249" y="30003"/>
                </a:cubicBezTo>
                <a:lnTo>
                  <a:pt x="208942" y="30003"/>
                </a:lnTo>
                <a:lnTo>
                  <a:pt x="208942" y="15771"/>
                </a:lnTo>
                <a:cubicBezTo>
                  <a:pt x="208942" y="11976"/>
                  <a:pt x="209673" y="9270"/>
                  <a:pt x="211134" y="7655"/>
                </a:cubicBezTo>
                <a:cubicBezTo>
                  <a:pt x="212596" y="6039"/>
                  <a:pt x="214507" y="5231"/>
                  <a:pt x="216866" y="5231"/>
                </a:cubicBezTo>
                <a:cubicBezTo>
                  <a:pt x="219174" y="5231"/>
                  <a:pt x="221059" y="6039"/>
                  <a:pt x="222520" y="7655"/>
                </a:cubicBezTo>
                <a:cubicBezTo>
                  <a:pt x="223982" y="9270"/>
                  <a:pt x="224713" y="11976"/>
                  <a:pt x="224713" y="15771"/>
                </a:cubicBezTo>
                <a:lnTo>
                  <a:pt x="224713" y="30003"/>
                </a:lnTo>
                <a:lnTo>
                  <a:pt x="253870" y="30003"/>
                </a:lnTo>
                <a:cubicBezTo>
                  <a:pt x="257665" y="30003"/>
                  <a:pt x="260371" y="30738"/>
                  <a:pt x="261986" y="32208"/>
                </a:cubicBezTo>
                <a:cubicBezTo>
                  <a:pt x="263602" y="33676"/>
                  <a:pt x="264409" y="35595"/>
                  <a:pt x="264409" y="37966"/>
                </a:cubicBezTo>
                <a:cubicBezTo>
                  <a:pt x="264409" y="40285"/>
                  <a:pt x="263602" y="42179"/>
                  <a:pt x="261986" y="43649"/>
                </a:cubicBezTo>
                <a:cubicBezTo>
                  <a:pt x="260371" y="45117"/>
                  <a:pt x="257665" y="45851"/>
                  <a:pt x="253870" y="45851"/>
                </a:cubicBezTo>
                <a:lnTo>
                  <a:pt x="224713" y="45851"/>
                </a:lnTo>
                <a:close/>
                <a:moveTo>
                  <a:pt x="336877" y="99857"/>
                </a:moveTo>
                <a:lnTo>
                  <a:pt x="336877" y="96164"/>
                </a:lnTo>
                <a:cubicBezTo>
                  <a:pt x="332928" y="98216"/>
                  <a:pt x="328568" y="99754"/>
                  <a:pt x="323798" y="100780"/>
                </a:cubicBezTo>
                <a:cubicBezTo>
                  <a:pt x="319029" y="101806"/>
                  <a:pt x="314695" y="102319"/>
                  <a:pt x="310797" y="102319"/>
                </a:cubicBezTo>
                <a:cubicBezTo>
                  <a:pt x="302335" y="102319"/>
                  <a:pt x="295462" y="100079"/>
                  <a:pt x="290179" y="95599"/>
                </a:cubicBezTo>
                <a:cubicBezTo>
                  <a:pt x="284897" y="91118"/>
                  <a:pt x="282256" y="86163"/>
                  <a:pt x="282256" y="80735"/>
                </a:cubicBezTo>
                <a:cubicBezTo>
                  <a:pt x="282256" y="74130"/>
                  <a:pt x="285628" y="67998"/>
                  <a:pt x="292372" y="62341"/>
                </a:cubicBezTo>
                <a:cubicBezTo>
                  <a:pt x="299116" y="56682"/>
                  <a:pt x="308438" y="53852"/>
                  <a:pt x="320337" y="53852"/>
                </a:cubicBezTo>
                <a:cubicBezTo>
                  <a:pt x="325106" y="53852"/>
                  <a:pt x="330620" y="54365"/>
                  <a:pt x="336877" y="55391"/>
                </a:cubicBezTo>
                <a:lnTo>
                  <a:pt x="336877" y="51645"/>
                </a:lnTo>
                <a:cubicBezTo>
                  <a:pt x="336877" y="49302"/>
                  <a:pt x="335864" y="47391"/>
                  <a:pt x="333838" y="45914"/>
                </a:cubicBezTo>
                <a:cubicBezTo>
                  <a:pt x="331812" y="44436"/>
                  <a:pt x="327953" y="43697"/>
                  <a:pt x="322260" y="43697"/>
                </a:cubicBezTo>
                <a:cubicBezTo>
                  <a:pt x="317593" y="43697"/>
                  <a:pt x="311541" y="44601"/>
                  <a:pt x="304104" y="46409"/>
                </a:cubicBezTo>
                <a:cubicBezTo>
                  <a:pt x="301334" y="47063"/>
                  <a:pt x="299180" y="47390"/>
                  <a:pt x="297642" y="47390"/>
                </a:cubicBezTo>
                <a:cubicBezTo>
                  <a:pt x="295539" y="47390"/>
                  <a:pt x="293757" y="46633"/>
                  <a:pt x="292295" y="45120"/>
                </a:cubicBezTo>
                <a:cubicBezTo>
                  <a:pt x="290833" y="43607"/>
                  <a:pt x="290103" y="41671"/>
                  <a:pt x="290103" y="39312"/>
                </a:cubicBezTo>
                <a:cubicBezTo>
                  <a:pt x="290103" y="37978"/>
                  <a:pt x="290359" y="36824"/>
                  <a:pt x="290872" y="35850"/>
                </a:cubicBezTo>
                <a:cubicBezTo>
                  <a:pt x="291385" y="34876"/>
                  <a:pt x="292103" y="34093"/>
                  <a:pt x="293026" y="33504"/>
                </a:cubicBezTo>
                <a:cubicBezTo>
                  <a:pt x="293949" y="32914"/>
                  <a:pt x="295872" y="32209"/>
                  <a:pt x="298796" y="31388"/>
                </a:cubicBezTo>
                <a:cubicBezTo>
                  <a:pt x="302694" y="30311"/>
                  <a:pt x="306668" y="29452"/>
                  <a:pt x="310720" y="28811"/>
                </a:cubicBezTo>
                <a:cubicBezTo>
                  <a:pt x="314772" y="28170"/>
                  <a:pt x="318439" y="27849"/>
                  <a:pt x="321721" y="27849"/>
                </a:cubicBezTo>
                <a:cubicBezTo>
                  <a:pt x="331517" y="27849"/>
                  <a:pt x="339121" y="29965"/>
                  <a:pt x="344531" y="34196"/>
                </a:cubicBezTo>
                <a:cubicBezTo>
                  <a:pt x="349942" y="38427"/>
                  <a:pt x="352648" y="44210"/>
                  <a:pt x="352648" y="51544"/>
                </a:cubicBezTo>
                <a:lnTo>
                  <a:pt x="352648" y="84009"/>
                </a:lnTo>
                <a:lnTo>
                  <a:pt x="355340" y="84009"/>
                </a:lnTo>
                <a:cubicBezTo>
                  <a:pt x="359136" y="84009"/>
                  <a:pt x="361841" y="84740"/>
                  <a:pt x="363457" y="86202"/>
                </a:cubicBezTo>
                <a:cubicBezTo>
                  <a:pt x="365072" y="87663"/>
                  <a:pt x="365880" y="89574"/>
                  <a:pt x="365880" y="91933"/>
                </a:cubicBezTo>
                <a:cubicBezTo>
                  <a:pt x="365880" y="94292"/>
                  <a:pt x="365072" y="96203"/>
                  <a:pt x="363457" y="97664"/>
                </a:cubicBezTo>
                <a:cubicBezTo>
                  <a:pt x="361841" y="99126"/>
                  <a:pt x="359136" y="99857"/>
                  <a:pt x="355340" y="99857"/>
                </a:cubicBezTo>
                <a:lnTo>
                  <a:pt x="336877" y="99857"/>
                </a:lnTo>
                <a:moveTo>
                  <a:pt x="336877" y="71529"/>
                </a:moveTo>
                <a:cubicBezTo>
                  <a:pt x="330568" y="70310"/>
                  <a:pt x="324747" y="69700"/>
                  <a:pt x="319413" y="69700"/>
                </a:cubicBezTo>
                <a:cubicBezTo>
                  <a:pt x="313002" y="69700"/>
                  <a:pt x="307489" y="71250"/>
                  <a:pt x="302873" y="74349"/>
                </a:cubicBezTo>
                <a:cubicBezTo>
                  <a:pt x="300001" y="76332"/>
                  <a:pt x="298565" y="78339"/>
                  <a:pt x="298565" y="80372"/>
                </a:cubicBezTo>
                <a:cubicBezTo>
                  <a:pt x="298565" y="81846"/>
                  <a:pt x="299257" y="83041"/>
                  <a:pt x="300642" y="83956"/>
                </a:cubicBezTo>
                <a:cubicBezTo>
                  <a:pt x="303206" y="85633"/>
                  <a:pt x="306720" y="86471"/>
                  <a:pt x="311182" y="86471"/>
                </a:cubicBezTo>
                <a:cubicBezTo>
                  <a:pt x="314977" y="86471"/>
                  <a:pt x="319272" y="85734"/>
                  <a:pt x="324068" y="84261"/>
                </a:cubicBezTo>
                <a:cubicBezTo>
                  <a:pt x="328863" y="82787"/>
                  <a:pt x="333133" y="80779"/>
                  <a:pt x="336877" y="78237"/>
                </a:cubicBezTo>
                <a:lnTo>
                  <a:pt x="336877" y="71529"/>
                </a:lnTo>
                <a:close/>
                <a:moveTo>
                  <a:pt x="441348" y="32773"/>
                </a:moveTo>
                <a:cubicBezTo>
                  <a:pt x="443245" y="31029"/>
                  <a:pt x="445194" y="30157"/>
                  <a:pt x="447195" y="30157"/>
                </a:cubicBezTo>
                <a:cubicBezTo>
                  <a:pt x="449451" y="30157"/>
                  <a:pt x="451310" y="30965"/>
                  <a:pt x="452772" y="32580"/>
                </a:cubicBezTo>
                <a:cubicBezTo>
                  <a:pt x="454234" y="34196"/>
                  <a:pt x="454965" y="36876"/>
                  <a:pt x="454965" y="40620"/>
                </a:cubicBezTo>
                <a:lnTo>
                  <a:pt x="454965" y="50775"/>
                </a:lnTo>
                <a:cubicBezTo>
                  <a:pt x="454965" y="54570"/>
                  <a:pt x="454234" y="57263"/>
                  <a:pt x="452772" y="58852"/>
                </a:cubicBezTo>
                <a:cubicBezTo>
                  <a:pt x="451310" y="60442"/>
                  <a:pt x="449400" y="61237"/>
                  <a:pt x="447041" y="61237"/>
                </a:cubicBezTo>
                <a:cubicBezTo>
                  <a:pt x="444887" y="61237"/>
                  <a:pt x="443066" y="60622"/>
                  <a:pt x="441579" y="59391"/>
                </a:cubicBezTo>
                <a:cubicBezTo>
                  <a:pt x="440501" y="58468"/>
                  <a:pt x="439655" y="56583"/>
                  <a:pt x="439040" y="53737"/>
                </a:cubicBezTo>
                <a:cubicBezTo>
                  <a:pt x="438424" y="50890"/>
                  <a:pt x="436937" y="48774"/>
                  <a:pt x="434578" y="47390"/>
                </a:cubicBezTo>
                <a:cubicBezTo>
                  <a:pt x="430423" y="44928"/>
                  <a:pt x="425115" y="43697"/>
                  <a:pt x="418653" y="43697"/>
                </a:cubicBezTo>
                <a:cubicBezTo>
                  <a:pt x="411216" y="43697"/>
                  <a:pt x="405254" y="45865"/>
                  <a:pt x="400766" y="50202"/>
                </a:cubicBezTo>
                <a:cubicBezTo>
                  <a:pt x="396279" y="54538"/>
                  <a:pt x="394035" y="60021"/>
                  <a:pt x="394035" y="66651"/>
                </a:cubicBezTo>
                <a:cubicBezTo>
                  <a:pt x="394035" y="72774"/>
                  <a:pt x="396189" y="77608"/>
                  <a:pt x="400497" y="81153"/>
                </a:cubicBezTo>
                <a:cubicBezTo>
                  <a:pt x="404805" y="84698"/>
                  <a:pt x="411960" y="86471"/>
                  <a:pt x="421961" y="86471"/>
                </a:cubicBezTo>
                <a:cubicBezTo>
                  <a:pt x="428526" y="86471"/>
                  <a:pt x="433885" y="85810"/>
                  <a:pt x="438040" y="84487"/>
                </a:cubicBezTo>
                <a:cubicBezTo>
                  <a:pt x="440501" y="83673"/>
                  <a:pt x="442835" y="82288"/>
                  <a:pt x="445040" y="80331"/>
                </a:cubicBezTo>
                <a:cubicBezTo>
                  <a:pt x="447246" y="78372"/>
                  <a:pt x="449246" y="77393"/>
                  <a:pt x="451041" y="77393"/>
                </a:cubicBezTo>
                <a:cubicBezTo>
                  <a:pt x="453195" y="77393"/>
                  <a:pt x="455054" y="78188"/>
                  <a:pt x="456619" y="79778"/>
                </a:cubicBezTo>
                <a:cubicBezTo>
                  <a:pt x="458183" y="81368"/>
                  <a:pt x="458965" y="83240"/>
                  <a:pt x="458965" y="85394"/>
                </a:cubicBezTo>
                <a:cubicBezTo>
                  <a:pt x="458965" y="88881"/>
                  <a:pt x="456580" y="92189"/>
                  <a:pt x="451810" y="95318"/>
                </a:cubicBezTo>
                <a:cubicBezTo>
                  <a:pt x="444733" y="99985"/>
                  <a:pt x="434373" y="102319"/>
                  <a:pt x="420730" y="102319"/>
                </a:cubicBezTo>
                <a:cubicBezTo>
                  <a:pt x="408472" y="102319"/>
                  <a:pt x="398933" y="99782"/>
                  <a:pt x="392112" y="94710"/>
                </a:cubicBezTo>
                <a:cubicBezTo>
                  <a:pt x="382880" y="87896"/>
                  <a:pt x="378264" y="78572"/>
                  <a:pt x="378264" y="66736"/>
                </a:cubicBezTo>
                <a:cubicBezTo>
                  <a:pt x="378264" y="55516"/>
                  <a:pt x="382008" y="46231"/>
                  <a:pt x="389496" y="38879"/>
                </a:cubicBezTo>
                <a:cubicBezTo>
                  <a:pt x="396984" y="31526"/>
                  <a:pt x="406754" y="27849"/>
                  <a:pt x="418807" y="27849"/>
                </a:cubicBezTo>
                <a:cubicBezTo>
                  <a:pt x="423166" y="27849"/>
                  <a:pt x="427218" y="28259"/>
                  <a:pt x="430962" y="29080"/>
                </a:cubicBezTo>
                <a:cubicBezTo>
                  <a:pt x="434706" y="29901"/>
                  <a:pt x="438168" y="31132"/>
                  <a:pt x="441348" y="32773"/>
                </a:cubicBezTo>
                <a:close/>
                <a:moveTo>
                  <a:pt x="497890" y="73549"/>
                </a:moveTo>
                <a:lnTo>
                  <a:pt x="497890" y="99857"/>
                </a:lnTo>
                <a:lnTo>
                  <a:pt x="479427" y="99857"/>
                </a:lnTo>
                <a:cubicBezTo>
                  <a:pt x="475632" y="99857"/>
                  <a:pt x="472926" y="99113"/>
                  <a:pt x="471311" y="97626"/>
                </a:cubicBezTo>
                <a:cubicBezTo>
                  <a:pt x="469695" y="96138"/>
                  <a:pt x="468887" y="94215"/>
                  <a:pt x="468887" y="91856"/>
                </a:cubicBezTo>
                <a:cubicBezTo>
                  <a:pt x="468887" y="89497"/>
                  <a:pt x="469708" y="87599"/>
                  <a:pt x="471349" y="86163"/>
                </a:cubicBezTo>
                <a:cubicBezTo>
                  <a:pt x="472990" y="84727"/>
                  <a:pt x="475683" y="84009"/>
                  <a:pt x="479427" y="84009"/>
                </a:cubicBezTo>
                <a:lnTo>
                  <a:pt x="482120" y="84009"/>
                </a:lnTo>
                <a:lnTo>
                  <a:pt x="482120" y="15848"/>
                </a:lnTo>
                <a:lnTo>
                  <a:pt x="479427" y="15848"/>
                </a:lnTo>
                <a:cubicBezTo>
                  <a:pt x="475632" y="15848"/>
                  <a:pt x="472926" y="15104"/>
                  <a:pt x="471311" y="13617"/>
                </a:cubicBezTo>
                <a:cubicBezTo>
                  <a:pt x="469695" y="12130"/>
                  <a:pt x="468887" y="10206"/>
                  <a:pt x="468887" y="7847"/>
                </a:cubicBezTo>
                <a:cubicBezTo>
                  <a:pt x="468887" y="5488"/>
                  <a:pt x="469695" y="3590"/>
                  <a:pt x="471311" y="2154"/>
                </a:cubicBezTo>
                <a:cubicBezTo>
                  <a:pt x="472926" y="718"/>
                  <a:pt x="475632" y="0"/>
                  <a:pt x="479427" y="0"/>
                </a:cubicBezTo>
                <a:lnTo>
                  <a:pt x="497890" y="0"/>
                </a:lnTo>
                <a:lnTo>
                  <a:pt x="497890" y="53236"/>
                </a:lnTo>
                <a:lnTo>
                  <a:pt x="510199" y="43312"/>
                </a:lnTo>
                <a:cubicBezTo>
                  <a:pt x="508917" y="41107"/>
                  <a:pt x="508276" y="39312"/>
                  <a:pt x="508276" y="37927"/>
                </a:cubicBezTo>
                <a:cubicBezTo>
                  <a:pt x="508276" y="35568"/>
                  <a:pt x="509071" y="33657"/>
                  <a:pt x="510661" y="32196"/>
                </a:cubicBezTo>
                <a:cubicBezTo>
                  <a:pt x="512251" y="30734"/>
                  <a:pt x="514944" y="30003"/>
                  <a:pt x="518739" y="30003"/>
                </a:cubicBezTo>
                <a:lnTo>
                  <a:pt x="536741" y="30003"/>
                </a:lnTo>
                <a:cubicBezTo>
                  <a:pt x="540536" y="30003"/>
                  <a:pt x="543241" y="30734"/>
                  <a:pt x="544857" y="32196"/>
                </a:cubicBezTo>
                <a:cubicBezTo>
                  <a:pt x="546473" y="33657"/>
                  <a:pt x="547280" y="35568"/>
                  <a:pt x="547280" y="37927"/>
                </a:cubicBezTo>
                <a:cubicBezTo>
                  <a:pt x="547280" y="40286"/>
                  <a:pt x="546473" y="42197"/>
                  <a:pt x="544857" y="43659"/>
                </a:cubicBezTo>
                <a:cubicBezTo>
                  <a:pt x="543241" y="45120"/>
                  <a:pt x="540536" y="45851"/>
                  <a:pt x="536741" y="45851"/>
                </a:cubicBezTo>
                <a:lnTo>
                  <a:pt x="532356" y="45851"/>
                </a:lnTo>
                <a:lnTo>
                  <a:pt x="513200" y="61206"/>
                </a:lnTo>
                <a:lnTo>
                  <a:pt x="538972" y="84009"/>
                </a:lnTo>
                <a:lnTo>
                  <a:pt x="543588" y="84009"/>
                </a:lnTo>
                <a:cubicBezTo>
                  <a:pt x="547383" y="84009"/>
                  <a:pt x="550088" y="84740"/>
                  <a:pt x="551704" y="86202"/>
                </a:cubicBezTo>
                <a:cubicBezTo>
                  <a:pt x="553319" y="87663"/>
                  <a:pt x="554127" y="89574"/>
                  <a:pt x="554127" y="91933"/>
                </a:cubicBezTo>
                <a:cubicBezTo>
                  <a:pt x="554127" y="94292"/>
                  <a:pt x="553319" y="96203"/>
                  <a:pt x="551704" y="97664"/>
                </a:cubicBezTo>
                <a:cubicBezTo>
                  <a:pt x="550088" y="99126"/>
                  <a:pt x="547383" y="99857"/>
                  <a:pt x="543588" y="99857"/>
                </a:cubicBezTo>
                <a:lnTo>
                  <a:pt x="525432" y="99857"/>
                </a:lnTo>
                <a:cubicBezTo>
                  <a:pt x="521637" y="99857"/>
                  <a:pt x="518931" y="99126"/>
                  <a:pt x="517316" y="97664"/>
                </a:cubicBezTo>
                <a:cubicBezTo>
                  <a:pt x="515700" y="96203"/>
                  <a:pt x="514892" y="94292"/>
                  <a:pt x="514892" y="91933"/>
                </a:cubicBezTo>
                <a:cubicBezTo>
                  <a:pt x="514892" y="89933"/>
                  <a:pt x="515764" y="87958"/>
                  <a:pt x="517508" y="86009"/>
                </a:cubicBezTo>
                <a:lnTo>
                  <a:pt x="500814" y="71238"/>
                </a:lnTo>
                <a:lnTo>
                  <a:pt x="497890" y="73549"/>
                </a:lnTo>
                <a:close/>
                <a:moveTo>
                  <a:pt x="644520" y="72777"/>
                </a:moveTo>
                <a:lnTo>
                  <a:pt x="579821" y="72777"/>
                </a:lnTo>
                <a:cubicBezTo>
                  <a:pt x="581462" y="76880"/>
                  <a:pt x="584372" y="80188"/>
                  <a:pt x="588552" y="82701"/>
                </a:cubicBezTo>
                <a:cubicBezTo>
                  <a:pt x="592732" y="85214"/>
                  <a:pt x="598387" y="86471"/>
                  <a:pt x="605516" y="86471"/>
                </a:cubicBezTo>
                <a:cubicBezTo>
                  <a:pt x="611362" y="86471"/>
                  <a:pt x="619132" y="85233"/>
                  <a:pt x="628826" y="82756"/>
                </a:cubicBezTo>
                <a:cubicBezTo>
                  <a:pt x="632826" y="81745"/>
                  <a:pt x="635596" y="81239"/>
                  <a:pt x="637134" y="81239"/>
                </a:cubicBezTo>
                <a:cubicBezTo>
                  <a:pt x="639237" y="81239"/>
                  <a:pt x="641007" y="81983"/>
                  <a:pt x="642443" y="83470"/>
                </a:cubicBezTo>
                <a:cubicBezTo>
                  <a:pt x="643879" y="84958"/>
                  <a:pt x="644597" y="86830"/>
                  <a:pt x="644597" y="89086"/>
                </a:cubicBezTo>
                <a:cubicBezTo>
                  <a:pt x="644597" y="91138"/>
                  <a:pt x="643827" y="92882"/>
                  <a:pt x="642289" y="94318"/>
                </a:cubicBezTo>
                <a:cubicBezTo>
                  <a:pt x="640237" y="96215"/>
                  <a:pt x="635237" y="98023"/>
                  <a:pt x="627287" y="99741"/>
                </a:cubicBezTo>
                <a:cubicBezTo>
                  <a:pt x="619338" y="101460"/>
                  <a:pt x="611696" y="102319"/>
                  <a:pt x="604362" y="102319"/>
                </a:cubicBezTo>
                <a:cubicBezTo>
                  <a:pt x="591745" y="102319"/>
                  <a:pt x="581654" y="98754"/>
                  <a:pt x="574089" y="91625"/>
                </a:cubicBezTo>
                <a:cubicBezTo>
                  <a:pt x="566524" y="84496"/>
                  <a:pt x="562742" y="75726"/>
                  <a:pt x="562742" y="65315"/>
                </a:cubicBezTo>
                <a:cubicBezTo>
                  <a:pt x="562742" y="54237"/>
                  <a:pt x="566832" y="45223"/>
                  <a:pt x="575012" y="38273"/>
                </a:cubicBezTo>
                <a:cubicBezTo>
                  <a:pt x="583193" y="31324"/>
                  <a:pt x="592617" y="27849"/>
                  <a:pt x="603285" y="27849"/>
                </a:cubicBezTo>
                <a:cubicBezTo>
                  <a:pt x="609696" y="27849"/>
                  <a:pt x="615581" y="28976"/>
                  <a:pt x="620940" y="31229"/>
                </a:cubicBezTo>
                <a:cubicBezTo>
                  <a:pt x="626300" y="33481"/>
                  <a:pt x="630288" y="35912"/>
                  <a:pt x="632903" y="38523"/>
                </a:cubicBezTo>
                <a:cubicBezTo>
                  <a:pt x="636596" y="42312"/>
                  <a:pt x="639648" y="46997"/>
                  <a:pt x="642058" y="52578"/>
                </a:cubicBezTo>
                <a:cubicBezTo>
                  <a:pt x="643699" y="56469"/>
                  <a:pt x="644520" y="60975"/>
                  <a:pt x="644520" y="66096"/>
                </a:cubicBezTo>
                <a:lnTo>
                  <a:pt x="644520" y="72777"/>
                </a:lnTo>
                <a:moveTo>
                  <a:pt x="627056" y="56929"/>
                </a:moveTo>
                <a:cubicBezTo>
                  <a:pt x="624646" y="52493"/>
                  <a:pt x="621492" y="49178"/>
                  <a:pt x="617594" y="46986"/>
                </a:cubicBezTo>
                <a:cubicBezTo>
                  <a:pt x="613696" y="44793"/>
                  <a:pt x="609054" y="43697"/>
                  <a:pt x="603669" y="43697"/>
                </a:cubicBezTo>
                <a:cubicBezTo>
                  <a:pt x="598335" y="43697"/>
                  <a:pt x="593720" y="44793"/>
                  <a:pt x="589822" y="46986"/>
                </a:cubicBezTo>
                <a:cubicBezTo>
                  <a:pt x="585924" y="49178"/>
                  <a:pt x="582744" y="52493"/>
                  <a:pt x="580282" y="56929"/>
                </a:cubicBezTo>
                <a:lnTo>
                  <a:pt x="627056" y="56929"/>
                </a:lnTo>
                <a:close/>
                <a:moveTo>
                  <a:pt x="695754" y="30003"/>
                </a:moveTo>
                <a:lnTo>
                  <a:pt x="695754" y="39850"/>
                </a:lnTo>
                <a:cubicBezTo>
                  <a:pt x="702370" y="35050"/>
                  <a:pt x="707589" y="31850"/>
                  <a:pt x="711410" y="30251"/>
                </a:cubicBezTo>
                <a:cubicBezTo>
                  <a:pt x="715231" y="28650"/>
                  <a:pt x="718808" y="27849"/>
                  <a:pt x="722142" y="27849"/>
                </a:cubicBezTo>
                <a:cubicBezTo>
                  <a:pt x="727270" y="27849"/>
                  <a:pt x="732245" y="29753"/>
                  <a:pt x="737066" y="33561"/>
                </a:cubicBezTo>
                <a:cubicBezTo>
                  <a:pt x="740349" y="36135"/>
                  <a:pt x="741990" y="38761"/>
                  <a:pt x="741990" y="41437"/>
                </a:cubicBezTo>
                <a:cubicBezTo>
                  <a:pt x="741990" y="43702"/>
                  <a:pt x="741208" y="45619"/>
                  <a:pt x="739643" y="47190"/>
                </a:cubicBezTo>
                <a:cubicBezTo>
                  <a:pt x="738079" y="48759"/>
                  <a:pt x="736194" y="49544"/>
                  <a:pt x="733989" y="49544"/>
                </a:cubicBezTo>
                <a:cubicBezTo>
                  <a:pt x="732040" y="49544"/>
                  <a:pt x="729989" y="48569"/>
                  <a:pt x="727834" y="46620"/>
                </a:cubicBezTo>
                <a:cubicBezTo>
                  <a:pt x="725680" y="44671"/>
                  <a:pt x="723757" y="43697"/>
                  <a:pt x="722065" y="43697"/>
                </a:cubicBezTo>
                <a:cubicBezTo>
                  <a:pt x="719859" y="43697"/>
                  <a:pt x="716564" y="45082"/>
                  <a:pt x="712179" y="47851"/>
                </a:cubicBezTo>
                <a:cubicBezTo>
                  <a:pt x="707794" y="50621"/>
                  <a:pt x="702319" y="54775"/>
                  <a:pt x="695754" y="60314"/>
                </a:cubicBezTo>
                <a:lnTo>
                  <a:pt x="695754" y="84009"/>
                </a:lnTo>
                <a:lnTo>
                  <a:pt x="718218" y="84009"/>
                </a:lnTo>
                <a:cubicBezTo>
                  <a:pt x="722013" y="84009"/>
                  <a:pt x="724719" y="84740"/>
                  <a:pt x="726334" y="86202"/>
                </a:cubicBezTo>
                <a:cubicBezTo>
                  <a:pt x="727950" y="87663"/>
                  <a:pt x="728758" y="89574"/>
                  <a:pt x="728758" y="91933"/>
                </a:cubicBezTo>
                <a:cubicBezTo>
                  <a:pt x="728758" y="94292"/>
                  <a:pt x="727950" y="96203"/>
                  <a:pt x="726334" y="97664"/>
                </a:cubicBezTo>
                <a:cubicBezTo>
                  <a:pt x="724719" y="99126"/>
                  <a:pt x="722013" y="99857"/>
                  <a:pt x="718218" y="99857"/>
                </a:cubicBezTo>
                <a:lnTo>
                  <a:pt x="670598" y="99857"/>
                </a:lnTo>
                <a:cubicBezTo>
                  <a:pt x="666802" y="99857"/>
                  <a:pt x="664097" y="99113"/>
                  <a:pt x="662481" y="97626"/>
                </a:cubicBezTo>
                <a:cubicBezTo>
                  <a:pt x="660866" y="96138"/>
                  <a:pt x="660058" y="94215"/>
                  <a:pt x="660058" y="91856"/>
                </a:cubicBezTo>
                <a:cubicBezTo>
                  <a:pt x="660058" y="89497"/>
                  <a:pt x="660866" y="87599"/>
                  <a:pt x="662481" y="86163"/>
                </a:cubicBezTo>
                <a:cubicBezTo>
                  <a:pt x="664097" y="84727"/>
                  <a:pt x="666802" y="84009"/>
                  <a:pt x="670598" y="84009"/>
                </a:cubicBezTo>
                <a:lnTo>
                  <a:pt x="679983" y="84009"/>
                </a:lnTo>
                <a:lnTo>
                  <a:pt x="679983" y="45851"/>
                </a:lnTo>
                <a:lnTo>
                  <a:pt x="674290" y="45851"/>
                </a:lnTo>
                <a:cubicBezTo>
                  <a:pt x="670495" y="45851"/>
                  <a:pt x="667790" y="45107"/>
                  <a:pt x="666174" y="43620"/>
                </a:cubicBezTo>
                <a:cubicBezTo>
                  <a:pt x="664558" y="42133"/>
                  <a:pt x="663751" y="40209"/>
                  <a:pt x="663751" y="37850"/>
                </a:cubicBezTo>
                <a:cubicBezTo>
                  <a:pt x="663751" y="35491"/>
                  <a:pt x="664558" y="33593"/>
                  <a:pt x="666174" y="32157"/>
                </a:cubicBezTo>
                <a:cubicBezTo>
                  <a:pt x="667790" y="30721"/>
                  <a:pt x="670495" y="30003"/>
                  <a:pt x="674290" y="30003"/>
                </a:cubicBezTo>
                <a:lnTo>
                  <a:pt x="695754" y="30003"/>
                </a:lnTo>
                <a:close/>
                <a:moveTo>
                  <a:pt x="805149" y="91856"/>
                </a:moveTo>
                <a:cubicBezTo>
                  <a:pt x="805149" y="94831"/>
                  <a:pt x="804097" y="97318"/>
                  <a:pt x="801994" y="99318"/>
                </a:cubicBezTo>
                <a:cubicBezTo>
                  <a:pt x="799892" y="101319"/>
                  <a:pt x="796994" y="102319"/>
                  <a:pt x="793301" y="102319"/>
                </a:cubicBezTo>
                <a:cubicBezTo>
                  <a:pt x="789609" y="102319"/>
                  <a:pt x="786711" y="101319"/>
                  <a:pt x="784608" y="99318"/>
                </a:cubicBezTo>
                <a:cubicBezTo>
                  <a:pt x="782505" y="97318"/>
                  <a:pt x="781454" y="94831"/>
                  <a:pt x="781454" y="91856"/>
                </a:cubicBezTo>
                <a:cubicBezTo>
                  <a:pt x="781454" y="88881"/>
                  <a:pt x="782505" y="86394"/>
                  <a:pt x="784608" y="84394"/>
                </a:cubicBezTo>
                <a:cubicBezTo>
                  <a:pt x="786711" y="82393"/>
                  <a:pt x="789609" y="81393"/>
                  <a:pt x="793301" y="81393"/>
                </a:cubicBezTo>
                <a:cubicBezTo>
                  <a:pt x="796994" y="81393"/>
                  <a:pt x="799892" y="82393"/>
                  <a:pt x="801994" y="84394"/>
                </a:cubicBezTo>
                <a:cubicBezTo>
                  <a:pt x="804097" y="86394"/>
                  <a:pt x="805149" y="88881"/>
                  <a:pt x="805149" y="91856"/>
                </a:cubicBezTo>
                <a:close/>
                <a:moveTo>
                  <a:pt x="887310" y="80643"/>
                </a:moveTo>
                <a:lnTo>
                  <a:pt x="904311" y="45851"/>
                </a:lnTo>
                <a:cubicBezTo>
                  <a:pt x="900106" y="45851"/>
                  <a:pt x="897413" y="45389"/>
                  <a:pt x="896234" y="44464"/>
                </a:cubicBezTo>
                <a:cubicBezTo>
                  <a:pt x="893669" y="42414"/>
                  <a:pt x="892387" y="40209"/>
                  <a:pt x="892387" y="37850"/>
                </a:cubicBezTo>
                <a:cubicBezTo>
                  <a:pt x="892387" y="35491"/>
                  <a:pt x="893195" y="33593"/>
                  <a:pt x="894810" y="32157"/>
                </a:cubicBezTo>
                <a:cubicBezTo>
                  <a:pt x="896426" y="30721"/>
                  <a:pt x="899131" y="30003"/>
                  <a:pt x="902927" y="30003"/>
                </a:cubicBezTo>
                <a:lnTo>
                  <a:pt x="924544" y="30003"/>
                </a:lnTo>
                <a:cubicBezTo>
                  <a:pt x="928340" y="30003"/>
                  <a:pt x="931045" y="30734"/>
                  <a:pt x="932661" y="32196"/>
                </a:cubicBezTo>
                <a:cubicBezTo>
                  <a:pt x="934276" y="33657"/>
                  <a:pt x="935084" y="35568"/>
                  <a:pt x="935084" y="37927"/>
                </a:cubicBezTo>
                <a:cubicBezTo>
                  <a:pt x="935084" y="40286"/>
                  <a:pt x="934276" y="42197"/>
                  <a:pt x="932661" y="43659"/>
                </a:cubicBezTo>
                <a:cubicBezTo>
                  <a:pt x="931045" y="45120"/>
                  <a:pt x="928340" y="45851"/>
                  <a:pt x="924544" y="45851"/>
                </a:cubicBezTo>
                <a:lnTo>
                  <a:pt x="921929" y="45851"/>
                </a:lnTo>
                <a:lnTo>
                  <a:pt x="895541" y="99857"/>
                </a:lnTo>
                <a:lnTo>
                  <a:pt x="879078" y="99857"/>
                </a:lnTo>
                <a:lnTo>
                  <a:pt x="852690" y="45851"/>
                </a:lnTo>
                <a:lnTo>
                  <a:pt x="850459" y="45851"/>
                </a:lnTo>
                <a:cubicBezTo>
                  <a:pt x="846664" y="45851"/>
                  <a:pt x="843959" y="45107"/>
                  <a:pt x="842343" y="43620"/>
                </a:cubicBezTo>
                <a:cubicBezTo>
                  <a:pt x="840728" y="42133"/>
                  <a:pt x="839920" y="40209"/>
                  <a:pt x="839920" y="37850"/>
                </a:cubicBezTo>
                <a:cubicBezTo>
                  <a:pt x="839920" y="35491"/>
                  <a:pt x="840728" y="33593"/>
                  <a:pt x="842343" y="32157"/>
                </a:cubicBezTo>
                <a:cubicBezTo>
                  <a:pt x="843959" y="30721"/>
                  <a:pt x="846664" y="30003"/>
                  <a:pt x="850459" y="30003"/>
                </a:cubicBezTo>
                <a:lnTo>
                  <a:pt x="871616" y="30003"/>
                </a:lnTo>
                <a:cubicBezTo>
                  <a:pt x="875360" y="30003"/>
                  <a:pt x="878039" y="30734"/>
                  <a:pt x="879655" y="32196"/>
                </a:cubicBezTo>
                <a:cubicBezTo>
                  <a:pt x="881270" y="33657"/>
                  <a:pt x="882078" y="35568"/>
                  <a:pt x="882078" y="37927"/>
                </a:cubicBezTo>
                <a:cubicBezTo>
                  <a:pt x="882078" y="40286"/>
                  <a:pt x="880847" y="42440"/>
                  <a:pt x="878385" y="44389"/>
                </a:cubicBezTo>
                <a:cubicBezTo>
                  <a:pt x="877155" y="45364"/>
                  <a:pt x="874411" y="45851"/>
                  <a:pt x="870154" y="45851"/>
                </a:cubicBezTo>
                <a:lnTo>
                  <a:pt x="887310" y="80643"/>
                </a:lnTo>
                <a:close/>
                <a:moveTo>
                  <a:pt x="986934" y="0"/>
                </a:moveTo>
                <a:lnTo>
                  <a:pt x="986934" y="16771"/>
                </a:lnTo>
                <a:lnTo>
                  <a:pt x="968163" y="16771"/>
                </a:lnTo>
                <a:lnTo>
                  <a:pt x="968163" y="0"/>
                </a:lnTo>
                <a:lnTo>
                  <a:pt x="986934" y="0"/>
                </a:lnTo>
                <a:moveTo>
                  <a:pt x="989088" y="30003"/>
                </a:moveTo>
                <a:lnTo>
                  <a:pt x="989088" y="84009"/>
                </a:lnTo>
                <a:lnTo>
                  <a:pt x="1008013" y="84009"/>
                </a:lnTo>
                <a:cubicBezTo>
                  <a:pt x="1011808" y="84009"/>
                  <a:pt x="1014514" y="84740"/>
                  <a:pt x="1016129" y="86202"/>
                </a:cubicBezTo>
                <a:cubicBezTo>
                  <a:pt x="1017745" y="87663"/>
                  <a:pt x="1018553" y="89574"/>
                  <a:pt x="1018553" y="91933"/>
                </a:cubicBezTo>
                <a:cubicBezTo>
                  <a:pt x="1018553" y="94292"/>
                  <a:pt x="1017745" y="96203"/>
                  <a:pt x="1016129" y="97664"/>
                </a:cubicBezTo>
                <a:cubicBezTo>
                  <a:pt x="1014514" y="99126"/>
                  <a:pt x="1011808" y="99857"/>
                  <a:pt x="1008013" y="99857"/>
                </a:cubicBezTo>
                <a:lnTo>
                  <a:pt x="954392" y="99857"/>
                </a:lnTo>
                <a:cubicBezTo>
                  <a:pt x="950597" y="99857"/>
                  <a:pt x="947891" y="99113"/>
                  <a:pt x="946276" y="97626"/>
                </a:cubicBezTo>
                <a:cubicBezTo>
                  <a:pt x="944660" y="96138"/>
                  <a:pt x="943852" y="94215"/>
                  <a:pt x="943852" y="91856"/>
                </a:cubicBezTo>
                <a:cubicBezTo>
                  <a:pt x="943852" y="89497"/>
                  <a:pt x="944660" y="87599"/>
                  <a:pt x="946276" y="86163"/>
                </a:cubicBezTo>
                <a:cubicBezTo>
                  <a:pt x="947891" y="84727"/>
                  <a:pt x="950597" y="84009"/>
                  <a:pt x="954392" y="84009"/>
                </a:cubicBezTo>
                <a:lnTo>
                  <a:pt x="973317" y="84009"/>
                </a:lnTo>
                <a:lnTo>
                  <a:pt x="973317" y="45851"/>
                </a:lnTo>
                <a:lnTo>
                  <a:pt x="960623" y="45851"/>
                </a:lnTo>
                <a:cubicBezTo>
                  <a:pt x="956879" y="45851"/>
                  <a:pt x="954187" y="45107"/>
                  <a:pt x="952546" y="43620"/>
                </a:cubicBezTo>
                <a:cubicBezTo>
                  <a:pt x="950904" y="42133"/>
                  <a:pt x="950084" y="40209"/>
                  <a:pt x="950084" y="37850"/>
                </a:cubicBezTo>
                <a:cubicBezTo>
                  <a:pt x="950084" y="35491"/>
                  <a:pt x="950892" y="33593"/>
                  <a:pt x="952507" y="32157"/>
                </a:cubicBezTo>
                <a:cubicBezTo>
                  <a:pt x="954123" y="30721"/>
                  <a:pt x="956828" y="30003"/>
                  <a:pt x="960623" y="30003"/>
                </a:cubicBezTo>
                <a:lnTo>
                  <a:pt x="989088" y="30003"/>
                </a:lnTo>
                <a:close/>
                <a:moveTo>
                  <a:pt x="1099944" y="32773"/>
                </a:moveTo>
                <a:cubicBezTo>
                  <a:pt x="1101842" y="31029"/>
                  <a:pt x="1103791" y="30157"/>
                  <a:pt x="1105791" y="30157"/>
                </a:cubicBezTo>
                <a:cubicBezTo>
                  <a:pt x="1108048" y="30157"/>
                  <a:pt x="1109907" y="30965"/>
                  <a:pt x="1111369" y="32580"/>
                </a:cubicBezTo>
                <a:cubicBezTo>
                  <a:pt x="1112830" y="34196"/>
                  <a:pt x="1113561" y="36876"/>
                  <a:pt x="1113561" y="40620"/>
                </a:cubicBezTo>
                <a:lnTo>
                  <a:pt x="1113561" y="50775"/>
                </a:lnTo>
                <a:cubicBezTo>
                  <a:pt x="1113561" y="54570"/>
                  <a:pt x="1112830" y="57263"/>
                  <a:pt x="1111369" y="58852"/>
                </a:cubicBezTo>
                <a:cubicBezTo>
                  <a:pt x="1109907" y="60442"/>
                  <a:pt x="1107996" y="61237"/>
                  <a:pt x="1105637" y="61237"/>
                </a:cubicBezTo>
                <a:cubicBezTo>
                  <a:pt x="1103483" y="61237"/>
                  <a:pt x="1101662" y="60622"/>
                  <a:pt x="1100175" y="59391"/>
                </a:cubicBezTo>
                <a:cubicBezTo>
                  <a:pt x="1099098" y="58468"/>
                  <a:pt x="1098252" y="56583"/>
                  <a:pt x="1097636" y="53737"/>
                </a:cubicBezTo>
                <a:cubicBezTo>
                  <a:pt x="1097021" y="50890"/>
                  <a:pt x="1095534" y="48774"/>
                  <a:pt x="1093174" y="47390"/>
                </a:cubicBezTo>
                <a:cubicBezTo>
                  <a:pt x="1089020" y="44928"/>
                  <a:pt x="1083712" y="43697"/>
                  <a:pt x="1077250" y="43697"/>
                </a:cubicBezTo>
                <a:cubicBezTo>
                  <a:pt x="1069813" y="43697"/>
                  <a:pt x="1063851" y="45865"/>
                  <a:pt x="1059363" y="50202"/>
                </a:cubicBezTo>
                <a:cubicBezTo>
                  <a:pt x="1054875" y="54538"/>
                  <a:pt x="1052631" y="60021"/>
                  <a:pt x="1052631" y="66651"/>
                </a:cubicBezTo>
                <a:cubicBezTo>
                  <a:pt x="1052631" y="72774"/>
                  <a:pt x="1054786" y="77608"/>
                  <a:pt x="1059094" y="81153"/>
                </a:cubicBezTo>
                <a:cubicBezTo>
                  <a:pt x="1063402" y="84698"/>
                  <a:pt x="1070556" y="86471"/>
                  <a:pt x="1080558" y="86471"/>
                </a:cubicBezTo>
                <a:cubicBezTo>
                  <a:pt x="1087122" y="86471"/>
                  <a:pt x="1092482" y="85810"/>
                  <a:pt x="1096636" y="84487"/>
                </a:cubicBezTo>
                <a:cubicBezTo>
                  <a:pt x="1099098" y="83673"/>
                  <a:pt x="1101432" y="82288"/>
                  <a:pt x="1103637" y="80331"/>
                </a:cubicBezTo>
                <a:cubicBezTo>
                  <a:pt x="1105842" y="78372"/>
                  <a:pt x="1107843" y="77393"/>
                  <a:pt x="1109638" y="77393"/>
                </a:cubicBezTo>
                <a:cubicBezTo>
                  <a:pt x="1111792" y="77393"/>
                  <a:pt x="1113651" y="78188"/>
                  <a:pt x="1115215" y="79778"/>
                </a:cubicBezTo>
                <a:cubicBezTo>
                  <a:pt x="1116779" y="81368"/>
                  <a:pt x="1117562" y="83240"/>
                  <a:pt x="1117562" y="85394"/>
                </a:cubicBezTo>
                <a:cubicBezTo>
                  <a:pt x="1117562" y="88881"/>
                  <a:pt x="1115177" y="92189"/>
                  <a:pt x="1110407" y="95318"/>
                </a:cubicBezTo>
                <a:cubicBezTo>
                  <a:pt x="1103329" y="99985"/>
                  <a:pt x="1092969" y="102319"/>
                  <a:pt x="1079327" y="102319"/>
                </a:cubicBezTo>
                <a:cubicBezTo>
                  <a:pt x="1067069" y="102319"/>
                  <a:pt x="1057529" y="99782"/>
                  <a:pt x="1050708" y="94710"/>
                </a:cubicBezTo>
                <a:cubicBezTo>
                  <a:pt x="1041476" y="87896"/>
                  <a:pt x="1036861" y="78572"/>
                  <a:pt x="1036861" y="66736"/>
                </a:cubicBezTo>
                <a:cubicBezTo>
                  <a:pt x="1036861" y="55516"/>
                  <a:pt x="1040605" y="46231"/>
                  <a:pt x="1048093" y="38879"/>
                </a:cubicBezTo>
                <a:cubicBezTo>
                  <a:pt x="1055581" y="31526"/>
                  <a:pt x="1065351" y="27849"/>
                  <a:pt x="1077403" y="27849"/>
                </a:cubicBezTo>
                <a:cubicBezTo>
                  <a:pt x="1081763" y="27849"/>
                  <a:pt x="1085815" y="28259"/>
                  <a:pt x="1089559" y="29080"/>
                </a:cubicBezTo>
                <a:cubicBezTo>
                  <a:pt x="1093303" y="29901"/>
                  <a:pt x="1096764" y="31132"/>
                  <a:pt x="1099944" y="32773"/>
                </a:cubicBezTo>
                <a:close/>
                <a:moveTo>
                  <a:pt x="1165565" y="45851"/>
                </a:moveTo>
                <a:lnTo>
                  <a:pt x="1165565" y="77292"/>
                </a:lnTo>
                <a:cubicBezTo>
                  <a:pt x="1165565" y="80658"/>
                  <a:pt x="1166257" y="82876"/>
                  <a:pt x="1167642" y="83946"/>
                </a:cubicBezTo>
                <a:cubicBezTo>
                  <a:pt x="1169796" y="85629"/>
                  <a:pt x="1173642" y="86471"/>
                  <a:pt x="1179181" y="86471"/>
                </a:cubicBezTo>
                <a:cubicBezTo>
                  <a:pt x="1187234" y="86471"/>
                  <a:pt x="1194670" y="84734"/>
                  <a:pt x="1201492" y="81261"/>
                </a:cubicBezTo>
                <a:cubicBezTo>
                  <a:pt x="1204107" y="79913"/>
                  <a:pt x="1206159" y="79239"/>
                  <a:pt x="1207646" y="79239"/>
                </a:cubicBezTo>
                <a:cubicBezTo>
                  <a:pt x="1209698" y="79239"/>
                  <a:pt x="1211480" y="80014"/>
                  <a:pt x="1212993" y="81564"/>
                </a:cubicBezTo>
                <a:cubicBezTo>
                  <a:pt x="1214506" y="83112"/>
                  <a:pt x="1215262" y="84996"/>
                  <a:pt x="1215262" y="87216"/>
                </a:cubicBezTo>
                <a:cubicBezTo>
                  <a:pt x="1215262" y="89282"/>
                  <a:pt x="1214442" y="91063"/>
                  <a:pt x="1212800" y="92560"/>
                </a:cubicBezTo>
                <a:cubicBezTo>
                  <a:pt x="1210287" y="94987"/>
                  <a:pt x="1205325" y="97220"/>
                  <a:pt x="1197914" y="99261"/>
                </a:cubicBezTo>
                <a:cubicBezTo>
                  <a:pt x="1190503" y="101299"/>
                  <a:pt x="1184259" y="102319"/>
                  <a:pt x="1179181" y="102319"/>
                </a:cubicBezTo>
                <a:cubicBezTo>
                  <a:pt x="1169386" y="102319"/>
                  <a:pt x="1162039" y="100209"/>
                  <a:pt x="1157141" y="95989"/>
                </a:cubicBezTo>
                <a:cubicBezTo>
                  <a:pt x="1152243" y="91769"/>
                  <a:pt x="1149794" y="86590"/>
                  <a:pt x="1149794" y="80453"/>
                </a:cubicBezTo>
                <a:lnTo>
                  <a:pt x="1149794" y="45851"/>
                </a:lnTo>
                <a:lnTo>
                  <a:pt x="1144101" y="45851"/>
                </a:lnTo>
                <a:cubicBezTo>
                  <a:pt x="1140306" y="45851"/>
                  <a:pt x="1137600" y="45117"/>
                  <a:pt x="1135985" y="43649"/>
                </a:cubicBezTo>
                <a:cubicBezTo>
                  <a:pt x="1134369" y="42179"/>
                  <a:pt x="1133561" y="40259"/>
                  <a:pt x="1133561" y="37889"/>
                </a:cubicBezTo>
                <a:cubicBezTo>
                  <a:pt x="1133561" y="35570"/>
                  <a:pt x="1134369" y="33676"/>
                  <a:pt x="1135985" y="32208"/>
                </a:cubicBezTo>
                <a:cubicBezTo>
                  <a:pt x="1137600" y="30738"/>
                  <a:pt x="1140306" y="30003"/>
                  <a:pt x="1144101" y="30003"/>
                </a:cubicBezTo>
                <a:lnTo>
                  <a:pt x="1149794" y="30003"/>
                </a:lnTo>
                <a:lnTo>
                  <a:pt x="1149794" y="15771"/>
                </a:lnTo>
                <a:cubicBezTo>
                  <a:pt x="1149794" y="11976"/>
                  <a:pt x="1150525" y="9270"/>
                  <a:pt x="1151986" y="7655"/>
                </a:cubicBezTo>
                <a:cubicBezTo>
                  <a:pt x="1153448" y="6039"/>
                  <a:pt x="1155358" y="5231"/>
                  <a:pt x="1157718" y="5231"/>
                </a:cubicBezTo>
                <a:cubicBezTo>
                  <a:pt x="1160026" y="5231"/>
                  <a:pt x="1161910" y="6039"/>
                  <a:pt x="1163372" y="7655"/>
                </a:cubicBezTo>
                <a:cubicBezTo>
                  <a:pt x="1164834" y="9270"/>
                  <a:pt x="1165565" y="11976"/>
                  <a:pt x="1165565" y="15771"/>
                </a:cubicBezTo>
                <a:lnTo>
                  <a:pt x="1165565" y="30003"/>
                </a:lnTo>
                <a:lnTo>
                  <a:pt x="1194722" y="30003"/>
                </a:lnTo>
                <a:cubicBezTo>
                  <a:pt x="1198517" y="30003"/>
                  <a:pt x="1201222" y="30738"/>
                  <a:pt x="1202838" y="32208"/>
                </a:cubicBezTo>
                <a:cubicBezTo>
                  <a:pt x="1204453" y="33676"/>
                  <a:pt x="1205261" y="35595"/>
                  <a:pt x="1205261" y="37966"/>
                </a:cubicBezTo>
                <a:cubicBezTo>
                  <a:pt x="1205261" y="40285"/>
                  <a:pt x="1204453" y="42179"/>
                  <a:pt x="1202838" y="43649"/>
                </a:cubicBezTo>
                <a:cubicBezTo>
                  <a:pt x="1201222" y="45117"/>
                  <a:pt x="1198517" y="45851"/>
                  <a:pt x="1194722" y="45851"/>
                </a:cubicBezTo>
                <a:lnTo>
                  <a:pt x="1165565" y="45851"/>
                </a:lnTo>
                <a:close/>
                <a:moveTo>
                  <a:pt x="1269189" y="0"/>
                </a:moveTo>
                <a:lnTo>
                  <a:pt x="1269189" y="16771"/>
                </a:lnTo>
                <a:lnTo>
                  <a:pt x="1250418" y="16771"/>
                </a:lnTo>
                <a:lnTo>
                  <a:pt x="1250418" y="0"/>
                </a:lnTo>
                <a:lnTo>
                  <a:pt x="1269189" y="0"/>
                </a:lnTo>
                <a:moveTo>
                  <a:pt x="1271343" y="30003"/>
                </a:moveTo>
                <a:lnTo>
                  <a:pt x="1271343" y="84009"/>
                </a:lnTo>
                <a:lnTo>
                  <a:pt x="1290268" y="84009"/>
                </a:lnTo>
                <a:cubicBezTo>
                  <a:pt x="1294064" y="84009"/>
                  <a:pt x="1296769" y="84740"/>
                  <a:pt x="1298385" y="86202"/>
                </a:cubicBezTo>
                <a:cubicBezTo>
                  <a:pt x="1300000" y="87663"/>
                  <a:pt x="1300808" y="89574"/>
                  <a:pt x="1300808" y="91933"/>
                </a:cubicBezTo>
                <a:cubicBezTo>
                  <a:pt x="1300808" y="94292"/>
                  <a:pt x="1300000" y="96203"/>
                  <a:pt x="1298385" y="97664"/>
                </a:cubicBezTo>
                <a:cubicBezTo>
                  <a:pt x="1296769" y="99126"/>
                  <a:pt x="1294064" y="99857"/>
                  <a:pt x="1290268" y="99857"/>
                </a:cubicBezTo>
                <a:lnTo>
                  <a:pt x="1236647" y="99857"/>
                </a:lnTo>
                <a:cubicBezTo>
                  <a:pt x="1232852" y="99857"/>
                  <a:pt x="1230147" y="99113"/>
                  <a:pt x="1228531" y="97626"/>
                </a:cubicBezTo>
                <a:cubicBezTo>
                  <a:pt x="1226916" y="96138"/>
                  <a:pt x="1226108" y="94215"/>
                  <a:pt x="1226108" y="91856"/>
                </a:cubicBezTo>
                <a:cubicBezTo>
                  <a:pt x="1226108" y="89497"/>
                  <a:pt x="1226916" y="87599"/>
                  <a:pt x="1228531" y="86163"/>
                </a:cubicBezTo>
                <a:cubicBezTo>
                  <a:pt x="1230147" y="84727"/>
                  <a:pt x="1232852" y="84009"/>
                  <a:pt x="1236647" y="84009"/>
                </a:cubicBezTo>
                <a:lnTo>
                  <a:pt x="1255572" y="84009"/>
                </a:lnTo>
                <a:lnTo>
                  <a:pt x="1255572" y="45851"/>
                </a:lnTo>
                <a:lnTo>
                  <a:pt x="1242879" y="45851"/>
                </a:lnTo>
                <a:cubicBezTo>
                  <a:pt x="1239135" y="45851"/>
                  <a:pt x="1236442" y="45107"/>
                  <a:pt x="1234801" y="43620"/>
                </a:cubicBezTo>
                <a:cubicBezTo>
                  <a:pt x="1233160" y="42133"/>
                  <a:pt x="1232339" y="40209"/>
                  <a:pt x="1232339" y="37850"/>
                </a:cubicBezTo>
                <a:cubicBezTo>
                  <a:pt x="1232339" y="35491"/>
                  <a:pt x="1233147" y="33593"/>
                  <a:pt x="1234763" y="32157"/>
                </a:cubicBezTo>
                <a:cubicBezTo>
                  <a:pt x="1236378" y="30721"/>
                  <a:pt x="1239084" y="30003"/>
                  <a:pt x="1242879" y="30003"/>
                </a:cubicBezTo>
                <a:lnTo>
                  <a:pt x="1271343" y="30003"/>
                </a:lnTo>
                <a:close/>
                <a:moveTo>
                  <a:pt x="1333271" y="30003"/>
                </a:moveTo>
                <a:lnTo>
                  <a:pt x="1333271" y="34465"/>
                </a:lnTo>
                <a:cubicBezTo>
                  <a:pt x="1335836" y="31894"/>
                  <a:pt x="1338156" y="30123"/>
                  <a:pt x="1340234" y="29152"/>
                </a:cubicBezTo>
                <a:cubicBezTo>
                  <a:pt x="1342311" y="28181"/>
                  <a:pt x="1344708" y="27695"/>
                  <a:pt x="1347427" y="27695"/>
                </a:cubicBezTo>
                <a:cubicBezTo>
                  <a:pt x="1349735" y="27695"/>
                  <a:pt x="1352017" y="28272"/>
                  <a:pt x="1354274" y="29426"/>
                </a:cubicBezTo>
                <a:cubicBezTo>
                  <a:pt x="1356530" y="30580"/>
                  <a:pt x="1358736" y="32311"/>
                  <a:pt x="1360890" y="34619"/>
                </a:cubicBezTo>
                <a:cubicBezTo>
                  <a:pt x="1363608" y="32337"/>
                  <a:pt x="1366365" y="30638"/>
                  <a:pt x="1369160" y="29522"/>
                </a:cubicBezTo>
                <a:cubicBezTo>
                  <a:pt x="1371955" y="28407"/>
                  <a:pt x="1374814" y="27849"/>
                  <a:pt x="1377738" y="27849"/>
                </a:cubicBezTo>
                <a:cubicBezTo>
                  <a:pt x="1383584" y="27849"/>
                  <a:pt x="1388328" y="29413"/>
                  <a:pt x="1391970" y="32542"/>
                </a:cubicBezTo>
                <a:cubicBezTo>
                  <a:pt x="1396791" y="36645"/>
                  <a:pt x="1399201" y="42030"/>
                  <a:pt x="1399201" y="48698"/>
                </a:cubicBezTo>
                <a:lnTo>
                  <a:pt x="1399201" y="84009"/>
                </a:lnTo>
                <a:cubicBezTo>
                  <a:pt x="1402484" y="84009"/>
                  <a:pt x="1404920" y="84740"/>
                  <a:pt x="1406510" y="86202"/>
                </a:cubicBezTo>
                <a:cubicBezTo>
                  <a:pt x="1408100" y="87663"/>
                  <a:pt x="1408895" y="89574"/>
                  <a:pt x="1408895" y="91933"/>
                </a:cubicBezTo>
                <a:cubicBezTo>
                  <a:pt x="1408895" y="94292"/>
                  <a:pt x="1408100" y="96203"/>
                  <a:pt x="1406510" y="97664"/>
                </a:cubicBezTo>
                <a:cubicBezTo>
                  <a:pt x="1404920" y="99126"/>
                  <a:pt x="1402227" y="99857"/>
                  <a:pt x="1398432" y="99857"/>
                </a:cubicBezTo>
                <a:lnTo>
                  <a:pt x="1383431" y="99857"/>
                </a:lnTo>
                <a:lnTo>
                  <a:pt x="1383431" y="50082"/>
                </a:lnTo>
                <a:cubicBezTo>
                  <a:pt x="1383431" y="47672"/>
                  <a:pt x="1382995" y="46005"/>
                  <a:pt x="1382123" y="45082"/>
                </a:cubicBezTo>
                <a:cubicBezTo>
                  <a:pt x="1381251" y="44159"/>
                  <a:pt x="1379917" y="43697"/>
                  <a:pt x="1378122" y="43697"/>
                </a:cubicBezTo>
                <a:cubicBezTo>
                  <a:pt x="1376378" y="43697"/>
                  <a:pt x="1374763" y="44151"/>
                  <a:pt x="1373276" y="45060"/>
                </a:cubicBezTo>
                <a:cubicBezTo>
                  <a:pt x="1371378" y="46323"/>
                  <a:pt x="1369070" y="48698"/>
                  <a:pt x="1366352" y="52183"/>
                </a:cubicBezTo>
                <a:lnTo>
                  <a:pt x="1366352" y="84009"/>
                </a:lnTo>
                <a:cubicBezTo>
                  <a:pt x="1369634" y="84009"/>
                  <a:pt x="1372070" y="84740"/>
                  <a:pt x="1373660" y="86202"/>
                </a:cubicBezTo>
                <a:cubicBezTo>
                  <a:pt x="1375250" y="87663"/>
                  <a:pt x="1376045" y="89574"/>
                  <a:pt x="1376045" y="91933"/>
                </a:cubicBezTo>
                <a:cubicBezTo>
                  <a:pt x="1376045" y="94292"/>
                  <a:pt x="1375250" y="96203"/>
                  <a:pt x="1373660" y="97664"/>
                </a:cubicBezTo>
                <a:cubicBezTo>
                  <a:pt x="1372070" y="99126"/>
                  <a:pt x="1369378" y="99857"/>
                  <a:pt x="1365582" y="99857"/>
                </a:cubicBezTo>
                <a:lnTo>
                  <a:pt x="1350581" y="99857"/>
                </a:lnTo>
                <a:lnTo>
                  <a:pt x="1350581" y="49945"/>
                </a:lnTo>
                <a:cubicBezTo>
                  <a:pt x="1350581" y="47580"/>
                  <a:pt x="1350132" y="45922"/>
                  <a:pt x="1349235" y="44971"/>
                </a:cubicBezTo>
                <a:cubicBezTo>
                  <a:pt x="1348337" y="44019"/>
                  <a:pt x="1346991" y="43543"/>
                  <a:pt x="1345196" y="43543"/>
                </a:cubicBezTo>
                <a:cubicBezTo>
                  <a:pt x="1343349" y="43543"/>
                  <a:pt x="1341529" y="44122"/>
                  <a:pt x="1339734" y="45279"/>
                </a:cubicBezTo>
                <a:cubicBezTo>
                  <a:pt x="1337938" y="46436"/>
                  <a:pt x="1335784" y="48738"/>
                  <a:pt x="1333271" y="52183"/>
                </a:cubicBezTo>
                <a:lnTo>
                  <a:pt x="1333271" y="84009"/>
                </a:lnTo>
                <a:cubicBezTo>
                  <a:pt x="1336554" y="84009"/>
                  <a:pt x="1339003" y="84740"/>
                  <a:pt x="1340618" y="86202"/>
                </a:cubicBezTo>
                <a:cubicBezTo>
                  <a:pt x="1342234" y="87663"/>
                  <a:pt x="1343042" y="89574"/>
                  <a:pt x="1343042" y="91933"/>
                </a:cubicBezTo>
                <a:cubicBezTo>
                  <a:pt x="1343042" y="94292"/>
                  <a:pt x="1342234" y="96203"/>
                  <a:pt x="1340618" y="97664"/>
                </a:cubicBezTo>
                <a:cubicBezTo>
                  <a:pt x="1339003" y="99126"/>
                  <a:pt x="1336297" y="99857"/>
                  <a:pt x="1332502" y="99857"/>
                </a:cubicBezTo>
                <a:lnTo>
                  <a:pt x="1318270" y="99857"/>
                </a:lnTo>
                <a:cubicBezTo>
                  <a:pt x="1314474" y="99857"/>
                  <a:pt x="1311769" y="99113"/>
                  <a:pt x="1310153" y="97626"/>
                </a:cubicBezTo>
                <a:cubicBezTo>
                  <a:pt x="1308538" y="96138"/>
                  <a:pt x="1307730" y="94215"/>
                  <a:pt x="1307730" y="91856"/>
                </a:cubicBezTo>
                <a:cubicBezTo>
                  <a:pt x="1307730" y="89497"/>
                  <a:pt x="1308525" y="87599"/>
                  <a:pt x="1310115" y="86163"/>
                </a:cubicBezTo>
                <a:cubicBezTo>
                  <a:pt x="1311705" y="84727"/>
                  <a:pt x="1314167" y="84009"/>
                  <a:pt x="1317500" y="84009"/>
                </a:cubicBezTo>
                <a:lnTo>
                  <a:pt x="1317500" y="45851"/>
                </a:lnTo>
                <a:cubicBezTo>
                  <a:pt x="1314167" y="45851"/>
                  <a:pt x="1311705" y="45107"/>
                  <a:pt x="1310115" y="43620"/>
                </a:cubicBezTo>
                <a:cubicBezTo>
                  <a:pt x="1308525" y="42133"/>
                  <a:pt x="1307730" y="40209"/>
                  <a:pt x="1307730" y="37850"/>
                </a:cubicBezTo>
                <a:cubicBezTo>
                  <a:pt x="1307730" y="35491"/>
                  <a:pt x="1308538" y="33593"/>
                  <a:pt x="1310153" y="32157"/>
                </a:cubicBezTo>
                <a:cubicBezTo>
                  <a:pt x="1311769" y="30721"/>
                  <a:pt x="1314474" y="30003"/>
                  <a:pt x="1318270" y="30003"/>
                </a:cubicBezTo>
                <a:lnTo>
                  <a:pt x="1333271" y="30003"/>
                </a:lnTo>
                <a:close/>
                <a:moveTo>
                  <a:pt x="1463745" y="91856"/>
                </a:moveTo>
                <a:cubicBezTo>
                  <a:pt x="1463745" y="94831"/>
                  <a:pt x="1462693" y="97318"/>
                  <a:pt x="1460591" y="99318"/>
                </a:cubicBezTo>
                <a:cubicBezTo>
                  <a:pt x="1458488" y="101319"/>
                  <a:pt x="1455590" y="102319"/>
                  <a:pt x="1451897" y="102319"/>
                </a:cubicBezTo>
                <a:cubicBezTo>
                  <a:pt x="1448205" y="102319"/>
                  <a:pt x="1445307" y="101319"/>
                  <a:pt x="1443204" y="99318"/>
                </a:cubicBezTo>
                <a:cubicBezTo>
                  <a:pt x="1441101" y="97318"/>
                  <a:pt x="1440050" y="94831"/>
                  <a:pt x="1440050" y="91856"/>
                </a:cubicBezTo>
                <a:cubicBezTo>
                  <a:pt x="1440050" y="88881"/>
                  <a:pt x="1441101" y="86394"/>
                  <a:pt x="1443204" y="84394"/>
                </a:cubicBezTo>
                <a:cubicBezTo>
                  <a:pt x="1445307" y="82393"/>
                  <a:pt x="1448205" y="81393"/>
                  <a:pt x="1451897" y="81393"/>
                </a:cubicBezTo>
                <a:cubicBezTo>
                  <a:pt x="1455590" y="81393"/>
                  <a:pt x="1458488" y="82393"/>
                  <a:pt x="1460591" y="84394"/>
                </a:cubicBezTo>
                <a:cubicBezTo>
                  <a:pt x="1462693" y="86394"/>
                  <a:pt x="1463745" y="88881"/>
                  <a:pt x="1463745" y="91856"/>
                </a:cubicBezTo>
                <a:close/>
                <a:moveTo>
                  <a:pt x="1570370" y="32773"/>
                </a:moveTo>
                <a:cubicBezTo>
                  <a:pt x="1572267" y="31029"/>
                  <a:pt x="1574216" y="30157"/>
                  <a:pt x="1576216" y="30157"/>
                </a:cubicBezTo>
                <a:cubicBezTo>
                  <a:pt x="1578473" y="30157"/>
                  <a:pt x="1580332" y="30965"/>
                  <a:pt x="1581794" y="32580"/>
                </a:cubicBezTo>
                <a:cubicBezTo>
                  <a:pt x="1583256" y="34196"/>
                  <a:pt x="1583987" y="36876"/>
                  <a:pt x="1583987" y="40620"/>
                </a:cubicBezTo>
                <a:lnTo>
                  <a:pt x="1583987" y="50775"/>
                </a:lnTo>
                <a:cubicBezTo>
                  <a:pt x="1583987" y="54570"/>
                  <a:pt x="1583256" y="57263"/>
                  <a:pt x="1581794" y="58852"/>
                </a:cubicBezTo>
                <a:cubicBezTo>
                  <a:pt x="1580332" y="60442"/>
                  <a:pt x="1578422" y="61237"/>
                  <a:pt x="1576063" y="61237"/>
                </a:cubicBezTo>
                <a:cubicBezTo>
                  <a:pt x="1573909" y="61237"/>
                  <a:pt x="1572088" y="60622"/>
                  <a:pt x="1570600" y="59391"/>
                </a:cubicBezTo>
                <a:cubicBezTo>
                  <a:pt x="1569523" y="58468"/>
                  <a:pt x="1568677" y="56583"/>
                  <a:pt x="1568062" y="53737"/>
                </a:cubicBezTo>
                <a:cubicBezTo>
                  <a:pt x="1567446" y="50890"/>
                  <a:pt x="1565959" y="48774"/>
                  <a:pt x="1563600" y="47390"/>
                </a:cubicBezTo>
                <a:cubicBezTo>
                  <a:pt x="1559445" y="44928"/>
                  <a:pt x="1554137" y="43697"/>
                  <a:pt x="1547675" y="43697"/>
                </a:cubicBezTo>
                <a:cubicBezTo>
                  <a:pt x="1540238" y="43697"/>
                  <a:pt x="1534276" y="45865"/>
                  <a:pt x="1529788" y="50202"/>
                </a:cubicBezTo>
                <a:cubicBezTo>
                  <a:pt x="1525301" y="54538"/>
                  <a:pt x="1523057" y="60021"/>
                  <a:pt x="1523057" y="66651"/>
                </a:cubicBezTo>
                <a:cubicBezTo>
                  <a:pt x="1523057" y="72774"/>
                  <a:pt x="1525211" y="77608"/>
                  <a:pt x="1529519" y="81153"/>
                </a:cubicBezTo>
                <a:cubicBezTo>
                  <a:pt x="1533827" y="84698"/>
                  <a:pt x="1540982" y="86471"/>
                  <a:pt x="1550983" y="86471"/>
                </a:cubicBezTo>
                <a:cubicBezTo>
                  <a:pt x="1557548" y="86471"/>
                  <a:pt x="1562907" y="85810"/>
                  <a:pt x="1567062" y="84487"/>
                </a:cubicBezTo>
                <a:cubicBezTo>
                  <a:pt x="1569523" y="83673"/>
                  <a:pt x="1571857" y="82288"/>
                  <a:pt x="1574062" y="80331"/>
                </a:cubicBezTo>
                <a:cubicBezTo>
                  <a:pt x="1576268" y="78372"/>
                  <a:pt x="1578268" y="77393"/>
                  <a:pt x="1580063" y="77393"/>
                </a:cubicBezTo>
                <a:cubicBezTo>
                  <a:pt x="1582217" y="77393"/>
                  <a:pt x="1584076" y="78188"/>
                  <a:pt x="1585641" y="79778"/>
                </a:cubicBezTo>
                <a:cubicBezTo>
                  <a:pt x="1587205" y="81368"/>
                  <a:pt x="1587987" y="83240"/>
                  <a:pt x="1587987" y="85394"/>
                </a:cubicBezTo>
                <a:cubicBezTo>
                  <a:pt x="1587987" y="88881"/>
                  <a:pt x="1585602" y="92189"/>
                  <a:pt x="1580832" y="95318"/>
                </a:cubicBezTo>
                <a:cubicBezTo>
                  <a:pt x="1573755" y="99985"/>
                  <a:pt x="1563395" y="102319"/>
                  <a:pt x="1549752" y="102319"/>
                </a:cubicBezTo>
                <a:cubicBezTo>
                  <a:pt x="1537494" y="102319"/>
                  <a:pt x="1527955" y="99782"/>
                  <a:pt x="1521134" y="94710"/>
                </a:cubicBezTo>
                <a:cubicBezTo>
                  <a:pt x="1511902" y="87896"/>
                  <a:pt x="1507286" y="78572"/>
                  <a:pt x="1507286" y="66736"/>
                </a:cubicBezTo>
                <a:cubicBezTo>
                  <a:pt x="1507286" y="55516"/>
                  <a:pt x="1511030" y="46231"/>
                  <a:pt x="1518518" y="38879"/>
                </a:cubicBezTo>
                <a:cubicBezTo>
                  <a:pt x="1526006" y="31526"/>
                  <a:pt x="1535776" y="27849"/>
                  <a:pt x="1547829" y="27849"/>
                </a:cubicBezTo>
                <a:cubicBezTo>
                  <a:pt x="1552188" y="27849"/>
                  <a:pt x="1556240" y="28259"/>
                  <a:pt x="1559984" y="29080"/>
                </a:cubicBezTo>
                <a:cubicBezTo>
                  <a:pt x="1563728" y="29901"/>
                  <a:pt x="1567190" y="31132"/>
                  <a:pt x="1570370" y="32773"/>
                </a:cubicBezTo>
                <a:close/>
                <a:moveTo>
                  <a:pt x="1680841" y="66161"/>
                </a:moveTo>
                <a:cubicBezTo>
                  <a:pt x="1680841" y="72213"/>
                  <a:pt x="1679161" y="78072"/>
                  <a:pt x="1675802" y="83740"/>
                </a:cubicBezTo>
                <a:cubicBezTo>
                  <a:pt x="1672443" y="89407"/>
                  <a:pt x="1667442" y="93920"/>
                  <a:pt x="1660800" y="97280"/>
                </a:cubicBezTo>
                <a:cubicBezTo>
                  <a:pt x="1654159" y="100639"/>
                  <a:pt x="1647222" y="102319"/>
                  <a:pt x="1639990" y="102319"/>
                </a:cubicBezTo>
                <a:cubicBezTo>
                  <a:pt x="1632810" y="102319"/>
                  <a:pt x="1625938" y="100665"/>
                  <a:pt x="1619373" y="97357"/>
                </a:cubicBezTo>
                <a:cubicBezTo>
                  <a:pt x="1612808" y="94049"/>
                  <a:pt x="1607807" y="89548"/>
                  <a:pt x="1604371" y="83855"/>
                </a:cubicBezTo>
                <a:cubicBezTo>
                  <a:pt x="1600935" y="78162"/>
                  <a:pt x="1599217" y="72213"/>
                  <a:pt x="1599217" y="66007"/>
                </a:cubicBezTo>
                <a:cubicBezTo>
                  <a:pt x="1599217" y="59699"/>
                  <a:pt x="1600961" y="53506"/>
                  <a:pt x="1604448" y="47428"/>
                </a:cubicBezTo>
                <a:cubicBezTo>
                  <a:pt x="1607936" y="41351"/>
                  <a:pt x="1612949" y="36568"/>
                  <a:pt x="1619488" y="33080"/>
                </a:cubicBezTo>
                <a:cubicBezTo>
                  <a:pt x="1626027" y="29593"/>
                  <a:pt x="1632861" y="27849"/>
                  <a:pt x="1639990" y="27849"/>
                </a:cubicBezTo>
                <a:cubicBezTo>
                  <a:pt x="1647171" y="27849"/>
                  <a:pt x="1654082" y="29631"/>
                  <a:pt x="1660723" y="33196"/>
                </a:cubicBezTo>
                <a:cubicBezTo>
                  <a:pt x="1667365" y="36760"/>
                  <a:pt x="1672378" y="41556"/>
                  <a:pt x="1675763" y="47582"/>
                </a:cubicBezTo>
                <a:cubicBezTo>
                  <a:pt x="1679148" y="53608"/>
                  <a:pt x="1680841" y="59801"/>
                  <a:pt x="1680841" y="66161"/>
                </a:cubicBezTo>
                <a:moveTo>
                  <a:pt x="1665070" y="66233"/>
                </a:moveTo>
                <a:cubicBezTo>
                  <a:pt x="1665070" y="61175"/>
                  <a:pt x="1663249" y="56524"/>
                  <a:pt x="1659608" y="52282"/>
                </a:cubicBezTo>
                <a:cubicBezTo>
                  <a:pt x="1654633" y="46559"/>
                  <a:pt x="1648094" y="43697"/>
                  <a:pt x="1639990" y="43697"/>
                </a:cubicBezTo>
                <a:cubicBezTo>
                  <a:pt x="1632861" y="43697"/>
                  <a:pt x="1626912" y="45971"/>
                  <a:pt x="1622142" y="50520"/>
                </a:cubicBezTo>
                <a:cubicBezTo>
                  <a:pt x="1617373" y="55068"/>
                  <a:pt x="1614988" y="60332"/>
                  <a:pt x="1614988" y="66310"/>
                </a:cubicBezTo>
                <a:cubicBezTo>
                  <a:pt x="1614988" y="71216"/>
                  <a:pt x="1617398" y="75803"/>
                  <a:pt x="1622219" y="80071"/>
                </a:cubicBezTo>
                <a:cubicBezTo>
                  <a:pt x="1627040" y="84338"/>
                  <a:pt x="1632964" y="86471"/>
                  <a:pt x="1639990" y="86471"/>
                </a:cubicBezTo>
                <a:cubicBezTo>
                  <a:pt x="1647068" y="86471"/>
                  <a:pt x="1653017" y="84338"/>
                  <a:pt x="1657838" y="80071"/>
                </a:cubicBezTo>
                <a:cubicBezTo>
                  <a:pt x="1662660" y="75803"/>
                  <a:pt x="1665070" y="71190"/>
                  <a:pt x="1665070" y="66233"/>
                </a:cubicBezTo>
                <a:close/>
                <a:moveTo>
                  <a:pt x="1709611" y="30003"/>
                </a:moveTo>
                <a:lnTo>
                  <a:pt x="1709611" y="34465"/>
                </a:lnTo>
                <a:cubicBezTo>
                  <a:pt x="1712176" y="31894"/>
                  <a:pt x="1714497" y="30123"/>
                  <a:pt x="1716574" y="29152"/>
                </a:cubicBezTo>
                <a:cubicBezTo>
                  <a:pt x="1718651" y="28181"/>
                  <a:pt x="1721049" y="27695"/>
                  <a:pt x="1723767" y="27695"/>
                </a:cubicBezTo>
                <a:cubicBezTo>
                  <a:pt x="1726075" y="27695"/>
                  <a:pt x="1728357" y="28272"/>
                  <a:pt x="1730614" y="29426"/>
                </a:cubicBezTo>
                <a:cubicBezTo>
                  <a:pt x="1732870" y="30580"/>
                  <a:pt x="1735076" y="32311"/>
                  <a:pt x="1737230" y="34619"/>
                </a:cubicBezTo>
                <a:cubicBezTo>
                  <a:pt x="1739948" y="32337"/>
                  <a:pt x="1742705" y="30638"/>
                  <a:pt x="1745500" y="29522"/>
                </a:cubicBezTo>
                <a:cubicBezTo>
                  <a:pt x="1748295" y="28407"/>
                  <a:pt x="1751154" y="27849"/>
                  <a:pt x="1754078" y="27849"/>
                </a:cubicBezTo>
                <a:cubicBezTo>
                  <a:pt x="1759925" y="27849"/>
                  <a:pt x="1764669" y="29413"/>
                  <a:pt x="1768310" y="32542"/>
                </a:cubicBezTo>
                <a:cubicBezTo>
                  <a:pt x="1773131" y="36645"/>
                  <a:pt x="1775542" y="42030"/>
                  <a:pt x="1775542" y="48698"/>
                </a:cubicBezTo>
                <a:lnTo>
                  <a:pt x="1775542" y="84009"/>
                </a:lnTo>
                <a:cubicBezTo>
                  <a:pt x="1778824" y="84009"/>
                  <a:pt x="1781260" y="84740"/>
                  <a:pt x="1782850" y="86202"/>
                </a:cubicBezTo>
                <a:cubicBezTo>
                  <a:pt x="1784440" y="87663"/>
                  <a:pt x="1785235" y="89574"/>
                  <a:pt x="1785235" y="91933"/>
                </a:cubicBezTo>
                <a:cubicBezTo>
                  <a:pt x="1785235" y="94292"/>
                  <a:pt x="1784440" y="96203"/>
                  <a:pt x="1782850" y="97664"/>
                </a:cubicBezTo>
                <a:cubicBezTo>
                  <a:pt x="1781260" y="99126"/>
                  <a:pt x="1778568" y="99857"/>
                  <a:pt x="1774772" y="99857"/>
                </a:cubicBezTo>
                <a:lnTo>
                  <a:pt x="1759771" y="99857"/>
                </a:lnTo>
                <a:lnTo>
                  <a:pt x="1759771" y="50082"/>
                </a:lnTo>
                <a:cubicBezTo>
                  <a:pt x="1759771" y="47672"/>
                  <a:pt x="1759335" y="46005"/>
                  <a:pt x="1758463" y="45082"/>
                </a:cubicBezTo>
                <a:cubicBezTo>
                  <a:pt x="1757591" y="44159"/>
                  <a:pt x="1756257" y="43697"/>
                  <a:pt x="1754462" y="43697"/>
                </a:cubicBezTo>
                <a:cubicBezTo>
                  <a:pt x="1752719" y="43697"/>
                  <a:pt x="1751103" y="44151"/>
                  <a:pt x="1749616" y="45060"/>
                </a:cubicBezTo>
                <a:cubicBezTo>
                  <a:pt x="1747718" y="46323"/>
                  <a:pt x="1745410" y="48698"/>
                  <a:pt x="1742692" y="52183"/>
                </a:cubicBezTo>
                <a:lnTo>
                  <a:pt x="1742692" y="84009"/>
                </a:lnTo>
                <a:cubicBezTo>
                  <a:pt x="1745974" y="84009"/>
                  <a:pt x="1748410" y="84740"/>
                  <a:pt x="1750000" y="86202"/>
                </a:cubicBezTo>
                <a:cubicBezTo>
                  <a:pt x="1751590" y="87663"/>
                  <a:pt x="1752385" y="89574"/>
                  <a:pt x="1752385" y="91933"/>
                </a:cubicBezTo>
                <a:cubicBezTo>
                  <a:pt x="1752385" y="94292"/>
                  <a:pt x="1751590" y="96203"/>
                  <a:pt x="1750000" y="97664"/>
                </a:cubicBezTo>
                <a:cubicBezTo>
                  <a:pt x="1748410" y="99126"/>
                  <a:pt x="1745718" y="99857"/>
                  <a:pt x="1741923" y="99857"/>
                </a:cubicBezTo>
                <a:lnTo>
                  <a:pt x="1726921" y="99857"/>
                </a:lnTo>
                <a:lnTo>
                  <a:pt x="1726921" y="49945"/>
                </a:lnTo>
                <a:cubicBezTo>
                  <a:pt x="1726921" y="47580"/>
                  <a:pt x="1726472" y="45922"/>
                  <a:pt x="1725575" y="44971"/>
                </a:cubicBezTo>
                <a:cubicBezTo>
                  <a:pt x="1724677" y="44019"/>
                  <a:pt x="1723331" y="43543"/>
                  <a:pt x="1721536" y="43543"/>
                </a:cubicBezTo>
                <a:cubicBezTo>
                  <a:pt x="1719689" y="43543"/>
                  <a:pt x="1717869" y="44122"/>
                  <a:pt x="1716074" y="45279"/>
                </a:cubicBezTo>
                <a:cubicBezTo>
                  <a:pt x="1714279" y="46436"/>
                  <a:pt x="1712125" y="48738"/>
                  <a:pt x="1709611" y="52183"/>
                </a:cubicBezTo>
                <a:lnTo>
                  <a:pt x="1709611" y="84009"/>
                </a:lnTo>
                <a:cubicBezTo>
                  <a:pt x="1712894" y="84009"/>
                  <a:pt x="1715343" y="84740"/>
                  <a:pt x="1716958" y="86202"/>
                </a:cubicBezTo>
                <a:cubicBezTo>
                  <a:pt x="1718574" y="87663"/>
                  <a:pt x="1719382" y="89574"/>
                  <a:pt x="1719382" y="91933"/>
                </a:cubicBezTo>
                <a:cubicBezTo>
                  <a:pt x="1719382" y="94292"/>
                  <a:pt x="1718574" y="96203"/>
                  <a:pt x="1716958" y="97664"/>
                </a:cubicBezTo>
                <a:cubicBezTo>
                  <a:pt x="1715343" y="99126"/>
                  <a:pt x="1712637" y="99857"/>
                  <a:pt x="1708842" y="99857"/>
                </a:cubicBezTo>
                <a:lnTo>
                  <a:pt x="1694610" y="99857"/>
                </a:lnTo>
                <a:cubicBezTo>
                  <a:pt x="1690815" y="99857"/>
                  <a:pt x="1688109" y="99113"/>
                  <a:pt x="1686494" y="97626"/>
                </a:cubicBezTo>
                <a:cubicBezTo>
                  <a:pt x="1684878" y="96138"/>
                  <a:pt x="1684070" y="94215"/>
                  <a:pt x="1684070" y="91856"/>
                </a:cubicBezTo>
                <a:cubicBezTo>
                  <a:pt x="1684070" y="89497"/>
                  <a:pt x="1684865" y="87599"/>
                  <a:pt x="1686455" y="86163"/>
                </a:cubicBezTo>
                <a:cubicBezTo>
                  <a:pt x="1688045" y="84727"/>
                  <a:pt x="1690507" y="84009"/>
                  <a:pt x="1693841" y="84009"/>
                </a:cubicBezTo>
                <a:lnTo>
                  <a:pt x="1693841" y="45851"/>
                </a:lnTo>
                <a:cubicBezTo>
                  <a:pt x="1690507" y="45851"/>
                  <a:pt x="1688045" y="45107"/>
                  <a:pt x="1686455" y="43620"/>
                </a:cubicBezTo>
                <a:cubicBezTo>
                  <a:pt x="1684865" y="42133"/>
                  <a:pt x="1684070" y="40209"/>
                  <a:pt x="1684070" y="37850"/>
                </a:cubicBezTo>
                <a:cubicBezTo>
                  <a:pt x="1684070" y="35491"/>
                  <a:pt x="1684878" y="33593"/>
                  <a:pt x="1686494" y="32157"/>
                </a:cubicBezTo>
                <a:cubicBezTo>
                  <a:pt x="1688109" y="30721"/>
                  <a:pt x="1690815" y="30003"/>
                  <a:pt x="1694610" y="30003"/>
                </a:cubicBezTo>
                <a:lnTo>
                  <a:pt x="1709611" y="30003"/>
                </a:lnTo>
                <a:close/>
                <a:moveTo>
                  <a:pt x="1836084" y="63468"/>
                </a:moveTo>
                <a:cubicBezTo>
                  <a:pt x="1835777" y="66443"/>
                  <a:pt x="1834918" y="68610"/>
                  <a:pt x="1833507" y="69969"/>
                </a:cubicBezTo>
                <a:cubicBezTo>
                  <a:pt x="1832097" y="71328"/>
                  <a:pt x="1830315" y="72008"/>
                  <a:pt x="1828160" y="72008"/>
                </a:cubicBezTo>
                <a:cubicBezTo>
                  <a:pt x="1825853" y="72008"/>
                  <a:pt x="1823968" y="71200"/>
                  <a:pt x="1822506" y="69584"/>
                </a:cubicBezTo>
                <a:cubicBezTo>
                  <a:pt x="1821044" y="67969"/>
                  <a:pt x="1820313" y="65263"/>
                  <a:pt x="1820313" y="61468"/>
                </a:cubicBezTo>
                <a:lnTo>
                  <a:pt x="1820313" y="52621"/>
                </a:lnTo>
                <a:cubicBezTo>
                  <a:pt x="1832776" y="47851"/>
                  <a:pt x="1840290" y="44184"/>
                  <a:pt x="1842854" y="41620"/>
                </a:cubicBezTo>
                <a:cubicBezTo>
                  <a:pt x="1845419" y="39055"/>
                  <a:pt x="1846701" y="36440"/>
                  <a:pt x="1846701" y="33773"/>
                </a:cubicBezTo>
                <a:cubicBezTo>
                  <a:pt x="1846701" y="30029"/>
                  <a:pt x="1845201" y="26798"/>
                  <a:pt x="1842200" y="24080"/>
                </a:cubicBezTo>
                <a:cubicBezTo>
                  <a:pt x="1839200" y="21361"/>
                  <a:pt x="1834956" y="20002"/>
                  <a:pt x="1829468" y="20002"/>
                </a:cubicBezTo>
                <a:cubicBezTo>
                  <a:pt x="1823673" y="20002"/>
                  <a:pt x="1818082" y="21336"/>
                  <a:pt x="1812697" y="24003"/>
                </a:cubicBezTo>
                <a:lnTo>
                  <a:pt x="1812697" y="26311"/>
                </a:lnTo>
                <a:cubicBezTo>
                  <a:pt x="1812697" y="30055"/>
                  <a:pt x="1811966" y="32734"/>
                  <a:pt x="1810505" y="34350"/>
                </a:cubicBezTo>
                <a:cubicBezTo>
                  <a:pt x="1809043" y="35965"/>
                  <a:pt x="1807133" y="36773"/>
                  <a:pt x="1804773" y="36773"/>
                </a:cubicBezTo>
                <a:cubicBezTo>
                  <a:pt x="1802465" y="36773"/>
                  <a:pt x="1800581" y="35976"/>
                  <a:pt x="1799119" y="34381"/>
                </a:cubicBezTo>
                <a:cubicBezTo>
                  <a:pt x="1797657" y="32785"/>
                  <a:pt x="1796926" y="30083"/>
                  <a:pt x="1796926" y="26277"/>
                </a:cubicBezTo>
                <a:lnTo>
                  <a:pt x="1796926" y="13540"/>
                </a:lnTo>
                <a:cubicBezTo>
                  <a:pt x="1804979" y="9745"/>
                  <a:pt x="1811236" y="7232"/>
                  <a:pt x="1815698" y="6001"/>
                </a:cubicBezTo>
                <a:cubicBezTo>
                  <a:pt x="1820160" y="4770"/>
                  <a:pt x="1824776" y="4154"/>
                  <a:pt x="1829545" y="4154"/>
                </a:cubicBezTo>
                <a:cubicBezTo>
                  <a:pt x="1839495" y="4154"/>
                  <a:pt x="1847470" y="7030"/>
                  <a:pt x="1853471" y="12783"/>
                </a:cubicBezTo>
                <a:cubicBezTo>
                  <a:pt x="1859472" y="18533"/>
                  <a:pt x="1862472" y="25748"/>
                  <a:pt x="1862472" y="34427"/>
                </a:cubicBezTo>
                <a:cubicBezTo>
                  <a:pt x="1862472" y="40589"/>
                  <a:pt x="1860664" y="45828"/>
                  <a:pt x="1857048" y="50142"/>
                </a:cubicBezTo>
                <a:cubicBezTo>
                  <a:pt x="1853432" y="54455"/>
                  <a:pt x="1846444" y="58897"/>
                  <a:pt x="1836084" y="63468"/>
                </a:cubicBezTo>
                <a:moveTo>
                  <a:pt x="1839392" y="94010"/>
                </a:moveTo>
                <a:cubicBezTo>
                  <a:pt x="1839392" y="96421"/>
                  <a:pt x="1838533" y="98382"/>
                  <a:pt x="1836815" y="99895"/>
                </a:cubicBezTo>
                <a:cubicBezTo>
                  <a:pt x="1835097" y="101408"/>
                  <a:pt x="1832238" y="102165"/>
                  <a:pt x="1828237" y="102165"/>
                </a:cubicBezTo>
                <a:cubicBezTo>
                  <a:pt x="1824237" y="102165"/>
                  <a:pt x="1821378" y="101408"/>
                  <a:pt x="1819660" y="99895"/>
                </a:cubicBezTo>
                <a:cubicBezTo>
                  <a:pt x="1817941" y="98382"/>
                  <a:pt x="1817082" y="96421"/>
                  <a:pt x="1817082" y="94010"/>
                </a:cubicBezTo>
                <a:cubicBezTo>
                  <a:pt x="1817082" y="91600"/>
                  <a:pt x="1817929" y="89638"/>
                  <a:pt x="1819621" y="88125"/>
                </a:cubicBezTo>
                <a:cubicBezTo>
                  <a:pt x="1821314" y="86612"/>
                  <a:pt x="1824186" y="85855"/>
                  <a:pt x="1828237" y="85855"/>
                </a:cubicBezTo>
                <a:cubicBezTo>
                  <a:pt x="1832238" y="85855"/>
                  <a:pt x="1835097" y="86612"/>
                  <a:pt x="1836815" y="88125"/>
                </a:cubicBezTo>
                <a:cubicBezTo>
                  <a:pt x="1838533" y="89638"/>
                  <a:pt x="1839392" y="91600"/>
                  <a:pt x="1839392" y="9401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FFBD5-BD3D-4488-9FC9-BF114F02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018" y="1350438"/>
            <a:ext cx="2314749" cy="89605"/>
          </a:xfrm>
          <a:custGeom xmlns:a="http://schemas.openxmlformats.org/drawingml/2006/main">
            <a:pathLst>
              <a:path w="2314749" h="89605">
                <a:moveTo>
                  <a:pt x="0" y="37335"/>
                </a:moveTo>
                <a:lnTo>
                  <a:pt x="0" y="52270"/>
                </a:lnTo>
                <a:lnTo>
                  <a:pt x="2225144" y="52270"/>
                </a:lnTo>
                <a:lnTo>
                  <a:pt x="2225144" y="89605"/>
                </a:lnTo>
                <a:lnTo>
                  <a:pt x="2314749" y="44802"/>
                </a:lnTo>
                <a:lnTo>
                  <a:pt x="2225144" y="0"/>
                </a:lnTo>
                <a:lnTo>
                  <a:pt x="2225144" y="37335"/>
                </a:lnTo>
                <a:lnTo>
                  <a:pt x="0" y="3733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B7EF1-F549-487E-B1F2-0E83B2D7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7" y="1900314"/>
            <a:ext cx="2294423" cy="89605"/>
          </a:xfrm>
          <a:custGeom xmlns:a="http://schemas.openxmlformats.org/drawingml/2006/main">
            <a:pathLst>
              <a:path w="2294423" h="89605">
                <a:moveTo>
                  <a:pt x="0" y="33602"/>
                </a:moveTo>
                <a:lnTo>
                  <a:pt x="0" y="56003"/>
                </a:lnTo>
                <a:lnTo>
                  <a:pt x="2204819" y="56003"/>
                </a:lnTo>
                <a:lnTo>
                  <a:pt x="2204819" y="89605"/>
                </a:lnTo>
                <a:lnTo>
                  <a:pt x="2294423" y="44802"/>
                </a:lnTo>
                <a:lnTo>
                  <a:pt x="2204819" y="0"/>
                </a:lnTo>
                <a:lnTo>
                  <a:pt x="2204819" y="33602"/>
                </a:lnTo>
                <a:lnTo>
                  <a:pt x="0" y="3360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a28f263a84563"/>
          <a:stretch xmlns:a="http://schemas.openxmlformats.org/drawingml/2006/main"/>
        </p:blipFill>
        <p:spPr>
          <a:xfrm xmlns:a="http://schemas.openxmlformats.org/drawingml/2006/main">
            <a:off x="2916970" y="1834319"/>
            <a:ext cx="280389" cy="280389"/>
          </a:xfrm>
          <a:prstGeom xmlns:a="http://schemas.openxmlformats.org/drawingml/2006/main" prst="rect">
            <a:avLst/>
          </a:prstGeom>
        </p:spPr>
      </p:pic>
      <p:sp>
        <p:nvSpPr>
          <p:cNvPr id="47" name="Text Bailiwickcheckpassed">
            <a:extLst xmlns:a="http://schemas.openxmlformats.org/drawingml/2006/main">
              <a:ext uri="{FF2B5EF4-FFF2-40B4-BE49-F238E27FC236}">
                <a16:creationId xmlns:a16="http://schemas.microsoft.com/office/drawing/2014/main" id="{5D7D4F2D-919A-4DFF-9D3B-D60E6337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168" y="1935337"/>
            <a:ext cx="1800148" cy="150680"/>
          </a:xfrm>
          <a:custGeom xmlns:a="http://schemas.openxmlformats.org/drawingml/2006/main">
            <a:pathLst>
              <a:path w="1800148" h="150680">
                <a:moveTo>
                  <a:pt x="0" y="0"/>
                </a:moveTo>
                <a:lnTo>
                  <a:pt x="47218" y="0"/>
                </a:lnTo>
                <a:cubicBezTo>
                  <a:pt x="56565" y="0"/>
                  <a:pt x="63535" y="389"/>
                  <a:pt x="68128" y="1168"/>
                </a:cubicBezTo>
                <a:cubicBezTo>
                  <a:pt x="72721" y="1946"/>
                  <a:pt x="76830" y="3568"/>
                  <a:pt x="80456" y="6036"/>
                </a:cubicBezTo>
                <a:cubicBezTo>
                  <a:pt x="84082" y="8502"/>
                  <a:pt x="87104" y="11787"/>
                  <a:pt x="89521" y="15891"/>
                </a:cubicBezTo>
                <a:cubicBezTo>
                  <a:pt x="91939" y="19994"/>
                  <a:pt x="93147" y="24594"/>
                  <a:pt x="93147" y="29690"/>
                </a:cubicBezTo>
                <a:cubicBezTo>
                  <a:pt x="93147" y="35215"/>
                  <a:pt x="91657" y="40284"/>
                  <a:pt x="88675" y="44897"/>
                </a:cubicBezTo>
                <a:cubicBezTo>
                  <a:pt x="85694" y="49510"/>
                  <a:pt x="81652" y="52970"/>
                  <a:pt x="76548" y="55276"/>
                </a:cubicBezTo>
                <a:cubicBezTo>
                  <a:pt x="83747" y="57374"/>
                  <a:pt x="89280" y="60952"/>
                  <a:pt x="93147" y="66008"/>
                </a:cubicBezTo>
                <a:cubicBezTo>
                  <a:pt x="97015" y="71062"/>
                  <a:pt x="98949" y="77006"/>
                  <a:pt x="98949" y="83838"/>
                </a:cubicBezTo>
                <a:cubicBezTo>
                  <a:pt x="98949" y="89217"/>
                  <a:pt x="97700" y="94448"/>
                  <a:pt x="95202" y="99531"/>
                </a:cubicBezTo>
                <a:cubicBezTo>
                  <a:pt x="92704" y="104612"/>
                  <a:pt x="89293" y="108673"/>
                  <a:pt x="84969" y="111713"/>
                </a:cubicBezTo>
                <a:cubicBezTo>
                  <a:pt x="80644" y="114751"/>
                  <a:pt x="75313" y="116621"/>
                  <a:pt x="68974" y="117321"/>
                </a:cubicBezTo>
                <a:cubicBezTo>
                  <a:pt x="64999" y="117750"/>
                  <a:pt x="55410" y="118019"/>
                  <a:pt x="40208" y="118126"/>
                </a:cubicBezTo>
                <a:lnTo>
                  <a:pt x="0" y="118126"/>
                </a:lnTo>
                <a:lnTo>
                  <a:pt x="0" y="0"/>
                </a:lnTo>
                <a:moveTo>
                  <a:pt x="23851" y="19661"/>
                </a:moveTo>
                <a:lnTo>
                  <a:pt x="23851" y="46896"/>
                </a:lnTo>
                <a:lnTo>
                  <a:pt x="39483" y="46896"/>
                </a:lnTo>
                <a:cubicBezTo>
                  <a:pt x="48776" y="46896"/>
                  <a:pt x="54551" y="46762"/>
                  <a:pt x="56807" y="46493"/>
                </a:cubicBezTo>
                <a:cubicBezTo>
                  <a:pt x="60890" y="46011"/>
                  <a:pt x="64099" y="44606"/>
                  <a:pt x="66436" y="42278"/>
                </a:cubicBezTo>
                <a:cubicBezTo>
                  <a:pt x="68773" y="39948"/>
                  <a:pt x="69941" y="36881"/>
                  <a:pt x="69941" y="33077"/>
                </a:cubicBezTo>
                <a:cubicBezTo>
                  <a:pt x="69941" y="29436"/>
                  <a:pt x="68934" y="26477"/>
                  <a:pt x="66919" y="24201"/>
                </a:cubicBezTo>
                <a:cubicBezTo>
                  <a:pt x="64905" y="21925"/>
                  <a:pt x="61910" y="20546"/>
                  <a:pt x="57935" y="20064"/>
                </a:cubicBezTo>
                <a:cubicBezTo>
                  <a:pt x="55571" y="19795"/>
                  <a:pt x="48776" y="19661"/>
                  <a:pt x="37549" y="19661"/>
                </a:cubicBezTo>
                <a:lnTo>
                  <a:pt x="23851" y="19661"/>
                </a:lnTo>
                <a:moveTo>
                  <a:pt x="23851" y="66557"/>
                </a:moveTo>
                <a:lnTo>
                  <a:pt x="23851" y="98143"/>
                </a:lnTo>
                <a:lnTo>
                  <a:pt x="45929" y="98143"/>
                </a:lnTo>
                <a:cubicBezTo>
                  <a:pt x="54524" y="98143"/>
                  <a:pt x="59976" y="97901"/>
                  <a:pt x="62286" y="97418"/>
                </a:cubicBezTo>
                <a:cubicBezTo>
                  <a:pt x="65832" y="96773"/>
                  <a:pt x="68719" y="95202"/>
                  <a:pt x="70948" y="92704"/>
                </a:cubicBezTo>
                <a:cubicBezTo>
                  <a:pt x="73178" y="90206"/>
                  <a:pt x="74292" y="86862"/>
                  <a:pt x="74292" y="82672"/>
                </a:cubicBezTo>
                <a:cubicBezTo>
                  <a:pt x="74292" y="79127"/>
                  <a:pt x="73433" y="76119"/>
                  <a:pt x="71714" y="73648"/>
                </a:cubicBezTo>
                <a:cubicBezTo>
                  <a:pt x="69995" y="71177"/>
                  <a:pt x="67510" y="69377"/>
                  <a:pt x="64260" y="68249"/>
                </a:cubicBezTo>
                <a:cubicBezTo>
                  <a:pt x="61010" y="67121"/>
                  <a:pt x="53960" y="66557"/>
                  <a:pt x="43109" y="66557"/>
                </a:cubicBezTo>
                <a:lnTo>
                  <a:pt x="23851" y="66557"/>
                </a:lnTo>
                <a:close/>
                <a:moveTo>
                  <a:pt x="135406" y="58983"/>
                </a:moveTo>
                <a:lnTo>
                  <a:pt x="114859" y="55276"/>
                </a:lnTo>
                <a:cubicBezTo>
                  <a:pt x="117169" y="46894"/>
                  <a:pt x="121144" y="40690"/>
                  <a:pt x="126784" y="36663"/>
                </a:cubicBezTo>
                <a:cubicBezTo>
                  <a:pt x="132424" y="32634"/>
                  <a:pt x="140805" y="30619"/>
                  <a:pt x="151924" y="30619"/>
                </a:cubicBezTo>
                <a:cubicBezTo>
                  <a:pt x="162023" y="30619"/>
                  <a:pt x="169544" y="31815"/>
                  <a:pt x="174486" y="34205"/>
                </a:cubicBezTo>
                <a:cubicBezTo>
                  <a:pt x="179428" y="36596"/>
                  <a:pt x="182906" y="39631"/>
                  <a:pt x="184921" y="43310"/>
                </a:cubicBezTo>
                <a:cubicBezTo>
                  <a:pt x="186935" y="46990"/>
                  <a:pt x="187942" y="53745"/>
                  <a:pt x="187942" y="63576"/>
                </a:cubicBezTo>
                <a:lnTo>
                  <a:pt x="187701" y="90005"/>
                </a:lnTo>
                <a:cubicBezTo>
                  <a:pt x="187701" y="97525"/>
                  <a:pt x="188063" y="103072"/>
                  <a:pt x="188788" y="106644"/>
                </a:cubicBezTo>
                <a:cubicBezTo>
                  <a:pt x="189514" y="110216"/>
                  <a:pt x="190870" y="114044"/>
                  <a:pt x="192857" y="118126"/>
                </a:cubicBezTo>
                <a:lnTo>
                  <a:pt x="170457" y="118126"/>
                </a:lnTo>
                <a:cubicBezTo>
                  <a:pt x="169866" y="116622"/>
                  <a:pt x="169141" y="114393"/>
                  <a:pt x="168281" y="111438"/>
                </a:cubicBezTo>
                <a:cubicBezTo>
                  <a:pt x="167905" y="110095"/>
                  <a:pt x="167637" y="109209"/>
                  <a:pt x="167476" y="108779"/>
                </a:cubicBezTo>
                <a:cubicBezTo>
                  <a:pt x="163608" y="112540"/>
                  <a:pt x="159472" y="115360"/>
                  <a:pt x="155067" y="117240"/>
                </a:cubicBezTo>
                <a:cubicBezTo>
                  <a:pt x="150662" y="119120"/>
                  <a:pt x="145961" y="120060"/>
                  <a:pt x="140966" y="120060"/>
                </a:cubicBezTo>
                <a:cubicBezTo>
                  <a:pt x="132156" y="120060"/>
                  <a:pt x="125213" y="117680"/>
                  <a:pt x="120136" y="112919"/>
                </a:cubicBezTo>
                <a:cubicBezTo>
                  <a:pt x="115060" y="108158"/>
                  <a:pt x="112522" y="102140"/>
                  <a:pt x="112522" y="94865"/>
                </a:cubicBezTo>
                <a:cubicBezTo>
                  <a:pt x="112522" y="90050"/>
                  <a:pt x="113677" y="85758"/>
                  <a:pt x="115987" y="81987"/>
                </a:cubicBezTo>
                <a:cubicBezTo>
                  <a:pt x="118297" y="78215"/>
                  <a:pt x="121533" y="75326"/>
                  <a:pt x="125696" y="73320"/>
                </a:cubicBezTo>
                <a:cubicBezTo>
                  <a:pt x="129859" y="71314"/>
                  <a:pt x="135862" y="69563"/>
                  <a:pt x="143705" y="68065"/>
                </a:cubicBezTo>
                <a:cubicBezTo>
                  <a:pt x="154288" y="66086"/>
                  <a:pt x="161620" y="64240"/>
                  <a:pt x="165703" y="62528"/>
                </a:cubicBezTo>
                <a:lnTo>
                  <a:pt x="165703" y="60247"/>
                </a:lnTo>
                <a:cubicBezTo>
                  <a:pt x="165703" y="55847"/>
                  <a:pt x="164629" y="52710"/>
                  <a:pt x="162480" y="50837"/>
                </a:cubicBezTo>
                <a:cubicBezTo>
                  <a:pt x="160331" y="48962"/>
                  <a:pt x="156275" y="48024"/>
                  <a:pt x="150313" y="48024"/>
                </a:cubicBezTo>
                <a:cubicBezTo>
                  <a:pt x="146284" y="48024"/>
                  <a:pt x="143141" y="48835"/>
                  <a:pt x="140885" y="50457"/>
                </a:cubicBezTo>
                <a:cubicBezTo>
                  <a:pt x="138629" y="52076"/>
                  <a:pt x="136803" y="54918"/>
                  <a:pt x="135406" y="58983"/>
                </a:cubicBezTo>
                <a:moveTo>
                  <a:pt x="165703" y="77354"/>
                </a:moveTo>
                <a:cubicBezTo>
                  <a:pt x="162802" y="78309"/>
                  <a:pt x="158209" y="79451"/>
                  <a:pt x="151924" y="80779"/>
                </a:cubicBezTo>
                <a:cubicBezTo>
                  <a:pt x="145639" y="82105"/>
                  <a:pt x="141530" y="83405"/>
                  <a:pt x="139596" y="84679"/>
                </a:cubicBezTo>
                <a:cubicBezTo>
                  <a:pt x="136641" y="86749"/>
                  <a:pt x="135164" y="89376"/>
                  <a:pt x="135164" y="92561"/>
                </a:cubicBezTo>
                <a:cubicBezTo>
                  <a:pt x="135164" y="95693"/>
                  <a:pt x="136346" y="98401"/>
                  <a:pt x="138710" y="100684"/>
                </a:cubicBezTo>
                <a:cubicBezTo>
                  <a:pt x="141073" y="102965"/>
                  <a:pt x="144081" y="104106"/>
                  <a:pt x="147734" y="104106"/>
                </a:cubicBezTo>
                <a:cubicBezTo>
                  <a:pt x="151817" y="104106"/>
                  <a:pt x="155711" y="102779"/>
                  <a:pt x="159418" y="100125"/>
                </a:cubicBezTo>
                <a:cubicBezTo>
                  <a:pt x="162158" y="98109"/>
                  <a:pt x="163957" y="95640"/>
                  <a:pt x="164817" y="92719"/>
                </a:cubicBezTo>
                <a:cubicBezTo>
                  <a:pt x="165407" y="90809"/>
                  <a:pt x="165703" y="87174"/>
                  <a:pt x="165703" y="81814"/>
                </a:cubicBezTo>
                <a:lnTo>
                  <a:pt x="165703" y="77354"/>
                </a:lnTo>
                <a:close/>
                <a:moveTo>
                  <a:pt x="209583" y="20950"/>
                </a:moveTo>
                <a:lnTo>
                  <a:pt x="209583" y="0"/>
                </a:lnTo>
                <a:lnTo>
                  <a:pt x="232225" y="0"/>
                </a:lnTo>
                <a:lnTo>
                  <a:pt x="232225" y="20950"/>
                </a:lnTo>
                <a:lnTo>
                  <a:pt x="209583" y="20950"/>
                </a:lnTo>
                <a:moveTo>
                  <a:pt x="209583" y="118126"/>
                </a:moveTo>
                <a:lnTo>
                  <a:pt x="209583" y="32553"/>
                </a:lnTo>
                <a:lnTo>
                  <a:pt x="232225" y="32553"/>
                </a:lnTo>
                <a:lnTo>
                  <a:pt x="232225" y="118126"/>
                </a:lnTo>
                <a:lnTo>
                  <a:pt x="209583" y="118126"/>
                </a:lnTo>
                <a:close/>
                <a:moveTo>
                  <a:pt x="255133" y="118126"/>
                </a:moveTo>
                <a:lnTo>
                  <a:pt x="255133" y="0"/>
                </a:lnTo>
                <a:lnTo>
                  <a:pt x="277775" y="0"/>
                </a:lnTo>
                <a:lnTo>
                  <a:pt x="277775" y="118126"/>
                </a:lnTo>
                <a:lnTo>
                  <a:pt x="255133" y="118126"/>
                </a:lnTo>
                <a:close/>
                <a:moveTo>
                  <a:pt x="300681" y="20950"/>
                </a:moveTo>
                <a:lnTo>
                  <a:pt x="300681" y="0"/>
                </a:lnTo>
                <a:lnTo>
                  <a:pt x="323324" y="0"/>
                </a:lnTo>
                <a:lnTo>
                  <a:pt x="323324" y="20950"/>
                </a:lnTo>
                <a:lnTo>
                  <a:pt x="300681" y="20950"/>
                </a:lnTo>
                <a:moveTo>
                  <a:pt x="300681" y="118126"/>
                </a:moveTo>
                <a:lnTo>
                  <a:pt x="300681" y="32553"/>
                </a:lnTo>
                <a:lnTo>
                  <a:pt x="323324" y="32553"/>
                </a:lnTo>
                <a:lnTo>
                  <a:pt x="323324" y="118126"/>
                </a:lnTo>
                <a:lnTo>
                  <a:pt x="300681" y="118126"/>
                </a:lnTo>
                <a:close/>
                <a:moveTo>
                  <a:pt x="362184" y="118126"/>
                </a:moveTo>
                <a:lnTo>
                  <a:pt x="335110" y="32553"/>
                </a:lnTo>
                <a:lnTo>
                  <a:pt x="357108" y="32553"/>
                </a:lnTo>
                <a:lnTo>
                  <a:pt x="373143" y="88635"/>
                </a:lnTo>
                <a:lnTo>
                  <a:pt x="387889" y="32553"/>
                </a:lnTo>
                <a:lnTo>
                  <a:pt x="409725" y="32553"/>
                </a:lnTo>
                <a:lnTo>
                  <a:pt x="423987" y="88635"/>
                </a:lnTo>
                <a:lnTo>
                  <a:pt x="440344" y="32553"/>
                </a:lnTo>
                <a:lnTo>
                  <a:pt x="462664" y="32553"/>
                </a:lnTo>
                <a:lnTo>
                  <a:pt x="435188" y="118126"/>
                </a:lnTo>
                <a:lnTo>
                  <a:pt x="413432" y="118126"/>
                </a:lnTo>
                <a:lnTo>
                  <a:pt x="398686" y="63092"/>
                </a:lnTo>
                <a:lnTo>
                  <a:pt x="384182" y="118126"/>
                </a:lnTo>
                <a:lnTo>
                  <a:pt x="362184" y="118126"/>
                </a:lnTo>
                <a:close/>
                <a:moveTo>
                  <a:pt x="473917" y="20950"/>
                </a:moveTo>
                <a:lnTo>
                  <a:pt x="473917" y="0"/>
                </a:lnTo>
                <a:lnTo>
                  <a:pt x="496560" y="0"/>
                </a:lnTo>
                <a:lnTo>
                  <a:pt x="496560" y="20950"/>
                </a:lnTo>
                <a:lnTo>
                  <a:pt x="473917" y="20950"/>
                </a:lnTo>
                <a:moveTo>
                  <a:pt x="473917" y="118126"/>
                </a:moveTo>
                <a:lnTo>
                  <a:pt x="473917" y="32553"/>
                </a:lnTo>
                <a:lnTo>
                  <a:pt x="496560" y="32553"/>
                </a:lnTo>
                <a:lnTo>
                  <a:pt x="496560" y="118126"/>
                </a:lnTo>
                <a:lnTo>
                  <a:pt x="473917" y="118126"/>
                </a:lnTo>
                <a:close/>
                <a:moveTo>
                  <a:pt x="594080" y="57855"/>
                </a:moveTo>
                <a:lnTo>
                  <a:pt x="571761" y="61883"/>
                </a:lnTo>
                <a:cubicBezTo>
                  <a:pt x="571009" y="57452"/>
                  <a:pt x="569303" y="54114"/>
                  <a:pt x="566644" y="51872"/>
                </a:cubicBezTo>
                <a:cubicBezTo>
                  <a:pt x="563985" y="49629"/>
                  <a:pt x="560533" y="48508"/>
                  <a:pt x="556290" y="48508"/>
                </a:cubicBezTo>
                <a:cubicBezTo>
                  <a:pt x="550649" y="48508"/>
                  <a:pt x="546150" y="50449"/>
                  <a:pt x="542793" y="54332"/>
                </a:cubicBezTo>
                <a:cubicBezTo>
                  <a:pt x="539436" y="58215"/>
                  <a:pt x="537757" y="64708"/>
                  <a:pt x="537757" y="73811"/>
                </a:cubicBezTo>
                <a:cubicBezTo>
                  <a:pt x="537757" y="83934"/>
                  <a:pt x="539462" y="91084"/>
                  <a:pt x="542874" y="95263"/>
                </a:cubicBezTo>
                <a:cubicBezTo>
                  <a:pt x="546285" y="99439"/>
                  <a:pt x="550864" y="101527"/>
                  <a:pt x="556612" y="101527"/>
                </a:cubicBezTo>
                <a:cubicBezTo>
                  <a:pt x="560909" y="101527"/>
                  <a:pt x="564428" y="100305"/>
                  <a:pt x="567168" y="97861"/>
                </a:cubicBezTo>
                <a:cubicBezTo>
                  <a:pt x="569907" y="95417"/>
                  <a:pt x="571841" y="91214"/>
                  <a:pt x="572969" y="85251"/>
                </a:cubicBezTo>
                <a:lnTo>
                  <a:pt x="595209" y="89119"/>
                </a:lnTo>
                <a:cubicBezTo>
                  <a:pt x="592899" y="99325"/>
                  <a:pt x="588467" y="107034"/>
                  <a:pt x="581913" y="112244"/>
                </a:cubicBezTo>
                <a:cubicBezTo>
                  <a:pt x="575360" y="117455"/>
                  <a:pt x="566577" y="120060"/>
                  <a:pt x="555565" y="120060"/>
                </a:cubicBezTo>
                <a:cubicBezTo>
                  <a:pt x="543048" y="120060"/>
                  <a:pt x="533070" y="116112"/>
                  <a:pt x="525630" y="108215"/>
                </a:cubicBezTo>
                <a:cubicBezTo>
                  <a:pt x="518190" y="100319"/>
                  <a:pt x="514470" y="89387"/>
                  <a:pt x="514470" y="75420"/>
                </a:cubicBezTo>
                <a:cubicBezTo>
                  <a:pt x="514470" y="61292"/>
                  <a:pt x="518204" y="50294"/>
                  <a:pt x="525670" y="42424"/>
                </a:cubicBezTo>
                <a:cubicBezTo>
                  <a:pt x="533137" y="34554"/>
                  <a:pt x="543236" y="30619"/>
                  <a:pt x="555967" y="30619"/>
                </a:cubicBezTo>
                <a:cubicBezTo>
                  <a:pt x="566389" y="30619"/>
                  <a:pt x="574675" y="32862"/>
                  <a:pt x="580826" y="37348"/>
                </a:cubicBezTo>
                <a:cubicBezTo>
                  <a:pt x="586976" y="41833"/>
                  <a:pt x="591395" y="48669"/>
                  <a:pt x="594080" y="57855"/>
                </a:cubicBezTo>
                <a:close/>
                <a:moveTo>
                  <a:pt x="609759" y="118126"/>
                </a:moveTo>
                <a:lnTo>
                  <a:pt x="609759" y="0"/>
                </a:lnTo>
                <a:lnTo>
                  <a:pt x="632401" y="0"/>
                </a:lnTo>
                <a:lnTo>
                  <a:pt x="632401" y="62689"/>
                </a:lnTo>
                <a:lnTo>
                  <a:pt x="658911" y="32553"/>
                </a:lnTo>
                <a:lnTo>
                  <a:pt x="686791" y="32553"/>
                </a:lnTo>
                <a:lnTo>
                  <a:pt x="657541" y="63830"/>
                </a:lnTo>
                <a:lnTo>
                  <a:pt x="688886" y="118126"/>
                </a:lnTo>
                <a:lnTo>
                  <a:pt x="664471" y="118126"/>
                </a:lnTo>
                <a:lnTo>
                  <a:pt x="642957" y="79681"/>
                </a:lnTo>
                <a:lnTo>
                  <a:pt x="632401" y="90730"/>
                </a:lnTo>
                <a:lnTo>
                  <a:pt x="632401" y="118126"/>
                </a:lnTo>
                <a:lnTo>
                  <a:pt x="609759" y="118126"/>
                </a:lnTo>
                <a:close/>
                <a:moveTo>
                  <a:pt x="821826" y="57855"/>
                </a:moveTo>
                <a:lnTo>
                  <a:pt x="799506" y="61883"/>
                </a:lnTo>
                <a:cubicBezTo>
                  <a:pt x="798754" y="57452"/>
                  <a:pt x="797049" y="54114"/>
                  <a:pt x="794390" y="51872"/>
                </a:cubicBezTo>
                <a:cubicBezTo>
                  <a:pt x="791731" y="49629"/>
                  <a:pt x="788279" y="48508"/>
                  <a:pt x="784036" y="48508"/>
                </a:cubicBezTo>
                <a:cubicBezTo>
                  <a:pt x="778395" y="48508"/>
                  <a:pt x="773896" y="50449"/>
                  <a:pt x="770539" y="54332"/>
                </a:cubicBezTo>
                <a:cubicBezTo>
                  <a:pt x="767182" y="58215"/>
                  <a:pt x="765503" y="64708"/>
                  <a:pt x="765503" y="73811"/>
                </a:cubicBezTo>
                <a:cubicBezTo>
                  <a:pt x="765503" y="83934"/>
                  <a:pt x="767208" y="91084"/>
                  <a:pt x="770619" y="95263"/>
                </a:cubicBezTo>
                <a:cubicBezTo>
                  <a:pt x="774031" y="99439"/>
                  <a:pt x="778610" y="101527"/>
                  <a:pt x="784358" y="101527"/>
                </a:cubicBezTo>
                <a:cubicBezTo>
                  <a:pt x="788655" y="101527"/>
                  <a:pt x="792174" y="100305"/>
                  <a:pt x="794914" y="97861"/>
                </a:cubicBezTo>
                <a:cubicBezTo>
                  <a:pt x="797653" y="95417"/>
                  <a:pt x="799587" y="91214"/>
                  <a:pt x="800715" y="85251"/>
                </a:cubicBezTo>
                <a:lnTo>
                  <a:pt x="822954" y="89119"/>
                </a:lnTo>
                <a:cubicBezTo>
                  <a:pt x="820645" y="99325"/>
                  <a:pt x="816213" y="107034"/>
                  <a:pt x="809659" y="112244"/>
                </a:cubicBezTo>
                <a:cubicBezTo>
                  <a:pt x="803106" y="117455"/>
                  <a:pt x="794323" y="120060"/>
                  <a:pt x="783310" y="120060"/>
                </a:cubicBezTo>
                <a:cubicBezTo>
                  <a:pt x="770794" y="120060"/>
                  <a:pt x="760816" y="116112"/>
                  <a:pt x="753376" y="108215"/>
                </a:cubicBezTo>
                <a:cubicBezTo>
                  <a:pt x="745936" y="100319"/>
                  <a:pt x="742216" y="89387"/>
                  <a:pt x="742216" y="75420"/>
                </a:cubicBezTo>
                <a:cubicBezTo>
                  <a:pt x="742216" y="61292"/>
                  <a:pt x="745949" y="50294"/>
                  <a:pt x="753416" y="42424"/>
                </a:cubicBezTo>
                <a:cubicBezTo>
                  <a:pt x="760883" y="34554"/>
                  <a:pt x="770982" y="30619"/>
                  <a:pt x="783713" y="30619"/>
                </a:cubicBezTo>
                <a:cubicBezTo>
                  <a:pt x="794135" y="30619"/>
                  <a:pt x="802421" y="32862"/>
                  <a:pt x="808571" y="37348"/>
                </a:cubicBezTo>
                <a:cubicBezTo>
                  <a:pt x="814722" y="41833"/>
                  <a:pt x="819140" y="48669"/>
                  <a:pt x="821826" y="57855"/>
                </a:cubicBezTo>
                <a:close/>
                <a:moveTo>
                  <a:pt x="860872" y="0"/>
                </a:moveTo>
                <a:lnTo>
                  <a:pt x="860872" y="43492"/>
                </a:lnTo>
                <a:cubicBezTo>
                  <a:pt x="868178" y="34910"/>
                  <a:pt x="876907" y="30619"/>
                  <a:pt x="887060" y="30619"/>
                </a:cubicBezTo>
                <a:cubicBezTo>
                  <a:pt x="892270" y="30619"/>
                  <a:pt x="896971" y="31586"/>
                  <a:pt x="901161" y="33520"/>
                </a:cubicBezTo>
                <a:cubicBezTo>
                  <a:pt x="905351" y="35454"/>
                  <a:pt x="908507" y="37925"/>
                  <a:pt x="910628" y="40933"/>
                </a:cubicBezTo>
                <a:cubicBezTo>
                  <a:pt x="912750" y="43941"/>
                  <a:pt x="914201" y="47272"/>
                  <a:pt x="914980" y="50925"/>
                </a:cubicBezTo>
                <a:cubicBezTo>
                  <a:pt x="915759" y="54578"/>
                  <a:pt x="916148" y="60245"/>
                  <a:pt x="916148" y="67927"/>
                </a:cubicBezTo>
                <a:lnTo>
                  <a:pt x="916148" y="118126"/>
                </a:lnTo>
                <a:lnTo>
                  <a:pt x="893506" y="118126"/>
                </a:lnTo>
                <a:lnTo>
                  <a:pt x="893506" y="72975"/>
                </a:lnTo>
                <a:cubicBezTo>
                  <a:pt x="893506" y="64014"/>
                  <a:pt x="893076" y="58327"/>
                  <a:pt x="892217" y="55913"/>
                </a:cubicBezTo>
                <a:cubicBezTo>
                  <a:pt x="891357" y="53497"/>
                  <a:pt x="889840" y="51579"/>
                  <a:pt x="887664" y="50157"/>
                </a:cubicBezTo>
                <a:cubicBezTo>
                  <a:pt x="885488" y="48735"/>
                  <a:pt x="882762" y="48024"/>
                  <a:pt x="879485" y="48024"/>
                </a:cubicBezTo>
                <a:cubicBezTo>
                  <a:pt x="875725" y="48024"/>
                  <a:pt x="872368" y="48936"/>
                  <a:pt x="869413" y="50761"/>
                </a:cubicBezTo>
                <a:cubicBezTo>
                  <a:pt x="866459" y="52586"/>
                  <a:pt x="864296" y="55336"/>
                  <a:pt x="862927" y="59010"/>
                </a:cubicBezTo>
                <a:cubicBezTo>
                  <a:pt x="861557" y="62685"/>
                  <a:pt x="860872" y="68118"/>
                  <a:pt x="860872" y="75310"/>
                </a:cubicBezTo>
                <a:lnTo>
                  <a:pt x="860872" y="118126"/>
                </a:lnTo>
                <a:lnTo>
                  <a:pt x="838230" y="118126"/>
                </a:lnTo>
                <a:lnTo>
                  <a:pt x="838230" y="0"/>
                </a:lnTo>
                <a:lnTo>
                  <a:pt x="860872" y="0"/>
                </a:lnTo>
                <a:close/>
                <a:moveTo>
                  <a:pt x="987924" y="90891"/>
                </a:moveTo>
                <a:lnTo>
                  <a:pt x="1010486" y="94759"/>
                </a:lnTo>
                <a:cubicBezTo>
                  <a:pt x="1007585" y="103005"/>
                  <a:pt x="1003006" y="109283"/>
                  <a:pt x="996747" y="113594"/>
                </a:cubicBezTo>
                <a:cubicBezTo>
                  <a:pt x="990489" y="117905"/>
                  <a:pt x="982660" y="120060"/>
                  <a:pt x="973259" y="120060"/>
                </a:cubicBezTo>
                <a:cubicBezTo>
                  <a:pt x="958379" y="120060"/>
                  <a:pt x="947367" y="115199"/>
                  <a:pt x="940222" y="105476"/>
                </a:cubicBezTo>
                <a:cubicBezTo>
                  <a:pt x="934582" y="97687"/>
                  <a:pt x="931762" y="87856"/>
                  <a:pt x="931762" y="75984"/>
                </a:cubicBezTo>
                <a:cubicBezTo>
                  <a:pt x="931762" y="61803"/>
                  <a:pt x="935468" y="50697"/>
                  <a:pt x="942881" y="42666"/>
                </a:cubicBezTo>
                <a:cubicBezTo>
                  <a:pt x="950295" y="34635"/>
                  <a:pt x="959668" y="30619"/>
                  <a:pt x="971003" y="30619"/>
                </a:cubicBezTo>
                <a:cubicBezTo>
                  <a:pt x="983734" y="30619"/>
                  <a:pt x="993779" y="34823"/>
                  <a:pt x="1001139" y="43230"/>
                </a:cubicBezTo>
                <a:cubicBezTo>
                  <a:pt x="1008498" y="51637"/>
                  <a:pt x="1012017" y="64516"/>
                  <a:pt x="1011694" y="81867"/>
                </a:cubicBezTo>
                <a:lnTo>
                  <a:pt x="954968" y="81867"/>
                </a:lnTo>
                <a:cubicBezTo>
                  <a:pt x="955129" y="88581"/>
                  <a:pt x="956956" y="93805"/>
                  <a:pt x="960447" y="97539"/>
                </a:cubicBezTo>
                <a:cubicBezTo>
                  <a:pt x="963939" y="101272"/>
                  <a:pt x="968290" y="103139"/>
                  <a:pt x="973501" y="103139"/>
                </a:cubicBezTo>
                <a:cubicBezTo>
                  <a:pt x="977046" y="103139"/>
                  <a:pt x="980028" y="102172"/>
                  <a:pt x="982445" y="100238"/>
                </a:cubicBezTo>
                <a:cubicBezTo>
                  <a:pt x="984862" y="98304"/>
                  <a:pt x="986689" y="95189"/>
                  <a:pt x="987924" y="90891"/>
                </a:cubicBezTo>
                <a:moveTo>
                  <a:pt x="989213" y="68007"/>
                </a:moveTo>
                <a:cubicBezTo>
                  <a:pt x="989052" y="61480"/>
                  <a:pt x="987360" y="56518"/>
                  <a:pt x="984137" y="53121"/>
                </a:cubicBezTo>
                <a:cubicBezTo>
                  <a:pt x="980914" y="49723"/>
                  <a:pt x="976992" y="48024"/>
                  <a:pt x="972373" y="48024"/>
                </a:cubicBezTo>
                <a:cubicBezTo>
                  <a:pt x="967431" y="48024"/>
                  <a:pt x="963348" y="49816"/>
                  <a:pt x="960125" y="53400"/>
                </a:cubicBezTo>
                <a:cubicBezTo>
                  <a:pt x="956902" y="56986"/>
                  <a:pt x="955317" y="61855"/>
                  <a:pt x="955371" y="68007"/>
                </a:cubicBezTo>
                <a:lnTo>
                  <a:pt x="989213" y="68007"/>
                </a:lnTo>
                <a:close/>
                <a:moveTo>
                  <a:pt x="1104082" y="57855"/>
                </a:moveTo>
                <a:lnTo>
                  <a:pt x="1081762" y="61883"/>
                </a:lnTo>
                <a:cubicBezTo>
                  <a:pt x="1081010" y="57452"/>
                  <a:pt x="1079305" y="54114"/>
                  <a:pt x="1076646" y="51872"/>
                </a:cubicBezTo>
                <a:cubicBezTo>
                  <a:pt x="1073987" y="49629"/>
                  <a:pt x="1070535" y="48508"/>
                  <a:pt x="1066291" y="48508"/>
                </a:cubicBezTo>
                <a:cubicBezTo>
                  <a:pt x="1060651" y="48508"/>
                  <a:pt x="1056152" y="50449"/>
                  <a:pt x="1052795" y="54332"/>
                </a:cubicBezTo>
                <a:cubicBezTo>
                  <a:pt x="1049437" y="58215"/>
                  <a:pt x="1047759" y="64708"/>
                  <a:pt x="1047759" y="73811"/>
                </a:cubicBezTo>
                <a:cubicBezTo>
                  <a:pt x="1047759" y="83934"/>
                  <a:pt x="1049464" y="91084"/>
                  <a:pt x="1052875" y="95263"/>
                </a:cubicBezTo>
                <a:cubicBezTo>
                  <a:pt x="1056286" y="99439"/>
                  <a:pt x="1060866" y="101527"/>
                  <a:pt x="1066614" y="101527"/>
                </a:cubicBezTo>
                <a:cubicBezTo>
                  <a:pt x="1070911" y="101527"/>
                  <a:pt x="1074430" y="100305"/>
                  <a:pt x="1077169" y="97861"/>
                </a:cubicBezTo>
                <a:cubicBezTo>
                  <a:pt x="1079909" y="95417"/>
                  <a:pt x="1081843" y="91214"/>
                  <a:pt x="1082971" y="85251"/>
                </a:cubicBezTo>
                <a:lnTo>
                  <a:pt x="1105210" y="89119"/>
                </a:lnTo>
                <a:cubicBezTo>
                  <a:pt x="1102900" y="99325"/>
                  <a:pt x="1098469" y="107034"/>
                  <a:pt x="1091915" y="112244"/>
                </a:cubicBezTo>
                <a:cubicBezTo>
                  <a:pt x="1085361" y="117455"/>
                  <a:pt x="1076579" y="120060"/>
                  <a:pt x="1065566" y="120060"/>
                </a:cubicBezTo>
                <a:cubicBezTo>
                  <a:pt x="1053050" y="120060"/>
                  <a:pt x="1043072" y="116112"/>
                  <a:pt x="1035632" y="108215"/>
                </a:cubicBezTo>
                <a:cubicBezTo>
                  <a:pt x="1028192" y="100319"/>
                  <a:pt x="1024472" y="89387"/>
                  <a:pt x="1024472" y="75420"/>
                </a:cubicBezTo>
                <a:cubicBezTo>
                  <a:pt x="1024472" y="61292"/>
                  <a:pt x="1028205" y="50294"/>
                  <a:pt x="1035672" y="42424"/>
                </a:cubicBezTo>
                <a:cubicBezTo>
                  <a:pt x="1043139" y="34554"/>
                  <a:pt x="1053238" y="30619"/>
                  <a:pt x="1065969" y="30619"/>
                </a:cubicBezTo>
                <a:cubicBezTo>
                  <a:pt x="1076390" y="30619"/>
                  <a:pt x="1084677" y="32862"/>
                  <a:pt x="1090827" y="37348"/>
                </a:cubicBezTo>
                <a:cubicBezTo>
                  <a:pt x="1096978" y="41833"/>
                  <a:pt x="1101396" y="48669"/>
                  <a:pt x="1104082" y="57855"/>
                </a:cubicBezTo>
                <a:close/>
                <a:moveTo>
                  <a:pt x="1119760" y="118126"/>
                </a:moveTo>
                <a:lnTo>
                  <a:pt x="1119760" y="0"/>
                </a:lnTo>
                <a:lnTo>
                  <a:pt x="1142403" y="0"/>
                </a:lnTo>
                <a:lnTo>
                  <a:pt x="1142403" y="62689"/>
                </a:lnTo>
                <a:lnTo>
                  <a:pt x="1168913" y="32553"/>
                </a:lnTo>
                <a:lnTo>
                  <a:pt x="1196792" y="32553"/>
                </a:lnTo>
                <a:lnTo>
                  <a:pt x="1167543" y="63830"/>
                </a:lnTo>
                <a:lnTo>
                  <a:pt x="1198887" y="118126"/>
                </a:lnTo>
                <a:lnTo>
                  <a:pt x="1174472" y="118126"/>
                </a:lnTo>
                <a:lnTo>
                  <a:pt x="1152958" y="79681"/>
                </a:lnTo>
                <a:lnTo>
                  <a:pt x="1142403" y="90730"/>
                </a:lnTo>
                <a:lnTo>
                  <a:pt x="1142403" y="118126"/>
                </a:lnTo>
                <a:lnTo>
                  <a:pt x="1119760" y="118126"/>
                </a:lnTo>
                <a:close/>
                <a:moveTo>
                  <a:pt x="1256569" y="32553"/>
                </a:moveTo>
                <a:lnTo>
                  <a:pt x="1277680" y="32553"/>
                </a:lnTo>
                <a:lnTo>
                  <a:pt x="1277680" y="45123"/>
                </a:lnTo>
                <a:cubicBezTo>
                  <a:pt x="1280420" y="40826"/>
                  <a:pt x="1284126" y="37334"/>
                  <a:pt x="1288800" y="34648"/>
                </a:cubicBezTo>
                <a:cubicBezTo>
                  <a:pt x="1293473" y="31962"/>
                  <a:pt x="1298657" y="30619"/>
                  <a:pt x="1304351" y="30619"/>
                </a:cubicBezTo>
                <a:cubicBezTo>
                  <a:pt x="1314289" y="30619"/>
                  <a:pt x="1322723" y="34514"/>
                  <a:pt x="1329653" y="42303"/>
                </a:cubicBezTo>
                <a:cubicBezTo>
                  <a:pt x="1336582" y="50092"/>
                  <a:pt x="1340047" y="60943"/>
                  <a:pt x="1340047" y="74856"/>
                </a:cubicBezTo>
                <a:cubicBezTo>
                  <a:pt x="1340047" y="89145"/>
                  <a:pt x="1336555" y="100252"/>
                  <a:pt x="1329572" y="108175"/>
                </a:cubicBezTo>
                <a:cubicBezTo>
                  <a:pt x="1322589" y="116098"/>
                  <a:pt x="1314128" y="120060"/>
                  <a:pt x="1304190" y="120060"/>
                </a:cubicBezTo>
                <a:cubicBezTo>
                  <a:pt x="1299463" y="120060"/>
                  <a:pt x="1295179" y="119120"/>
                  <a:pt x="1291338" y="117240"/>
                </a:cubicBezTo>
                <a:cubicBezTo>
                  <a:pt x="1287497" y="115360"/>
                  <a:pt x="1283455" y="112137"/>
                  <a:pt x="1279211" y="107571"/>
                </a:cubicBezTo>
                <a:lnTo>
                  <a:pt x="1279211" y="150680"/>
                </a:lnTo>
                <a:lnTo>
                  <a:pt x="1256569" y="150680"/>
                </a:lnTo>
                <a:lnTo>
                  <a:pt x="1256569" y="32553"/>
                </a:lnTo>
                <a:moveTo>
                  <a:pt x="1278969" y="73852"/>
                </a:moveTo>
                <a:cubicBezTo>
                  <a:pt x="1278969" y="83452"/>
                  <a:pt x="1280876" y="90545"/>
                  <a:pt x="1284690" y="95132"/>
                </a:cubicBezTo>
                <a:cubicBezTo>
                  <a:pt x="1288504" y="99718"/>
                  <a:pt x="1293151" y="102011"/>
                  <a:pt x="1298630" y="102011"/>
                </a:cubicBezTo>
                <a:cubicBezTo>
                  <a:pt x="1303895" y="102011"/>
                  <a:pt x="1308273" y="99906"/>
                  <a:pt x="1311764" y="95696"/>
                </a:cubicBezTo>
                <a:cubicBezTo>
                  <a:pt x="1315256" y="91485"/>
                  <a:pt x="1317002" y="84579"/>
                  <a:pt x="1317002" y="74977"/>
                </a:cubicBezTo>
                <a:cubicBezTo>
                  <a:pt x="1317002" y="66020"/>
                  <a:pt x="1315202" y="59369"/>
                  <a:pt x="1311603" y="55024"/>
                </a:cubicBezTo>
                <a:cubicBezTo>
                  <a:pt x="1308004" y="50680"/>
                  <a:pt x="1303545" y="48508"/>
                  <a:pt x="1298227" y="48508"/>
                </a:cubicBezTo>
                <a:cubicBezTo>
                  <a:pt x="1292694" y="48508"/>
                  <a:pt x="1288101" y="50639"/>
                  <a:pt x="1284449" y="54903"/>
                </a:cubicBezTo>
                <a:cubicBezTo>
                  <a:pt x="1280796" y="59167"/>
                  <a:pt x="1278969" y="65483"/>
                  <a:pt x="1278969" y="73852"/>
                </a:cubicBezTo>
                <a:close/>
                <a:moveTo>
                  <a:pt x="1374194" y="58983"/>
                </a:moveTo>
                <a:lnTo>
                  <a:pt x="1353647" y="55276"/>
                </a:lnTo>
                <a:cubicBezTo>
                  <a:pt x="1355956" y="46894"/>
                  <a:pt x="1359932" y="40690"/>
                  <a:pt x="1365572" y="36663"/>
                </a:cubicBezTo>
                <a:cubicBezTo>
                  <a:pt x="1371212" y="32634"/>
                  <a:pt x="1379593" y="30619"/>
                  <a:pt x="1390712" y="30619"/>
                </a:cubicBezTo>
                <a:cubicBezTo>
                  <a:pt x="1400811" y="30619"/>
                  <a:pt x="1408332" y="31815"/>
                  <a:pt x="1413274" y="34205"/>
                </a:cubicBezTo>
                <a:cubicBezTo>
                  <a:pt x="1418216" y="36596"/>
                  <a:pt x="1421694" y="39631"/>
                  <a:pt x="1423709" y="43310"/>
                </a:cubicBezTo>
                <a:cubicBezTo>
                  <a:pt x="1425723" y="46990"/>
                  <a:pt x="1426730" y="53745"/>
                  <a:pt x="1426730" y="63576"/>
                </a:cubicBezTo>
                <a:lnTo>
                  <a:pt x="1426489" y="90005"/>
                </a:lnTo>
                <a:cubicBezTo>
                  <a:pt x="1426489" y="97525"/>
                  <a:pt x="1426851" y="103072"/>
                  <a:pt x="1427576" y="106644"/>
                </a:cubicBezTo>
                <a:cubicBezTo>
                  <a:pt x="1428302" y="110216"/>
                  <a:pt x="1429658" y="114044"/>
                  <a:pt x="1431645" y="118126"/>
                </a:cubicBezTo>
                <a:lnTo>
                  <a:pt x="1409245" y="118126"/>
                </a:lnTo>
                <a:cubicBezTo>
                  <a:pt x="1408654" y="116622"/>
                  <a:pt x="1407929" y="114393"/>
                  <a:pt x="1407069" y="111438"/>
                </a:cubicBezTo>
                <a:cubicBezTo>
                  <a:pt x="1406693" y="110095"/>
                  <a:pt x="1406425" y="109209"/>
                  <a:pt x="1406264" y="108779"/>
                </a:cubicBezTo>
                <a:cubicBezTo>
                  <a:pt x="1402396" y="112540"/>
                  <a:pt x="1398260" y="115360"/>
                  <a:pt x="1393855" y="117240"/>
                </a:cubicBezTo>
                <a:cubicBezTo>
                  <a:pt x="1389450" y="119120"/>
                  <a:pt x="1384749" y="120060"/>
                  <a:pt x="1379754" y="120060"/>
                </a:cubicBezTo>
                <a:cubicBezTo>
                  <a:pt x="1370944" y="120060"/>
                  <a:pt x="1364001" y="117680"/>
                  <a:pt x="1358924" y="112919"/>
                </a:cubicBezTo>
                <a:cubicBezTo>
                  <a:pt x="1353848" y="108158"/>
                  <a:pt x="1351310" y="102140"/>
                  <a:pt x="1351310" y="94865"/>
                </a:cubicBezTo>
                <a:cubicBezTo>
                  <a:pt x="1351310" y="90050"/>
                  <a:pt x="1352465" y="85758"/>
                  <a:pt x="1354775" y="81987"/>
                </a:cubicBezTo>
                <a:cubicBezTo>
                  <a:pt x="1357085" y="78215"/>
                  <a:pt x="1360321" y="75326"/>
                  <a:pt x="1364484" y="73320"/>
                </a:cubicBezTo>
                <a:cubicBezTo>
                  <a:pt x="1368647" y="71314"/>
                  <a:pt x="1374650" y="69563"/>
                  <a:pt x="1382493" y="68065"/>
                </a:cubicBezTo>
                <a:cubicBezTo>
                  <a:pt x="1393076" y="66086"/>
                  <a:pt x="1400408" y="64240"/>
                  <a:pt x="1404491" y="62528"/>
                </a:cubicBezTo>
                <a:lnTo>
                  <a:pt x="1404491" y="60247"/>
                </a:lnTo>
                <a:cubicBezTo>
                  <a:pt x="1404491" y="55847"/>
                  <a:pt x="1403417" y="52710"/>
                  <a:pt x="1401268" y="50837"/>
                </a:cubicBezTo>
                <a:cubicBezTo>
                  <a:pt x="1399119" y="48962"/>
                  <a:pt x="1395063" y="48024"/>
                  <a:pt x="1389101" y="48024"/>
                </a:cubicBezTo>
                <a:cubicBezTo>
                  <a:pt x="1385072" y="48024"/>
                  <a:pt x="1381929" y="48835"/>
                  <a:pt x="1379673" y="50457"/>
                </a:cubicBezTo>
                <a:cubicBezTo>
                  <a:pt x="1377417" y="52076"/>
                  <a:pt x="1375591" y="54918"/>
                  <a:pt x="1374194" y="58983"/>
                </a:cubicBezTo>
                <a:moveTo>
                  <a:pt x="1404491" y="77354"/>
                </a:moveTo>
                <a:cubicBezTo>
                  <a:pt x="1401590" y="78309"/>
                  <a:pt x="1396997" y="79451"/>
                  <a:pt x="1390712" y="80779"/>
                </a:cubicBezTo>
                <a:cubicBezTo>
                  <a:pt x="1384427" y="82105"/>
                  <a:pt x="1380318" y="83405"/>
                  <a:pt x="1378384" y="84679"/>
                </a:cubicBezTo>
                <a:cubicBezTo>
                  <a:pt x="1375429" y="86749"/>
                  <a:pt x="1373952" y="89376"/>
                  <a:pt x="1373952" y="92561"/>
                </a:cubicBezTo>
                <a:cubicBezTo>
                  <a:pt x="1373952" y="95693"/>
                  <a:pt x="1375134" y="98401"/>
                  <a:pt x="1377498" y="100684"/>
                </a:cubicBezTo>
                <a:cubicBezTo>
                  <a:pt x="1379861" y="102965"/>
                  <a:pt x="1382869" y="104106"/>
                  <a:pt x="1386522" y="104106"/>
                </a:cubicBezTo>
                <a:cubicBezTo>
                  <a:pt x="1390605" y="104106"/>
                  <a:pt x="1394499" y="102779"/>
                  <a:pt x="1398206" y="100125"/>
                </a:cubicBezTo>
                <a:cubicBezTo>
                  <a:pt x="1400946" y="98109"/>
                  <a:pt x="1402745" y="95640"/>
                  <a:pt x="1403605" y="92719"/>
                </a:cubicBezTo>
                <a:cubicBezTo>
                  <a:pt x="1404195" y="90809"/>
                  <a:pt x="1404491" y="87174"/>
                  <a:pt x="1404491" y="81814"/>
                </a:cubicBezTo>
                <a:lnTo>
                  <a:pt x="1404491" y="77354"/>
                </a:lnTo>
                <a:close/>
                <a:moveTo>
                  <a:pt x="1440394" y="93792"/>
                </a:moveTo>
                <a:lnTo>
                  <a:pt x="1463117" y="90247"/>
                </a:lnTo>
                <a:cubicBezTo>
                  <a:pt x="1464084" y="94625"/>
                  <a:pt x="1466044" y="97948"/>
                  <a:pt x="1468999" y="100218"/>
                </a:cubicBezTo>
                <a:cubicBezTo>
                  <a:pt x="1471953" y="102488"/>
                  <a:pt x="1476090" y="103622"/>
                  <a:pt x="1481408" y="103622"/>
                </a:cubicBezTo>
                <a:cubicBezTo>
                  <a:pt x="1487263" y="103622"/>
                  <a:pt x="1491668" y="102550"/>
                  <a:pt x="1494623" y="100404"/>
                </a:cubicBezTo>
                <a:cubicBezTo>
                  <a:pt x="1496610" y="98902"/>
                  <a:pt x="1497604" y="96890"/>
                  <a:pt x="1497604" y="94369"/>
                </a:cubicBezTo>
                <a:cubicBezTo>
                  <a:pt x="1497604" y="92651"/>
                  <a:pt x="1497067" y="91229"/>
                  <a:pt x="1495992" y="90103"/>
                </a:cubicBezTo>
                <a:cubicBezTo>
                  <a:pt x="1494864" y="89030"/>
                  <a:pt x="1492339" y="88038"/>
                  <a:pt x="1488418" y="87127"/>
                </a:cubicBezTo>
                <a:cubicBezTo>
                  <a:pt x="1470154" y="83105"/>
                  <a:pt x="1458578" y="79430"/>
                  <a:pt x="1453689" y="76103"/>
                </a:cubicBezTo>
                <a:cubicBezTo>
                  <a:pt x="1446921" y="71486"/>
                  <a:pt x="1443536" y="65073"/>
                  <a:pt x="1443536" y="56862"/>
                </a:cubicBezTo>
                <a:cubicBezTo>
                  <a:pt x="1443536" y="49456"/>
                  <a:pt x="1446464" y="43231"/>
                  <a:pt x="1452319" y="38186"/>
                </a:cubicBezTo>
                <a:cubicBezTo>
                  <a:pt x="1458175" y="33142"/>
                  <a:pt x="1467253" y="30619"/>
                  <a:pt x="1479555" y="30619"/>
                </a:cubicBezTo>
                <a:cubicBezTo>
                  <a:pt x="1491265" y="30619"/>
                  <a:pt x="1499967" y="32520"/>
                  <a:pt x="1505662" y="36320"/>
                </a:cubicBezTo>
                <a:cubicBezTo>
                  <a:pt x="1511356" y="40121"/>
                  <a:pt x="1515277" y="45741"/>
                  <a:pt x="1517426" y="53181"/>
                </a:cubicBezTo>
                <a:lnTo>
                  <a:pt x="1496073" y="57210"/>
                </a:lnTo>
                <a:cubicBezTo>
                  <a:pt x="1495160" y="53879"/>
                  <a:pt x="1493427" y="51328"/>
                  <a:pt x="1490876" y="49555"/>
                </a:cubicBezTo>
                <a:cubicBezTo>
                  <a:pt x="1488324" y="47782"/>
                  <a:pt x="1484685" y="46896"/>
                  <a:pt x="1479957" y="46896"/>
                </a:cubicBezTo>
                <a:cubicBezTo>
                  <a:pt x="1473995" y="46896"/>
                  <a:pt x="1469724" y="47728"/>
                  <a:pt x="1467146" y="49391"/>
                </a:cubicBezTo>
                <a:cubicBezTo>
                  <a:pt x="1465427" y="50570"/>
                  <a:pt x="1464567" y="52098"/>
                  <a:pt x="1464567" y="53977"/>
                </a:cubicBezTo>
                <a:cubicBezTo>
                  <a:pt x="1464567" y="55585"/>
                  <a:pt x="1465319" y="56952"/>
                  <a:pt x="1466823" y="58079"/>
                </a:cubicBezTo>
                <a:cubicBezTo>
                  <a:pt x="1468865" y="59581"/>
                  <a:pt x="1475915" y="61700"/>
                  <a:pt x="1487975" y="64437"/>
                </a:cubicBezTo>
                <a:cubicBezTo>
                  <a:pt x="1500035" y="67173"/>
                  <a:pt x="1508455" y="70529"/>
                  <a:pt x="1513236" y="74506"/>
                </a:cubicBezTo>
                <a:cubicBezTo>
                  <a:pt x="1517963" y="78539"/>
                  <a:pt x="1520327" y="84155"/>
                  <a:pt x="1520327" y="91357"/>
                </a:cubicBezTo>
                <a:cubicBezTo>
                  <a:pt x="1520327" y="99205"/>
                  <a:pt x="1517050" y="105951"/>
                  <a:pt x="1510496" y="111595"/>
                </a:cubicBezTo>
                <a:cubicBezTo>
                  <a:pt x="1503943" y="117238"/>
                  <a:pt x="1494246" y="120060"/>
                  <a:pt x="1481408" y="120060"/>
                </a:cubicBezTo>
                <a:cubicBezTo>
                  <a:pt x="1469751" y="120060"/>
                  <a:pt x="1460525" y="117704"/>
                  <a:pt x="1453730" y="112992"/>
                </a:cubicBezTo>
                <a:cubicBezTo>
                  <a:pt x="1446934" y="108278"/>
                  <a:pt x="1442489" y="101878"/>
                  <a:pt x="1440394" y="93792"/>
                </a:cubicBezTo>
                <a:close/>
                <a:moveTo>
                  <a:pt x="1531492" y="93792"/>
                </a:moveTo>
                <a:lnTo>
                  <a:pt x="1554215" y="90247"/>
                </a:lnTo>
                <a:cubicBezTo>
                  <a:pt x="1555182" y="94625"/>
                  <a:pt x="1557142" y="97948"/>
                  <a:pt x="1560097" y="100218"/>
                </a:cubicBezTo>
                <a:cubicBezTo>
                  <a:pt x="1563051" y="102488"/>
                  <a:pt x="1567188" y="103622"/>
                  <a:pt x="1572506" y="103622"/>
                </a:cubicBezTo>
                <a:cubicBezTo>
                  <a:pt x="1578361" y="103622"/>
                  <a:pt x="1582766" y="102550"/>
                  <a:pt x="1585720" y="100404"/>
                </a:cubicBezTo>
                <a:cubicBezTo>
                  <a:pt x="1587708" y="98902"/>
                  <a:pt x="1588702" y="96890"/>
                  <a:pt x="1588702" y="94369"/>
                </a:cubicBezTo>
                <a:cubicBezTo>
                  <a:pt x="1588702" y="92651"/>
                  <a:pt x="1588165" y="91229"/>
                  <a:pt x="1587090" y="90103"/>
                </a:cubicBezTo>
                <a:cubicBezTo>
                  <a:pt x="1585962" y="89030"/>
                  <a:pt x="1583437" y="88038"/>
                  <a:pt x="1579516" y="87127"/>
                </a:cubicBezTo>
                <a:cubicBezTo>
                  <a:pt x="1561252" y="83105"/>
                  <a:pt x="1549676" y="79430"/>
                  <a:pt x="1544787" y="76103"/>
                </a:cubicBezTo>
                <a:cubicBezTo>
                  <a:pt x="1538019" y="71486"/>
                  <a:pt x="1534634" y="65073"/>
                  <a:pt x="1534634" y="56862"/>
                </a:cubicBezTo>
                <a:cubicBezTo>
                  <a:pt x="1534634" y="49456"/>
                  <a:pt x="1537562" y="43231"/>
                  <a:pt x="1543417" y="38186"/>
                </a:cubicBezTo>
                <a:cubicBezTo>
                  <a:pt x="1549273" y="33142"/>
                  <a:pt x="1558351" y="30619"/>
                  <a:pt x="1570653" y="30619"/>
                </a:cubicBezTo>
                <a:cubicBezTo>
                  <a:pt x="1582363" y="30619"/>
                  <a:pt x="1591065" y="32520"/>
                  <a:pt x="1596760" y="36320"/>
                </a:cubicBezTo>
                <a:cubicBezTo>
                  <a:pt x="1602454" y="40121"/>
                  <a:pt x="1606375" y="45741"/>
                  <a:pt x="1608524" y="53181"/>
                </a:cubicBezTo>
                <a:lnTo>
                  <a:pt x="1587171" y="57210"/>
                </a:lnTo>
                <a:cubicBezTo>
                  <a:pt x="1586258" y="53879"/>
                  <a:pt x="1584525" y="51328"/>
                  <a:pt x="1581974" y="49555"/>
                </a:cubicBezTo>
                <a:cubicBezTo>
                  <a:pt x="1579422" y="47782"/>
                  <a:pt x="1575783" y="46896"/>
                  <a:pt x="1571055" y="46896"/>
                </a:cubicBezTo>
                <a:cubicBezTo>
                  <a:pt x="1565093" y="46896"/>
                  <a:pt x="1560822" y="47728"/>
                  <a:pt x="1558244" y="49391"/>
                </a:cubicBezTo>
                <a:cubicBezTo>
                  <a:pt x="1556525" y="50570"/>
                  <a:pt x="1555665" y="52098"/>
                  <a:pt x="1555665" y="53977"/>
                </a:cubicBezTo>
                <a:cubicBezTo>
                  <a:pt x="1555665" y="55585"/>
                  <a:pt x="1556417" y="56952"/>
                  <a:pt x="1557921" y="58079"/>
                </a:cubicBezTo>
                <a:cubicBezTo>
                  <a:pt x="1559963" y="59581"/>
                  <a:pt x="1567013" y="61700"/>
                  <a:pt x="1579073" y="64437"/>
                </a:cubicBezTo>
                <a:cubicBezTo>
                  <a:pt x="1591133" y="67173"/>
                  <a:pt x="1599553" y="70529"/>
                  <a:pt x="1604334" y="74506"/>
                </a:cubicBezTo>
                <a:cubicBezTo>
                  <a:pt x="1609061" y="78539"/>
                  <a:pt x="1611425" y="84155"/>
                  <a:pt x="1611425" y="91357"/>
                </a:cubicBezTo>
                <a:cubicBezTo>
                  <a:pt x="1611425" y="99205"/>
                  <a:pt x="1608148" y="105951"/>
                  <a:pt x="1601594" y="111595"/>
                </a:cubicBezTo>
                <a:cubicBezTo>
                  <a:pt x="1595041" y="117238"/>
                  <a:pt x="1585344" y="120060"/>
                  <a:pt x="1572506" y="120060"/>
                </a:cubicBezTo>
                <a:cubicBezTo>
                  <a:pt x="1560849" y="120060"/>
                  <a:pt x="1551623" y="117704"/>
                  <a:pt x="1544827" y="112992"/>
                </a:cubicBezTo>
                <a:cubicBezTo>
                  <a:pt x="1538032" y="108278"/>
                  <a:pt x="1533587" y="101878"/>
                  <a:pt x="1531492" y="93792"/>
                </a:cubicBezTo>
                <a:close/>
                <a:moveTo>
                  <a:pt x="1680123" y="90891"/>
                </a:moveTo>
                <a:lnTo>
                  <a:pt x="1702684" y="94759"/>
                </a:lnTo>
                <a:cubicBezTo>
                  <a:pt x="1699784" y="103005"/>
                  <a:pt x="1695204" y="109283"/>
                  <a:pt x="1688946" y="113594"/>
                </a:cubicBezTo>
                <a:cubicBezTo>
                  <a:pt x="1682688" y="117905"/>
                  <a:pt x="1674858" y="120060"/>
                  <a:pt x="1665458" y="120060"/>
                </a:cubicBezTo>
                <a:cubicBezTo>
                  <a:pt x="1650578" y="120060"/>
                  <a:pt x="1639565" y="115199"/>
                  <a:pt x="1632421" y="105476"/>
                </a:cubicBezTo>
                <a:cubicBezTo>
                  <a:pt x="1626780" y="97687"/>
                  <a:pt x="1623960" y="87856"/>
                  <a:pt x="1623960" y="75984"/>
                </a:cubicBezTo>
                <a:cubicBezTo>
                  <a:pt x="1623960" y="61803"/>
                  <a:pt x="1627667" y="50697"/>
                  <a:pt x="1635080" y="42666"/>
                </a:cubicBezTo>
                <a:cubicBezTo>
                  <a:pt x="1642493" y="34635"/>
                  <a:pt x="1651867" y="30619"/>
                  <a:pt x="1663201" y="30619"/>
                </a:cubicBezTo>
                <a:cubicBezTo>
                  <a:pt x="1675933" y="30619"/>
                  <a:pt x="1685978" y="34823"/>
                  <a:pt x="1693337" y="43230"/>
                </a:cubicBezTo>
                <a:cubicBezTo>
                  <a:pt x="1700697" y="51637"/>
                  <a:pt x="1704215" y="64516"/>
                  <a:pt x="1703893" y="81867"/>
                </a:cubicBezTo>
                <a:lnTo>
                  <a:pt x="1647167" y="81867"/>
                </a:lnTo>
                <a:cubicBezTo>
                  <a:pt x="1647328" y="88581"/>
                  <a:pt x="1649154" y="93805"/>
                  <a:pt x="1652646" y="97539"/>
                </a:cubicBezTo>
                <a:cubicBezTo>
                  <a:pt x="1656137" y="101272"/>
                  <a:pt x="1660489" y="103139"/>
                  <a:pt x="1665699" y="103139"/>
                </a:cubicBezTo>
                <a:cubicBezTo>
                  <a:pt x="1669245" y="103139"/>
                  <a:pt x="1672226" y="102172"/>
                  <a:pt x="1674643" y="100238"/>
                </a:cubicBezTo>
                <a:cubicBezTo>
                  <a:pt x="1677061" y="98304"/>
                  <a:pt x="1678887" y="95189"/>
                  <a:pt x="1680123" y="90891"/>
                </a:cubicBezTo>
                <a:moveTo>
                  <a:pt x="1681412" y="68007"/>
                </a:moveTo>
                <a:cubicBezTo>
                  <a:pt x="1681251" y="61480"/>
                  <a:pt x="1679559" y="56518"/>
                  <a:pt x="1676336" y="53121"/>
                </a:cubicBezTo>
                <a:cubicBezTo>
                  <a:pt x="1673112" y="49723"/>
                  <a:pt x="1669191" y="48024"/>
                  <a:pt x="1664571" y="48024"/>
                </a:cubicBezTo>
                <a:cubicBezTo>
                  <a:pt x="1659629" y="48024"/>
                  <a:pt x="1655547" y="49816"/>
                  <a:pt x="1652323" y="53400"/>
                </a:cubicBezTo>
                <a:cubicBezTo>
                  <a:pt x="1649100" y="56986"/>
                  <a:pt x="1647516" y="61855"/>
                  <a:pt x="1647569" y="68007"/>
                </a:cubicBezTo>
                <a:lnTo>
                  <a:pt x="1681412" y="68007"/>
                </a:lnTo>
                <a:close/>
                <a:moveTo>
                  <a:pt x="1800148" y="118126"/>
                </a:moveTo>
                <a:lnTo>
                  <a:pt x="1779118" y="118126"/>
                </a:lnTo>
                <a:lnTo>
                  <a:pt x="1779118" y="105556"/>
                </a:lnTo>
                <a:cubicBezTo>
                  <a:pt x="1775626" y="110445"/>
                  <a:pt x="1771503" y="114084"/>
                  <a:pt x="1766749" y="116475"/>
                </a:cubicBezTo>
                <a:cubicBezTo>
                  <a:pt x="1761995" y="118865"/>
                  <a:pt x="1757201" y="120060"/>
                  <a:pt x="1752366" y="120060"/>
                </a:cubicBezTo>
                <a:cubicBezTo>
                  <a:pt x="1742536" y="120060"/>
                  <a:pt x="1734115" y="116098"/>
                  <a:pt x="1727105" y="108175"/>
                </a:cubicBezTo>
                <a:cubicBezTo>
                  <a:pt x="1720095" y="100252"/>
                  <a:pt x="1716590" y="89199"/>
                  <a:pt x="1716590" y="75017"/>
                </a:cubicBezTo>
                <a:cubicBezTo>
                  <a:pt x="1716590" y="60514"/>
                  <a:pt x="1720001" y="49488"/>
                  <a:pt x="1726823" y="41940"/>
                </a:cubicBezTo>
                <a:cubicBezTo>
                  <a:pt x="1733645" y="34393"/>
                  <a:pt x="1742267" y="30619"/>
                  <a:pt x="1752688" y="30619"/>
                </a:cubicBezTo>
                <a:cubicBezTo>
                  <a:pt x="1762250" y="30619"/>
                  <a:pt x="1770523" y="34595"/>
                  <a:pt x="1777506" y="42545"/>
                </a:cubicBezTo>
                <a:lnTo>
                  <a:pt x="1777506" y="0"/>
                </a:lnTo>
                <a:lnTo>
                  <a:pt x="1800148" y="0"/>
                </a:lnTo>
                <a:lnTo>
                  <a:pt x="1800148" y="118126"/>
                </a:lnTo>
                <a:moveTo>
                  <a:pt x="1739715" y="73529"/>
                </a:moveTo>
                <a:cubicBezTo>
                  <a:pt x="1739715" y="82648"/>
                  <a:pt x="1740978" y="89245"/>
                  <a:pt x="1743503" y="93321"/>
                </a:cubicBezTo>
                <a:cubicBezTo>
                  <a:pt x="1747155" y="99222"/>
                  <a:pt x="1752259" y="102172"/>
                  <a:pt x="1758812" y="102172"/>
                </a:cubicBezTo>
                <a:cubicBezTo>
                  <a:pt x="1764023" y="102172"/>
                  <a:pt x="1768455" y="99960"/>
                  <a:pt x="1772108" y="95534"/>
                </a:cubicBezTo>
                <a:cubicBezTo>
                  <a:pt x="1775760" y="91109"/>
                  <a:pt x="1777587" y="84499"/>
                  <a:pt x="1777587" y="75702"/>
                </a:cubicBezTo>
                <a:cubicBezTo>
                  <a:pt x="1777587" y="65885"/>
                  <a:pt x="1775814" y="58818"/>
                  <a:pt x="1772269" y="54500"/>
                </a:cubicBezTo>
                <a:cubicBezTo>
                  <a:pt x="1768723" y="50183"/>
                  <a:pt x="1764184" y="48024"/>
                  <a:pt x="1758651" y="48024"/>
                </a:cubicBezTo>
                <a:cubicBezTo>
                  <a:pt x="1753279" y="48024"/>
                  <a:pt x="1748780" y="50156"/>
                  <a:pt x="1745154" y="54420"/>
                </a:cubicBezTo>
                <a:cubicBezTo>
                  <a:pt x="1741528" y="58684"/>
                  <a:pt x="1739715" y="65054"/>
                  <a:pt x="1739715" y="73529"/>
                </a:cubicBezTo>
                <a:close/>
              </a:path>
            </a:pathLst>
          </a:custGeom>
          <a:solidFill xmlns:a="http://schemas.openxmlformats.org/drawingml/2006/main">
            <a:srgbClr val="2B6EA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242b09685423a"/>
          <a:stretch xmlns:a="http://schemas.openxmlformats.org/drawingml/2006/main"/>
        </p:blipFill>
        <p:spPr>
          <a:xfrm xmlns:a="http://schemas.openxmlformats.org/drawingml/2006/main">
            <a:off x="38308" y="1650017"/>
            <a:ext cx="340558" cy="340558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477e5d0764eaa"/>
          <a:stretch xmlns:a="http://schemas.openxmlformats.org/drawingml/2006/main"/>
        </p:blipFill>
        <p:spPr>
          <a:xfrm xmlns:a="http://schemas.openxmlformats.org/drawingml/2006/main">
            <a:off x="2901797" y="2090470"/>
            <a:ext cx="295562" cy="295562"/>
          </a:xfrm>
          <a:prstGeom xmlns:a="http://schemas.openxmlformats.org/drawingml/2006/main" prst="rect">
            <a:avLst/>
          </a:prstGeom>
        </p:spPr>
      </p:pic>
      <p:sp>
        <p:nvSpPr>
          <p:cNvPr id="50" name="Text Spoofedresponsecached">
            <a:extLst xmlns:a="http://schemas.openxmlformats.org/drawingml/2006/main">
              <a:ext uri="{FF2B5EF4-FFF2-40B4-BE49-F238E27FC236}">
                <a16:creationId xmlns:a16="http://schemas.microsoft.com/office/drawing/2014/main" id="{DCA353BB-19CE-4D44-8994-CAA390D2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668" y="2185409"/>
            <a:ext cx="1805257" cy="146169"/>
          </a:xfrm>
          <a:custGeom xmlns:a="http://schemas.openxmlformats.org/drawingml/2006/main">
            <a:pathLst>
              <a:path w="1805257" h="146169">
                <a:moveTo>
                  <a:pt x="0" y="78470"/>
                </a:moveTo>
                <a:lnTo>
                  <a:pt x="14078" y="77239"/>
                </a:lnTo>
                <a:cubicBezTo>
                  <a:pt x="14745" y="82881"/>
                  <a:pt x="16297" y="87509"/>
                  <a:pt x="18733" y="91125"/>
                </a:cubicBezTo>
                <a:cubicBezTo>
                  <a:pt x="21169" y="94741"/>
                  <a:pt x="24951" y="97664"/>
                  <a:pt x="30080" y="99895"/>
                </a:cubicBezTo>
                <a:cubicBezTo>
                  <a:pt x="35209" y="102126"/>
                  <a:pt x="40979" y="103242"/>
                  <a:pt x="47390" y="103242"/>
                </a:cubicBezTo>
                <a:cubicBezTo>
                  <a:pt x="53083" y="103242"/>
                  <a:pt x="58109" y="102396"/>
                  <a:pt x="62468" y="100703"/>
                </a:cubicBezTo>
                <a:cubicBezTo>
                  <a:pt x="66828" y="99011"/>
                  <a:pt x="70072" y="96690"/>
                  <a:pt x="72200" y="93741"/>
                </a:cubicBezTo>
                <a:cubicBezTo>
                  <a:pt x="74328" y="90792"/>
                  <a:pt x="75393" y="87573"/>
                  <a:pt x="75393" y="84086"/>
                </a:cubicBezTo>
                <a:cubicBezTo>
                  <a:pt x="75393" y="80547"/>
                  <a:pt x="74367" y="77457"/>
                  <a:pt x="72315" y="74816"/>
                </a:cubicBezTo>
                <a:cubicBezTo>
                  <a:pt x="70264" y="72174"/>
                  <a:pt x="66879" y="69956"/>
                  <a:pt x="62160" y="68161"/>
                </a:cubicBezTo>
                <a:cubicBezTo>
                  <a:pt x="59135" y="66982"/>
                  <a:pt x="52442" y="65148"/>
                  <a:pt x="42081" y="62661"/>
                </a:cubicBezTo>
                <a:cubicBezTo>
                  <a:pt x="31721" y="60173"/>
                  <a:pt x="24464" y="57827"/>
                  <a:pt x="20310" y="55621"/>
                </a:cubicBezTo>
                <a:cubicBezTo>
                  <a:pt x="14925" y="52801"/>
                  <a:pt x="10911" y="49300"/>
                  <a:pt x="8270" y="45120"/>
                </a:cubicBezTo>
                <a:cubicBezTo>
                  <a:pt x="5629" y="40940"/>
                  <a:pt x="4308" y="36260"/>
                  <a:pt x="4308" y="31080"/>
                </a:cubicBezTo>
                <a:cubicBezTo>
                  <a:pt x="4308" y="25387"/>
                  <a:pt x="5924" y="20066"/>
                  <a:pt x="9155" y="15117"/>
                </a:cubicBezTo>
                <a:cubicBezTo>
                  <a:pt x="12386" y="10168"/>
                  <a:pt x="17104" y="6411"/>
                  <a:pt x="23310" y="3847"/>
                </a:cubicBezTo>
                <a:cubicBezTo>
                  <a:pt x="29516" y="1282"/>
                  <a:pt x="36414" y="0"/>
                  <a:pt x="44005" y="0"/>
                </a:cubicBezTo>
                <a:cubicBezTo>
                  <a:pt x="52365" y="0"/>
                  <a:pt x="59737" y="1346"/>
                  <a:pt x="66122" y="4039"/>
                </a:cubicBezTo>
                <a:cubicBezTo>
                  <a:pt x="72508" y="6731"/>
                  <a:pt x="77419" y="10693"/>
                  <a:pt x="80855" y="15925"/>
                </a:cubicBezTo>
                <a:cubicBezTo>
                  <a:pt x="84291" y="21156"/>
                  <a:pt x="86137" y="27080"/>
                  <a:pt x="86394" y="33696"/>
                </a:cubicBezTo>
                <a:lnTo>
                  <a:pt x="72085" y="34773"/>
                </a:lnTo>
                <a:cubicBezTo>
                  <a:pt x="71315" y="27618"/>
                  <a:pt x="68712" y="22214"/>
                  <a:pt x="64276" y="18560"/>
                </a:cubicBezTo>
                <a:cubicBezTo>
                  <a:pt x="59840" y="14905"/>
                  <a:pt x="53288" y="13078"/>
                  <a:pt x="44620" y="13078"/>
                </a:cubicBezTo>
                <a:cubicBezTo>
                  <a:pt x="35594" y="13078"/>
                  <a:pt x="29016" y="14734"/>
                  <a:pt x="24887" y="18045"/>
                </a:cubicBezTo>
                <a:cubicBezTo>
                  <a:pt x="20759" y="21355"/>
                  <a:pt x="18694" y="25345"/>
                  <a:pt x="18694" y="30015"/>
                </a:cubicBezTo>
                <a:cubicBezTo>
                  <a:pt x="18694" y="34070"/>
                  <a:pt x="20156" y="37406"/>
                  <a:pt x="23079" y="40024"/>
                </a:cubicBezTo>
                <a:cubicBezTo>
                  <a:pt x="25951" y="42642"/>
                  <a:pt x="33452" y="45325"/>
                  <a:pt x="45582" y="48070"/>
                </a:cubicBezTo>
                <a:cubicBezTo>
                  <a:pt x="57711" y="50816"/>
                  <a:pt x="66033" y="53215"/>
                  <a:pt x="70546" y="55268"/>
                </a:cubicBezTo>
                <a:cubicBezTo>
                  <a:pt x="77111" y="58295"/>
                  <a:pt x="81957" y="62132"/>
                  <a:pt x="85086" y="66779"/>
                </a:cubicBezTo>
                <a:cubicBezTo>
                  <a:pt x="88215" y="71423"/>
                  <a:pt x="89779" y="76774"/>
                  <a:pt x="89779" y="82831"/>
                </a:cubicBezTo>
                <a:cubicBezTo>
                  <a:pt x="89779" y="88835"/>
                  <a:pt x="88061" y="94493"/>
                  <a:pt x="84624" y="99806"/>
                </a:cubicBezTo>
                <a:cubicBezTo>
                  <a:pt x="81188" y="105118"/>
                  <a:pt x="76252" y="109250"/>
                  <a:pt x="69815" y="112202"/>
                </a:cubicBezTo>
                <a:cubicBezTo>
                  <a:pt x="63379" y="115153"/>
                  <a:pt x="56134" y="116628"/>
                  <a:pt x="48082" y="116628"/>
                </a:cubicBezTo>
                <a:cubicBezTo>
                  <a:pt x="37876" y="116628"/>
                  <a:pt x="29324" y="115141"/>
                  <a:pt x="22425" y="112166"/>
                </a:cubicBezTo>
                <a:cubicBezTo>
                  <a:pt x="15527" y="109191"/>
                  <a:pt x="10116" y="104716"/>
                  <a:pt x="6193" y="98741"/>
                </a:cubicBezTo>
                <a:cubicBezTo>
                  <a:pt x="2269" y="92766"/>
                  <a:pt x="205" y="86009"/>
                  <a:pt x="0" y="78470"/>
                </a:cubicBezTo>
                <a:close/>
                <a:moveTo>
                  <a:pt x="107847" y="146169"/>
                </a:moveTo>
                <a:lnTo>
                  <a:pt x="107847" y="33080"/>
                </a:lnTo>
                <a:lnTo>
                  <a:pt x="120464" y="33080"/>
                </a:lnTo>
                <a:lnTo>
                  <a:pt x="120464" y="43620"/>
                </a:lnTo>
                <a:cubicBezTo>
                  <a:pt x="123439" y="39491"/>
                  <a:pt x="126798" y="36395"/>
                  <a:pt x="130542" y="34331"/>
                </a:cubicBezTo>
                <a:cubicBezTo>
                  <a:pt x="134286" y="32266"/>
                  <a:pt x="138825" y="31234"/>
                  <a:pt x="144159" y="31234"/>
                </a:cubicBezTo>
                <a:cubicBezTo>
                  <a:pt x="151134" y="31234"/>
                  <a:pt x="157289" y="33029"/>
                  <a:pt x="162622" y="36619"/>
                </a:cubicBezTo>
                <a:cubicBezTo>
                  <a:pt x="167956" y="40209"/>
                  <a:pt x="171982" y="45274"/>
                  <a:pt x="174701" y="51813"/>
                </a:cubicBezTo>
                <a:cubicBezTo>
                  <a:pt x="177419" y="58352"/>
                  <a:pt x="178778" y="65520"/>
                  <a:pt x="178778" y="73316"/>
                </a:cubicBezTo>
                <a:cubicBezTo>
                  <a:pt x="178778" y="81675"/>
                  <a:pt x="177278" y="89202"/>
                  <a:pt x="174278" y="95895"/>
                </a:cubicBezTo>
                <a:cubicBezTo>
                  <a:pt x="171277" y="102588"/>
                  <a:pt x="166918" y="107717"/>
                  <a:pt x="161199" y="111281"/>
                </a:cubicBezTo>
                <a:cubicBezTo>
                  <a:pt x="155481" y="114846"/>
                  <a:pt x="149467" y="116628"/>
                  <a:pt x="143159" y="116628"/>
                </a:cubicBezTo>
                <a:cubicBezTo>
                  <a:pt x="138543" y="116628"/>
                  <a:pt x="134402" y="115641"/>
                  <a:pt x="130734" y="113666"/>
                </a:cubicBezTo>
                <a:cubicBezTo>
                  <a:pt x="127067" y="111690"/>
                  <a:pt x="124054" y="109194"/>
                  <a:pt x="121695" y="106180"/>
                </a:cubicBezTo>
                <a:lnTo>
                  <a:pt x="121695" y="146169"/>
                </a:lnTo>
                <a:lnTo>
                  <a:pt x="107847" y="146169"/>
                </a:lnTo>
                <a:moveTo>
                  <a:pt x="120387" y="74277"/>
                </a:moveTo>
                <a:cubicBezTo>
                  <a:pt x="120387" y="84778"/>
                  <a:pt x="122516" y="92539"/>
                  <a:pt x="126772" y="97559"/>
                </a:cubicBezTo>
                <a:cubicBezTo>
                  <a:pt x="131029" y="102578"/>
                  <a:pt x="136184" y="105088"/>
                  <a:pt x="142236" y="105088"/>
                </a:cubicBezTo>
                <a:cubicBezTo>
                  <a:pt x="148390" y="105088"/>
                  <a:pt x="153660" y="102489"/>
                  <a:pt x="158045" y="97289"/>
                </a:cubicBezTo>
                <a:cubicBezTo>
                  <a:pt x="162430" y="92090"/>
                  <a:pt x="164623" y="84035"/>
                  <a:pt x="164623" y="73123"/>
                </a:cubicBezTo>
                <a:cubicBezTo>
                  <a:pt x="164623" y="62725"/>
                  <a:pt x="162481" y="54939"/>
                  <a:pt x="158199" y="49765"/>
                </a:cubicBezTo>
                <a:cubicBezTo>
                  <a:pt x="153916" y="44591"/>
                  <a:pt x="148800" y="42004"/>
                  <a:pt x="142851" y="42004"/>
                </a:cubicBezTo>
                <a:cubicBezTo>
                  <a:pt x="136953" y="42004"/>
                  <a:pt x="131735" y="44758"/>
                  <a:pt x="127196" y="50265"/>
                </a:cubicBezTo>
                <a:cubicBezTo>
                  <a:pt x="122657" y="55772"/>
                  <a:pt x="120387" y="63776"/>
                  <a:pt x="120387" y="74277"/>
                </a:cubicBezTo>
                <a:close/>
                <a:moveTo>
                  <a:pt x="190058" y="73931"/>
                </a:moveTo>
                <a:cubicBezTo>
                  <a:pt x="190058" y="58801"/>
                  <a:pt x="194263" y="47595"/>
                  <a:pt x="202675" y="40312"/>
                </a:cubicBezTo>
                <a:cubicBezTo>
                  <a:pt x="209701" y="34260"/>
                  <a:pt x="218266" y="31234"/>
                  <a:pt x="228370" y="31234"/>
                </a:cubicBezTo>
                <a:cubicBezTo>
                  <a:pt x="239602" y="31234"/>
                  <a:pt x="248782" y="34914"/>
                  <a:pt x="255911" y="42274"/>
                </a:cubicBezTo>
                <a:cubicBezTo>
                  <a:pt x="263040" y="49634"/>
                  <a:pt x="266605" y="59801"/>
                  <a:pt x="266605" y="72777"/>
                </a:cubicBezTo>
                <a:cubicBezTo>
                  <a:pt x="266605" y="83291"/>
                  <a:pt x="265027" y="91561"/>
                  <a:pt x="261873" y="97587"/>
                </a:cubicBezTo>
                <a:cubicBezTo>
                  <a:pt x="258719" y="103614"/>
                  <a:pt x="254129" y="108294"/>
                  <a:pt x="248103" y="111627"/>
                </a:cubicBezTo>
                <a:cubicBezTo>
                  <a:pt x="242076" y="114961"/>
                  <a:pt x="235499" y="116628"/>
                  <a:pt x="228370" y="116628"/>
                </a:cubicBezTo>
                <a:cubicBezTo>
                  <a:pt x="216933" y="116628"/>
                  <a:pt x="207688" y="112961"/>
                  <a:pt x="200636" y="105627"/>
                </a:cubicBezTo>
                <a:cubicBezTo>
                  <a:pt x="193584" y="98293"/>
                  <a:pt x="190058" y="87727"/>
                  <a:pt x="190058" y="73931"/>
                </a:cubicBezTo>
                <a:moveTo>
                  <a:pt x="204290" y="73893"/>
                </a:moveTo>
                <a:cubicBezTo>
                  <a:pt x="204290" y="84317"/>
                  <a:pt x="206573" y="92122"/>
                  <a:pt x="211137" y="97308"/>
                </a:cubicBezTo>
                <a:cubicBezTo>
                  <a:pt x="215702" y="102495"/>
                  <a:pt x="221446" y="105088"/>
                  <a:pt x="228370" y="105088"/>
                </a:cubicBezTo>
                <a:cubicBezTo>
                  <a:pt x="235242" y="105088"/>
                  <a:pt x="240961" y="102482"/>
                  <a:pt x="245525" y="97270"/>
                </a:cubicBezTo>
                <a:cubicBezTo>
                  <a:pt x="250090" y="92058"/>
                  <a:pt x="252372" y="84112"/>
                  <a:pt x="252372" y="73433"/>
                </a:cubicBezTo>
                <a:cubicBezTo>
                  <a:pt x="252372" y="63367"/>
                  <a:pt x="250077" y="55740"/>
                  <a:pt x="245487" y="50553"/>
                </a:cubicBezTo>
                <a:cubicBezTo>
                  <a:pt x="240897" y="45367"/>
                  <a:pt x="235191" y="42774"/>
                  <a:pt x="228370" y="42774"/>
                </a:cubicBezTo>
                <a:cubicBezTo>
                  <a:pt x="221446" y="42774"/>
                  <a:pt x="215702" y="45354"/>
                  <a:pt x="211137" y="50515"/>
                </a:cubicBezTo>
                <a:cubicBezTo>
                  <a:pt x="206573" y="55676"/>
                  <a:pt x="204290" y="63468"/>
                  <a:pt x="204290" y="73893"/>
                </a:cubicBezTo>
                <a:close/>
                <a:moveTo>
                  <a:pt x="277423" y="73931"/>
                </a:moveTo>
                <a:cubicBezTo>
                  <a:pt x="277423" y="58801"/>
                  <a:pt x="281628" y="47595"/>
                  <a:pt x="290040" y="40312"/>
                </a:cubicBezTo>
                <a:cubicBezTo>
                  <a:pt x="297066" y="34260"/>
                  <a:pt x="305631" y="31234"/>
                  <a:pt x="315735" y="31234"/>
                </a:cubicBezTo>
                <a:cubicBezTo>
                  <a:pt x="326967" y="31234"/>
                  <a:pt x="336147" y="34914"/>
                  <a:pt x="343276" y="42274"/>
                </a:cubicBezTo>
                <a:cubicBezTo>
                  <a:pt x="350405" y="49634"/>
                  <a:pt x="353969" y="59801"/>
                  <a:pt x="353969" y="72777"/>
                </a:cubicBezTo>
                <a:cubicBezTo>
                  <a:pt x="353969" y="83291"/>
                  <a:pt x="352392" y="91561"/>
                  <a:pt x="349238" y="97587"/>
                </a:cubicBezTo>
                <a:cubicBezTo>
                  <a:pt x="346084" y="103614"/>
                  <a:pt x="341494" y="108294"/>
                  <a:pt x="335468" y="111627"/>
                </a:cubicBezTo>
                <a:cubicBezTo>
                  <a:pt x="329441" y="114961"/>
                  <a:pt x="322864" y="116628"/>
                  <a:pt x="315735" y="116628"/>
                </a:cubicBezTo>
                <a:cubicBezTo>
                  <a:pt x="304298" y="116628"/>
                  <a:pt x="295053" y="112961"/>
                  <a:pt x="288001" y="105627"/>
                </a:cubicBezTo>
                <a:cubicBezTo>
                  <a:pt x="280949" y="98293"/>
                  <a:pt x="277423" y="87727"/>
                  <a:pt x="277423" y="73931"/>
                </a:cubicBezTo>
                <a:moveTo>
                  <a:pt x="291655" y="73893"/>
                </a:moveTo>
                <a:cubicBezTo>
                  <a:pt x="291655" y="84317"/>
                  <a:pt x="293937" y="92122"/>
                  <a:pt x="298502" y="97308"/>
                </a:cubicBezTo>
                <a:cubicBezTo>
                  <a:pt x="303067" y="102495"/>
                  <a:pt x="308811" y="105088"/>
                  <a:pt x="315735" y="105088"/>
                </a:cubicBezTo>
                <a:cubicBezTo>
                  <a:pt x="322607" y="105088"/>
                  <a:pt x="328326" y="102482"/>
                  <a:pt x="332890" y="97270"/>
                </a:cubicBezTo>
                <a:cubicBezTo>
                  <a:pt x="337455" y="92058"/>
                  <a:pt x="339737" y="84112"/>
                  <a:pt x="339737" y="73433"/>
                </a:cubicBezTo>
                <a:cubicBezTo>
                  <a:pt x="339737" y="63367"/>
                  <a:pt x="337442" y="55740"/>
                  <a:pt x="332852" y="50553"/>
                </a:cubicBezTo>
                <a:cubicBezTo>
                  <a:pt x="328262" y="45367"/>
                  <a:pt x="322556" y="42774"/>
                  <a:pt x="315735" y="42774"/>
                </a:cubicBezTo>
                <a:cubicBezTo>
                  <a:pt x="308811" y="42774"/>
                  <a:pt x="303067" y="45354"/>
                  <a:pt x="298502" y="50515"/>
                </a:cubicBezTo>
                <a:cubicBezTo>
                  <a:pt x="293937" y="55676"/>
                  <a:pt x="291655" y="63468"/>
                  <a:pt x="291655" y="73893"/>
                </a:cubicBezTo>
                <a:close/>
                <a:moveTo>
                  <a:pt x="373250" y="114781"/>
                </a:moveTo>
                <a:lnTo>
                  <a:pt x="373250" y="43851"/>
                </a:lnTo>
                <a:lnTo>
                  <a:pt x="361018" y="43851"/>
                </a:lnTo>
                <a:lnTo>
                  <a:pt x="361018" y="33080"/>
                </a:lnTo>
                <a:lnTo>
                  <a:pt x="373250" y="33080"/>
                </a:lnTo>
                <a:lnTo>
                  <a:pt x="373250" y="24406"/>
                </a:lnTo>
                <a:cubicBezTo>
                  <a:pt x="373250" y="18932"/>
                  <a:pt x="373737" y="14864"/>
                  <a:pt x="374712" y="12203"/>
                </a:cubicBezTo>
                <a:cubicBezTo>
                  <a:pt x="376045" y="8623"/>
                  <a:pt x="378392" y="5719"/>
                  <a:pt x="381751" y="3493"/>
                </a:cubicBezTo>
                <a:cubicBezTo>
                  <a:pt x="385110" y="1267"/>
                  <a:pt x="389816" y="154"/>
                  <a:pt x="395868" y="154"/>
                </a:cubicBezTo>
                <a:cubicBezTo>
                  <a:pt x="399766" y="154"/>
                  <a:pt x="404074" y="615"/>
                  <a:pt x="408792" y="1539"/>
                </a:cubicBezTo>
                <a:lnTo>
                  <a:pt x="406715" y="13617"/>
                </a:lnTo>
                <a:cubicBezTo>
                  <a:pt x="403843" y="13104"/>
                  <a:pt x="401125" y="12848"/>
                  <a:pt x="398561" y="12848"/>
                </a:cubicBezTo>
                <a:cubicBezTo>
                  <a:pt x="394355" y="12848"/>
                  <a:pt x="391380" y="13742"/>
                  <a:pt x="389637" y="15530"/>
                </a:cubicBezTo>
                <a:cubicBezTo>
                  <a:pt x="387893" y="17319"/>
                  <a:pt x="387021" y="20666"/>
                  <a:pt x="387021" y="25570"/>
                </a:cubicBezTo>
                <a:lnTo>
                  <a:pt x="387021" y="33080"/>
                </a:lnTo>
                <a:lnTo>
                  <a:pt x="402946" y="33080"/>
                </a:lnTo>
                <a:lnTo>
                  <a:pt x="402946" y="43851"/>
                </a:lnTo>
                <a:lnTo>
                  <a:pt x="387021" y="43851"/>
                </a:lnTo>
                <a:lnTo>
                  <a:pt x="387021" y="114781"/>
                </a:lnTo>
                <a:lnTo>
                  <a:pt x="373250" y="114781"/>
                </a:lnTo>
                <a:close/>
                <a:moveTo>
                  <a:pt x="469180" y="88471"/>
                </a:moveTo>
                <a:lnTo>
                  <a:pt x="483489" y="90240"/>
                </a:lnTo>
                <a:cubicBezTo>
                  <a:pt x="481233" y="98600"/>
                  <a:pt x="477053" y="105088"/>
                  <a:pt x="470949" y="109704"/>
                </a:cubicBezTo>
                <a:cubicBezTo>
                  <a:pt x="464846" y="114320"/>
                  <a:pt x="457051" y="116628"/>
                  <a:pt x="447562" y="116628"/>
                </a:cubicBezTo>
                <a:cubicBezTo>
                  <a:pt x="435612" y="116628"/>
                  <a:pt x="426137" y="112948"/>
                  <a:pt x="419136" y="105588"/>
                </a:cubicBezTo>
                <a:cubicBezTo>
                  <a:pt x="412135" y="98228"/>
                  <a:pt x="408635" y="87907"/>
                  <a:pt x="408635" y="74623"/>
                </a:cubicBezTo>
                <a:cubicBezTo>
                  <a:pt x="408635" y="60878"/>
                  <a:pt x="412174" y="50210"/>
                  <a:pt x="419252" y="42620"/>
                </a:cubicBezTo>
                <a:cubicBezTo>
                  <a:pt x="426329" y="35029"/>
                  <a:pt x="435510" y="31234"/>
                  <a:pt x="446793" y="31234"/>
                </a:cubicBezTo>
                <a:cubicBezTo>
                  <a:pt x="457717" y="31234"/>
                  <a:pt x="466641" y="34947"/>
                  <a:pt x="473565" y="42372"/>
                </a:cubicBezTo>
                <a:cubicBezTo>
                  <a:pt x="480489" y="49796"/>
                  <a:pt x="483951" y="60241"/>
                  <a:pt x="483951" y="73707"/>
                </a:cubicBezTo>
                <a:cubicBezTo>
                  <a:pt x="483951" y="74526"/>
                  <a:pt x="483925" y="75755"/>
                  <a:pt x="483874" y="77393"/>
                </a:cubicBezTo>
                <a:lnTo>
                  <a:pt x="422944" y="77393"/>
                </a:lnTo>
                <a:cubicBezTo>
                  <a:pt x="423457" y="86343"/>
                  <a:pt x="425996" y="93196"/>
                  <a:pt x="430561" y="97953"/>
                </a:cubicBezTo>
                <a:cubicBezTo>
                  <a:pt x="435125" y="102710"/>
                  <a:pt x="440818" y="105088"/>
                  <a:pt x="447639" y="105088"/>
                </a:cubicBezTo>
                <a:cubicBezTo>
                  <a:pt x="452717" y="105088"/>
                  <a:pt x="457051" y="103768"/>
                  <a:pt x="460641" y="101126"/>
                </a:cubicBezTo>
                <a:cubicBezTo>
                  <a:pt x="464231" y="98483"/>
                  <a:pt x="467077" y="94265"/>
                  <a:pt x="469180" y="88471"/>
                </a:cubicBezTo>
                <a:moveTo>
                  <a:pt x="423714" y="65853"/>
                </a:moveTo>
                <a:lnTo>
                  <a:pt x="469334" y="65853"/>
                </a:lnTo>
                <a:cubicBezTo>
                  <a:pt x="468718" y="59093"/>
                  <a:pt x="466975" y="54023"/>
                  <a:pt x="464103" y="50642"/>
                </a:cubicBezTo>
                <a:cubicBezTo>
                  <a:pt x="459692" y="45397"/>
                  <a:pt x="453973" y="42774"/>
                  <a:pt x="446947" y="42774"/>
                </a:cubicBezTo>
                <a:cubicBezTo>
                  <a:pt x="440587" y="42774"/>
                  <a:pt x="435241" y="44868"/>
                  <a:pt x="430907" y="49056"/>
                </a:cubicBezTo>
                <a:cubicBezTo>
                  <a:pt x="426573" y="53242"/>
                  <a:pt x="424175" y="58841"/>
                  <a:pt x="423714" y="65853"/>
                </a:cubicBezTo>
                <a:close/>
                <a:moveTo>
                  <a:pt x="553622" y="114781"/>
                </a:moveTo>
                <a:lnTo>
                  <a:pt x="553622" y="104473"/>
                </a:lnTo>
                <a:cubicBezTo>
                  <a:pt x="548442" y="112576"/>
                  <a:pt x="540825" y="116628"/>
                  <a:pt x="530773" y="116628"/>
                </a:cubicBezTo>
                <a:cubicBezTo>
                  <a:pt x="524259" y="116628"/>
                  <a:pt x="518272" y="114833"/>
                  <a:pt x="512810" y="111243"/>
                </a:cubicBezTo>
                <a:cubicBezTo>
                  <a:pt x="507347" y="107653"/>
                  <a:pt x="503116" y="102639"/>
                  <a:pt x="500116" y="96203"/>
                </a:cubicBezTo>
                <a:cubicBezTo>
                  <a:pt x="497116" y="89766"/>
                  <a:pt x="495615" y="82368"/>
                  <a:pt x="495615" y="74008"/>
                </a:cubicBezTo>
                <a:cubicBezTo>
                  <a:pt x="495615" y="65853"/>
                  <a:pt x="496975" y="58455"/>
                  <a:pt x="499693" y="51813"/>
                </a:cubicBezTo>
                <a:cubicBezTo>
                  <a:pt x="502411" y="45171"/>
                  <a:pt x="506488" y="40081"/>
                  <a:pt x="511925" y="36542"/>
                </a:cubicBezTo>
                <a:cubicBezTo>
                  <a:pt x="517361" y="33004"/>
                  <a:pt x="523439" y="31234"/>
                  <a:pt x="530158" y="31234"/>
                </a:cubicBezTo>
                <a:cubicBezTo>
                  <a:pt x="535081" y="31234"/>
                  <a:pt x="539466" y="32273"/>
                  <a:pt x="543313" y="34350"/>
                </a:cubicBezTo>
                <a:cubicBezTo>
                  <a:pt x="547159" y="36427"/>
                  <a:pt x="550288" y="39132"/>
                  <a:pt x="552698" y="42466"/>
                </a:cubicBezTo>
                <a:lnTo>
                  <a:pt x="552698" y="2000"/>
                </a:lnTo>
                <a:lnTo>
                  <a:pt x="566469" y="2000"/>
                </a:lnTo>
                <a:lnTo>
                  <a:pt x="566469" y="114781"/>
                </a:lnTo>
                <a:lnTo>
                  <a:pt x="553622" y="114781"/>
                </a:lnTo>
                <a:moveTo>
                  <a:pt x="509848" y="73969"/>
                </a:moveTo>
                <a:cubicBezTo>
                  <a:pt x="509848" y="84394"/>
                  <a:pt x="512053" y="92186"/>
                  <a:pt x="516464" y="97347"/>
                </a:cubicBezTo>
                <a:cubicBezTo>
                  <a:pt x="520874" y="102508"/>
                  <a:pt x="526080" y="105088"/>
                  <a:pt x="532081" y="105088"/>
                </a:cubicBezTo>
                <a:cubicBezTo>
                  <a:pt x="538133" y="105088"/>
                  <a:pt x="543274" y="102623"/>
                  <a:pt x="547506" y="97693"/>
                </a:cubicBezTo>
                <a:cubicBezTo>
                  <a:pt x="551737" y="92762"/>
                  <a:pt x="553852" y="85237"/>
                  <a:pt x="553852" y="75119"/>
                </a:cubicBezTo>
                <a:cubicBezTo>
                  <a:pt x="553852" y="63980"/>
                  <a:pt x="551698" y="55804"/>
                  <a:pt x="547390" y="50592"/>
                </a:cubicBezTo>
                <a:cubicBezTo>
                  <a:pt x="543082" y="45380"/>
                  <a:pt x="537774" y="42774"/>
                  <a:pt x="531465" y="42774"/>
                </a:cubicBezTo>
                <a:cubicBezTo>
                  <a:pt x="525311" y="42774"/>
                  <a:pt x="520169" y="45278"/>
                  <a:pt x="516041" y="50287"/>
                </a:cubicBezTo>
                <a:cubicBezTo>
                  <a:pt x="511912" y="55294"/>
                  <a:pt x="509848" y="63188"/>
                  <a:pt x="509848" y="73969"/>
                </a:cubicBezTo>
                <a:close/>
                <a:moveTo>
                  <a:pt x="631136" y="114781"/>
                </a:moveTo>
                <a:lnTo>
                  <a:pt x="631136" y="33080"/>
                </a:lnTo>
                <a:lnTo>
                  <a:pt x="643599" y="33080"/>
                </a:lnTo>
                <a:lnTo>
                  <a:pt x="643599" y="45389"/>
                </a:lnTo>
                <a:cubicBezTo>
                  <a:pt x="646779" y="39626"/>
                  <a:pt x="649715" y="35826"/>
                  <a:pt x="652407" y="33989"/>
                </a:cubicBezTo>
                <a:cubicBezTo>
                  <a:pt x="655100" y="32152"/>
                  <a:pt x="658062" y="31234"/>
                  <a:pt x="661293" y="31234"/>
                </a:cubicBezTo>
                <a:cubicBezTo>
                  <a:pt x="665960" y="31234"/>
                  <a:pt x="670704" y="32715"/>
                  <a:pt x="675525" y="35677"/>
                </a:cubicBezTo>
                <a:lnTo>
                  <a:pt x="670755" y="48467"/>
                </a:lnTo>
                <a:cubicBezTo>
                  <a:pt x="667370" y="46467"/>
                  <a:pt x="663985" y="45466"/>
                  <a:pt x="660601" y="45466"/>
                </a:cubicBezTo>
                <a:cubicBezTo>
                  <a:pt x="657575" y="45466"/>
                  <a:pt x="654856" y="46378"/>
                  <a:pt x="652446" y="48202"/>
                </a:cubicBezTo>
                <a:cubicBezTo>
                  <a:pt x="650035" y="50025"/>
                  <a:pt x="648317" y="52553"/>
                  <a:pt x="647291" y="55787"/>
                </a:cubicBezTo>
                <a:cubicBezTo>
                  <a:pt x="645753" y="60716"/>
                  <a:pt x="644983" y="66106"/>
                  <a:pt x="644983" y="71960"/>
                </a:cubicBezTo>
                <a:lnTo>
                  <a:pt x="644983" y="114781"/>
                </a:lnTo>
                <a:lnTo>
                  <a:pt x="631136" y="114781"/>
                </a:lnTo>
                <a:close/>
                <a:moveTo>
                  <a:pt x="739488" y="88471"/>
                </a:moveTo>
                <a:lnTo>
                  <a:pt x="753797" y="90240"/>
                </a:lnTo>
                <a:cubicBezTo>
                  <a:pt x="751540" y="98600"/>
                  <a:pt x="747360" y="105088"/>
                  <a:pt x="741257" y="109704"/>
                </a:cubicBezTo>
                <a:cubicBezTo>
                  <a:pt x="735154" y="114320"/>
                  <a:pt x="727358" y="116628"/>
                  <a:pt x="717870" y="116628"/>
                </a:cubicBezTo>
                <a:cubicBezTo>
                  <a:pt x="705920" y="116628"/>
                  <a:pt x="696445" y="112948"/>
                  <a:pt x="689444" y="105588"/>
                </a:cubicBezTo>
                <a:cubicBezTo>
                  <a:pt x="682443" y="98228"/>
                  <a:pt x="678943" y="87907"/>
                  <a:pt x="678943" y="74623"/>
                </a:cubicBezTo>
                <a:cubicBezTo>
                  <a:pt x="678943" y="60878"/>
                  <a:pt x="682482" y="50210"/>
                  <a:pt x="689559" y="42620"/>
                </a:cubicBezTo>
                <a:cubicBezTo>
                  <a:pt x="696637" y="35029"/>
                  <a:pt x="705818" y="31234"/>
                  <a:pt x="717101" y="31234"/>
                </a:cubicBezTo>
                <a:cubicBezTo>
                  <a:pt x="728025" y="31234"/>
                  <a:pt x="736949" y="34947"/>
                  <a:pt x="743873" y="42372"/>
                </a:cubicBezTo>
                <a:cubicBezTo>
                  <a:pt x="750797" y="49796"/>
                  <a:pt x="754259" y="60241"/>
                  <a:pt x="754259" y="73707"/>
                </a:cubicBezTo>
                <a:cubicBezTo>
                  <a:pt x="754259" y="74526"/>
                  <a:pt x="754233" y="75755"/>
                  <a:pt x="754182" y="77393"/>
                </a:cubicBezTo>
                <a:lnTo>
                  <a:pt x="693252" y="77393"/>
                </a:lnTo>
                <a:cubicBezTo>
                  <a:pt x="693765" y="86343"/>
                  <a:pt x="696304" y="93196"/>
                  <a:pt x="700868" y="97953"/>
                </a:cubicBezTo>
                <a:cubicBezTo>
                  <a:pt x="705433" y="102710"/>
                  <a:pt x="711126" y="105088"/>
                  <a:pt x="717947" y="105088"/>
                </a:cubicBezTo>
                <a:cubicBezTo>
                  <a:pt x="723025" y="105088"/>
                  <a:pt x="727358" y="103768"/>
                  <a:pt x="730948" y="101126"/>
                </a:cubicBezTo>
                <a:cubicBezTo>
                  <a:pt x="734539" y="98483"/>
                  <a:pt x="737385" y="94265"/>
                  <a:pt x="739488" y="88471"/>
                </a:cubicBezTo>
                <a:moveTo>
                  <a:pt x="694021" y="65853"/>
                </a:moveTo>
                <a:lnTo>
                  <a:pt x="739642" y="65853"/>
                </a:lnTo>
                <a:cubicBezTo>
                  <a:pt x="739026" y="59093"/>
                  <a:pt x="737282" y="54023"/>
                  <a:pt x="734410" y="50642"/>
                </a:cubicBezTo>
                <a:cubicBezTo>
                  <a:pt x="730000" y="45397"/>
                  <a:pt x="724281" y="42774"/>
                  <a:pt x="717255" y="42774"/>
                </a:cubicBezTo>
                <a:cubicBezTo>
                  <a:pt x="710895" y="42774"/>
                  <a:pt x="705548" y="44868"/>
                  <a:pt x="701215" y="49056"/>
                </a:cubicBezTo>
                <a:cubicBezTo>
                  <a:pt x="696881" y="53242"/>
                  <a:pt x="694483" y="58841"/>
                  <a:pt x="694021" y="65853"/>
                </a:cubicBezTo>
                <a:close/>
                <a:moveTo>
                  <a:pt x="765385" y="90317"/>
                </a:moveTo>
                <a:lnTo>
                  <a:pt x="779079" y="88163"/>
                </a:lnTo>
                <a:cubicBezTo>
                  <a:pt x="779848" y="93627"/>
                  <a:pt x="781989" y="97814"/>
                  <a:pt x="785502" y="100725"/>
                </a:cubicBezTo>
                <a:cubicBezTo>
                  <a:pt x="789016" y="103634"/>
                  <a:pt x="793926" y="105088"/>
                  <a:pt x="800235" y="105088"/>
                </a:cubicBezTo>
                <a:cubicBezTo>
                  <a:pt x="806594" y="105088"/>
                  <a:pt x="811313" y="103804"/>
                  <a:pt x="814390" y="101234"/>
                </a:cubicBezTo>
                <a:cubicBezTo>
                  <a:pt x="817467" y="98664"/>
                  <a:pt x="819006" y="95649"/>
                  <a:pt x="819006" y="92190"/>
                </a:cubicBezTo>
                <a:cubicBezTo>
                  <a:pt x="819006" y="89086"/>
                  <a:pt x="817647" y="86643"/>
                  <a:pt x="814929" y="84862"/>
                </a:cubicBezTo>
                <a:cubicBezTo>
                  <a:pt x="813031" y="83641"/>
                  <a:pt x="808313" y="82089"/>
                  <a:pt x="800773" y="80206"/>
                </a:cubicBezTo>
                <a:cubicBezTo>
                  <a:pt x="790618" y="77640"/>
                  <a:pt x="783579" y="75420"/>
                  <a:pt x="779656" y="73546"/>
                </a:cubicBezTo>
                <a:cubicBezTo>
                  <a:pt x="775732" y="71673"/>
                  <a:pt x="772758" y="69080"/>
                  <a:pt x="770732" y="65769"/>
                </a:cubicBezTo>
                <a:cubicBezTo>
                  <a:pt x="768706" y="62458"/>
                  <a:pt x="767693" y="58800"/>
                  <a:pt x="767693" y="54797"/>
                </a:cubicBezTo>
                <a:cubicBezTo>
                  <a:pt x="767693" y="51152"/>
                  <a:pt x="768526" y="47777"/>
                  <a:pt x="770193" y="44671"/>
                </a:cubicBezTo>
                <a:cubicBezTo>
                  <a:pt x="771860" y="41565"/>
                  <a:pt x="774129" y="38985"/>
                  <a:pt x="777002" y="36932"/>
                </a:cubicBezTo>
                <a:cubicBezTo>
                  <a:pt x="779156" y="35340"/>
                  <a:pt x="782092" y="33993"/>
                  <a:pt x="785810" y="32891"/>
                </a:cubicBezTo>
                <a:cubicBezTo>
                  <a:pt x="789529" y="31786"/>
                  <a:pt x="793516" y="31234"/>
                  <a:pt x="797773" y="31234"/>
                </a:cubicBezTo>
                <a:cubicBezTo>
                  <a:pt x="804184" y="31234"/>
                  <a:pt x="809813" y="32164"/>
                  <a:pt x="814659" y="34023"/>
                </a:cubicBezTo>
                <a:cubicBezTo>
                  <a:pt x="819506" y="35880"/>
                  <a:pt x="823083" y="38398"/>
                  <a:pt x="825391" y="41574"/>
                </a:cubicBezTo>
                <a:cubicBezTo>
                  <a:pt x="827699" y="44749"/>
                  <a:pt x="829289" y="48996"/>
                  <a:pt x="830161" y="54313"/>
                </a:cubicBezTo>
                <a:lnTo>
                  <a:pt x="816621" y="56160"/>
                </a:lnTo>
                <a:cubicBezTo>
                  <a:pt x="816006" y="51954"/>
                  <a:pt x="814223" y="48672"/>
                  <a:pt x="811274" y="46313"/>
                </a:cubicBezTo>
                <a:cubicBezTo>
                  <a:pt x="808325" y="43953"/>
                  <a:pt x="804158" y="42774"/>
                  <a:pt x="798773" y="42774"/>
                </a:cubicBezTo>
                <a:cubicBezTo>
                  <a:pt x="792413" y="42774"/>
                  <a:pt x="787875" y="43820"/>
                  <a:pt x="785156" y="45914"/>
                </a:cubicBezTo>
                <a:cubicBezTo>
                  <a:pt x="782438" y="48005"/>
                  <a:pt x="781079" y="50455"/>
                  <a:pt x="781079" y="53263"/>
                </a:cubicBezTo>
                <a:cubicBezTo>
                  <a:pt x="781079" y="55048"/>
                  <a:pt x="781643" y="56656"/>
                  <a:pt x="782771" y="58086"/>
                </a:cubicBezTo>
                <a:cubicBezTo>
                  <a:pt x="783900" y="59565"/>
                  <a:pt x="785669" y="60789"/>
                  <a:pt x="788080" y="61759"/>
                </a:cubicBezTo>
                <a:cubicBezTo>
                  <a:pt x="789464" y="62270"/>
                  <a:pt x="793542" y="63444"/>
                  <a:pt x="800312" y="65281"/>
                </a:cubicBezTo>
                <a:cubicBezTo>
                  <a:pt x="810108" y="67895"/>
                  <a:pt x="816942" y="70035"/>
                  <a:pt x="820814" y="71700"/>
                </a:cubicBezTo>
                <a:cubicBezTo>
                  <a:pt x="824686" y="73365"/>
                  <a:pt x="827725" y="75787"/>
                  <a:pt x="829930" y="78965"/>
                </a:cubicBezTo>
                <a:cubicBezTo>
                  <a:pt x="832136" y="82142"/>
                  <a:pt x="833238" y="86087"/>
                  <a:pt x="833238" y="90801"/>
                </a:cubicBezTo>
                <a:cubicBezTo>
                  <a:pt x="833238" y="95413"/>
                  <a:pt x="831892" y="99757"/>
                  <a:pt x="829199" y="103831"/>
                </a:cubicBezTo>
                <a:cubicBezTo>
                  <a:pt x="826507" y="107903"/>
                  <a:pt x="822622" y="111054"/>
                  <a:pt x="817544" y="113284"/>
                </a:cubicBezTo>
                <a:cubicBezTo>
                  <a:pt x="812467" y="115513"/>
                  <a:pt x="806723" y="116628"/>
                  <a:pt x="800312" y="116628"/>
                </a:cubicBezTo>
                <a:cubicBezTo>
                  <a:pt x="789695" y="116628"/>
                  <a:pt x="781605" y="114416"/>
                  <a:pt x="776040" y="109993"/>
                </a:cubicBezTo>
                <a:cubicBezTo>
                  <a:pt x="770475" y="105569"/>
                  <a:pt x="766924" y="99011"/>
                  <a:pt x="765385" y="90317"/>
                </a:cubicBezTo>
                <a:close/>
                <a:moveTo>
                  <a:pt x="849329" y="146169"/>
                </a:moveTo>
                <a:lnTo>
                  <a:pt x="849329" y="33080"/>
                </a:lnTo>
                <a:lnTo>
                  <a:pt x="861945" y="33080"/>
                </a:lnTo>
                <a:lnTo>
                  <a:pt x="861945" y="43620"/>
                </a:lnTo>
                <a:cubicBezTo>
                  <a:pt x="864920" y="39491"/>
                  <a:pt x="868279" y="36395"/>
                  <a:pt x="872023" y="34331"/>
                </a:cubicBezTo>
                <a:cubicBezTo>
                  <a:pt x="875767" y="32266"/>
                  <a:pt x="880306" y="31234"/>
                  <a:pt x="885640" y="31234"/>
                </a:cubicBezTo>
                <a:cubicBezTo>
                  <a:pt x="892615" y="31234"/>
                  <a:pt x="898770" y="33029"/>
                  <a:pt x="904104" y="36619"/>
                </a:cubicBezTo>
                <a:cubicBezTo>
                  <a:pt x="909438" y="40209"/>
                  <a:pt x="913464" y="45274"/>
                  <a:pt x="916182" y="51813"/>
                </a:cubicBezTo>
                <a:cubicBezTo>
                  <a:pt x="918900" y="58352"/>
                  <a:pt x="920259" y="65520"/>
                  <a:pt x="920259" y="73316"/>
                </a:cubicBezTo>
                <a:cubicBezTo>
                  <a:pt x="920259" y="81675"/>
                  <a:pt x="918759" y="89202"/>
                  <a:pt x="915759" y="95895"/>
                </a:cubicBezTo>
                <a:cubicBezTo>
                  <a:pt x="912759" y="102588"/>
                  <a:pt x="908399" y="107717"/>
                  <a:pt x="902681" y="111281"/>
                </a:cubicBezTo>
                <a:cubicBezTo>
                  <a:pt x="896962" y="114846"/>
                  <a:pt x="890948" y="116628"/>
                  <a:pt x="884640" y="116628"/>
                </a:cubicBezTo>
                <a:cubicBezTo>
                  <a:pt x="880024" y="116628"/>
                  <a:pt x="875883" y="115641"/>
                  <a:pt x="872216" y="113666"/>
                </a:cubicBezTo>
                <a:cubicBezTo>
                  <a:pt x="868549" y="111690"/>
                  <a:pt x="865536" y="109194"/>
                  <a:pt x="863176" y="106180"/>
                </a:cubicBezTo>
                <a:lnTo>
                  <a:pt x="863176" y="146169"/>
                </a:lnTo>
                <a:lnTo>
                  <a:pt x="849329" y="146169"/>
                </a:lnTo>
                <a:moveTo>
                  <a:pt x="861868" y="74277"/>
                </a:moveTo>
                <a:cubicBezTo>
                  <a:pt x="861868" y="84778"/>
                  <a:pt x="863997" y="92539"/>
                  <a:pt x="868254" y="97559"/>
                </a:cubicBezTo>
                <a:cubicBezTo>
                  <a:pt x="872511" y="102578"/>
                  <a:pt x="877665" y="105088"/>
                  <a:pt x="883717" y="105088"/>
                </a:cubicBezTo>
                <a:cubicBezTo>
                  <a:pt x="889871" y="105088"/>
                  <a:pt x="895141" y="102489"/>
                  <a:pt x="899526" y="97289"/>
                </a:cubicBezTo>
                <a:cubicBezTo>
                  <a:pt x="903911" y="92090"/>
                  <a:pt x="906104" y="84035"/>
                  <a:pt x="906104" y="73123"/>
                </a:cubicBezTo>
                <a:cubicBezTo>
                  <a:pt x="906104" y="62725"/>
                  <a:pt x="903963" y="54939"/>
                  <a:pt x="899680" y="49765"/>
                </a:cubicBezTo>
                <a:cubicBezTo>
                  <a:pt x="895398" y="44591"/>
                  <a:pt x="890282" y="42004"/>
                  <a:pt x="884332" y="42004"/>
                </a:cubicBezTo>
                <a:cubicBezTo>
                  <a:pt x="878434" y="42004"/>
                  <a:pt x="873216" y="44758"/>
                  <a:pt x="868677" y="50265"/>
                </a:cubicBezTo>
                <a:cubicBezTo>
                  <a:pt x="864138" y="55772"/>
                  <a:pt x="861868" y="63776"/>
                  <a:pt x="861868" y="74277"/>
                </a:cubicBezTo>
                <a:close/>
                <a:moveTo>
                  <a:pt x="931539" y="73931"/>
                </a:moveTo>
                <a:cubicBezTo>
                  <a:pt x="931539" y="58801"/>
                  <a:pt x="935744" y="47595"/>
                  <a:pt x="944156" y="40312"/>
                </a:cubicBezTo>
                <a:cubicBezTo>
                  <a:pt x="951182" y="34260"/>
                  <a:pt x="959747" y="31234"/>
                  <a:pt x="969851" y="31234"/>
                </a:cubicBezTo>
                <a:cubicBezTo>
                  <a:pt x="981083" y="31234"/>
                  <a:pt x="990263" y="34914"/>
                  <a:pt x="997392" y="42274"/>
                </a:cubicBezTo>
                <a:cubicBezTo>
                  <a:pt x="1004521" y="49634"/>
                  <a:pt x="1008086" y="59801"/>
                  <a:pt x="1008086" y="72777"/>
                </a:cubicBezTo>
                <a:cubicBezTo>
                  <a:pt x="1008086" y="83291"/>
                  <a:pt x="1006508" y="91561"/>
                  <a:pt x="1003354" y="97587"/>
                </a:cubicBezTo>
                <a:cubicBezTo>
                  <a:pt x="1000200" y="103614"/>
                  <a:pt x="995610" y="108294"/>
                  <a:pt x="989584" y="111627"/>
                </a:cubicBezTo>
                <a:cubicBezTo>
                  <a:pt x="983557" y="114961"/>
                  <a:pt x="976980" y="116628"/>
                  <a:pt x="969851" y="116628"/>
                </a:cubicBezTo>
                <a:cubicBezTo>
                  <a:pt x="958414" y="116628"/>
                  <a:pt x="949169" y="112961"/>
                  <a:pt x="942117" y="105627"/>
                </a:cubicBezTo>
                <a:cubicBezTo>
                  <a:pt x="935065" y="98293"/>
                  <a:pt x="931539" y="87727"/>
                  <a:pt x="931539" y="73931"/>
                </a:cubicBezTo>
                <a:moveTo>
                  <a:pt x="945771" y="73893"/>
                </a:moveTo>
                <a:cubicBezTo>
                  <a:pt x="945771" y="84317"/>
                  <a:pt x="948053" y="92122"/>
                  <a:pt x="952618" y="97308"/>
                </a:cubicBezTo>
                <a:cubicBezTo>
                  <a:pt x="957183" y="102495"/>
                  <a:pt x="962927" y="105088"/>
                  <a:pt x="969851" y="105088"/>
                </a:cubicBezTo>
                <a:cubicBezTo>
                  <a:pt x="976723" y="105088"/>
                  <a:pt x="982442" y="102482"/>
                  <a:pt x="987006" y="97270"/>
                </a:cubicBezTo>
                <a:cubicBezTo>
                  <a:pt x="991571" y="92058"/>
                  <a:pt x="993853" y="84112"/>
                  <a:pt x="993853" y="73433"/>
                </a:cubicBezTo>
                <a:cubicBezTo>
                  <a:pt x="993853" y="63367"/>
                  <a:pt x="991558" y="55740"/>
                  <a:pt x="986968" y="50553"/>
                </a:cubicBezTo>
                <a:cubicBezTo>
                  <a:pt x="982378" y="45367"/>
                  <a:pt x="976672" y="42774"/>
                  <a:pt x="969851" y="42774"/>
                </a:cubicBezTo>
                <a:cubicBezTo>
                  <a:pt x="962927" y="42774"/>
                  <a:pt x="957183" y="45354"/>
                  <a:pt x="952618" y="50515"/>
                </a:cubicBezTo>
                <a:cubicBezTo>
                  <a:pt x="948053" y="55676"/>
                  <a:pt x="945771" y="63468"/>
                  <a:pt x="945771" y="73893"/>
                </a:cubicBezTo>
                <a:close/>
                <a:moveTo>
                  <a:pt x="1024058" y="114781"/>
                </a:moveTo>
                <a:lnTo>
                  <a:pt x="1024058" y="33080"/>
                </a:lnTo>
                <a:lnTo>
                  <a:pt x="1036521" y="33080"/>
                </a:lnTo>
                <a:lnTo>
                  <a:pt x="1036521" y="44620"/>
                </a:lnTo>
                <a:cubicBezTo>
                  <a:pt x="1042522" y="35696"/>
                  <a:pt x="1051189" y="31234"/>
                  <a:pt x="1062524" y="31234"/>
                </a:cubicBezTo>
                <a:cubicBezTo>
                  <a:pt x="1067447" y="31234"/>
                  <a:pt x="1071974" y="32119"/>
                  <a:pt x="1076102" y="33888"/>
                </a:cubicBezTo>
                <a:cubicBezTo>
                  <a:pt x="1080231" y="35658"/>
                  <a:pt x="1083321" y="37978"/>
                  <a:pt x="1085372" y="40851"/>
                </a:cubicBezTo>
                <a:cubicBezTo>
                  <a:pt x="1087424" y="43723"/>
                  <a:pt x="1088860" y="47133"/>
                  <a:pt x="1089681" y="51082"/>
                </a:cubicBezTo>
                <a:cubicBezTo>
                  <a:pt x="1090193" y="53647"/>
                  <a:pt x="1090450" y="58134"/>
                  <a:pt x="1090450" y="64545"/>
                </a:cubicBezTo>
                <a:lnTo>
                  <a:pt x="1090450" y="114781"/>
                </a:lnTo>
                <a:lnTo>
                  <a:pt x="1076602" y="114781"/>
                </a:lnTo>
                <a:lnTo>
                  <a:pt x="1076602" y="65031"/>
                </a:lnTo>
                <a:cubicBezTo>
                  <a:pt x="1076602" y="59383"/>
                  <a:pt x="1076064" y="55160"/>
                  <a:pt x="1074987" y="52361"/>
                </a:cubicBezTo>
                <a:cubicBezTo>
                  <a:pt x="1073910" y="49563"/>
                  <a:pt x="1071999" y="47330"/>
                  <a:pt x="1069255" y="45661"/>
                </a:cubicBezTo>
                <a:cubicBezTo>
                  <a:pt x="1066511" y="43993"/>
                  <a:pt x="1063293" y="43158"/>
                  <a:pt x="1059600" y="43158"/>
                </a:cubicBezTo>
                <a:cubicBezTo>
                  <a:pt x="1053702" y="43158"/>
                  <a:pt x="1048612" y="45033"/>
                  <a:pt x="1044330" y="48782"/>
                </a:cubicBezTo>
                <a:cubicBezTo>
                  <a:pt x="1040047" y="52529"/>
                  <a:pt x="1037906" y="59639"/>
                  <a:pt x="1037906" y="70113"/>
                </a:cubicBezTo>
                <a:lnTo>
                  <a:pt x="1037906" y="114781"/>
                </a:lnTo>
                <a:lnTo>
                  <a:pt x="1024058" y="114781"/>
                </a:lnTo>
                <a:close/>
                <a:moveTo>
                  <a:pt x="1105884" y="90317"/>
                </a:moveTo>
                <a:lnTo>
                  <a:pt x="1119578" y="88163"/>
                </a:lnTo>
                <a:cubicBezTo>
                  <a:pt x="1120347" y="93627"/>
                  <a:pt x="1122488" y="97814"/>
                  <a:pt x="1126002" y="100725"/>
                </a:cubicBezTo>
                <a:cubicBezTo>
                  <a:pt x="1129515" y="103634"/>
                  <a:pt x="1134426" y="105088"/>
                  <a:pt x="1140734" y="105088"/>
                </a:cubicBezTo>
                <a:cubicBezTo>
                  <a:pt x="1147094" y="105088"/>
                  <a:pt x="1151812" y="103804"/>
                  <a:pt x="1154889" y="101234"/>
                </a:cubicBezTo>
                <a:cubicBezTo>
                  <a:pt x="1157967" y="98664"/>
                  <a:pt x="1159505" y="95649"/>
                  <a:pt x="1159505" y="92190"/>
                </a:cubicBezTo>
                <a:cubicBezTo>
                  <a:pt x="1159505" y="89086"/>
                  <a:pt x="1158146" y="86643"/>
                  <a:pt x="1155428" y="84862"/>
                </a:cubicBezTo>
                <a:cubicBezTo>
                  <a:pt x="1153530" y="83641"/>
                  <a:pt x="1148812" y="82089"/>
                  <a:pt x="1141272" y="80206"/>
                </a:cubicBezTo>
                <a:cubicBezTo>
                  <a:pt x="1131118" y="77640"/>
                  <a:pt x="1124078" y="75420"/>
                  <a:pt x="1120155" y="73546"/>
                </a:cubicBezTo>
                <a:cubicBezTo>
                  <a:pt x="1116231" y="71673"/>
                  <a:pt x="1113257" y="69080"/>
                  <a:pt x="1111231" y="65769"/>
                </a:cubicBezTo>
                <a:cubicBezTo>
                  <a:pt x="1109205" y="62458"/>
                  <a:pt x="1108192" y="58800"/>
                  <a:pt x="1108192" y="54797"/>
                </a:cubicBezTo>
                <a:cubicBezTo>
                  <a:pt x="1108192" y="51152"/>
                  <a:pt x="1109025" y="47777"/>
                  <a:pt x="1110692" y="44671"/>
                </a:cubicBezTo>
                <a:cubicBezTo>
                  <a:pt x="1112359" y="41565"/>
                  <a:pt x="1114629" y="38985"/>
                  <a:pt x="1117501" y="36932"/>
                </a:cubicBezTo>
                <a:cubicBezTo>
                  <a:pt x="1119655" y="35340"/>
                  <a:pt x="1122591" y="33993"/>
                  <a:pt x="1126309" y="32891"/>
                </a:cubicBezTo>
                <a:cubicBezTo>
                  <a:pt x="1130028" y="31786"/>
                  <a:pt x="1134015" y="31234"/>
                  <a:pt x="1138272" y="31234"/>
                </a:cubicBezTo>
                <a:cubicBezTo>
                  <a:pt x="1144683" y="31234"/>
                  <a:pt x="1150312" y="32164"/>
                  <a:pt x="1155159" y="34023"/>
                </a:cubicBezTo>
                <a:cubicBezTo>
                  <a:pt x="1160005" y="35880"/>
                  <a:pt x="1163583" y="38398"/>
                  <a:pt x="1165890" y="41574"/>
                </a:cubicBezTo>
                <a:cubicBezTo>
                  <a:pt x="1168198" y="44749"/>
                  <a:pt x="1169788" y="48996"/>
                  <a:pt x="1170660" y="54313"/>
                </a:cubicBezTo>
                <a:lnTo>
                  <a:pt x="1157120" y="56160"/>
                </a:lnTo>
                <a:cubicBezTo>
                  <a:pt x="1156505" y="51954"/>
                  <a:pt x="1154723" y="48672"/>
                  <a:pt x="1151774" y="46313"/>
                </a:cubicBezTo>
                <a:cubicBezTo>
                  <a:pt x="1148825" y="43953"/>
                  <a:pt x="1144657" y="42774"/>
                  <a:pt x="1139272" y="42774"/>
                </a:cubicBezTo>
                <a:cubicBezTo>
                  <a:pt x="1132913" y="42774"/>
                  <a:pt x="1128374" y="43820"/>
                  <a:pt x="1125655" y="45914"/>
                </a:cubicBezTo>
                <a:cubicBezTo>
                  <a:pt x="1122937" y="48005"/>
                  <a:pt x="1121578" y="50455"/>
                  <a:pt x="1121578" y="53263"/>
                </a:cubicBezTo>
                <a:cubicBezTo>
                  <a:pt x="1121578" y="55048"/>
                  <a:pt x="1122142" y="56656"/>
                  <a:pt x="1123271" y="58086"/>
                </a:cubicBezTo>
                <a:cubicBezTo>
                  <a:pt x="1124399" y="59565"/>
                  <a:pt x="1126168" y="60789"/>
                  <a:pt x="1128579" y="61759"/>
                </a:cubicBezTo>
                <a:cubicBezTo>
                  <a:pt x="1129964" y="62270"/>
                  <a:pt x="1134041" y="63444"/>
                  <a:pt x="1140811" y="65281"/>
                </a:cubicBezTo>
                <a:cubicBezTo>
                  <a:pt x="1150607" y="67895"/>
                  <a:pt x="1157441" y="70035"/>
                  <a:pt x="1161313" y="71700"/>
                </a:cubicBezTo>
                <a:cubicBezTo>
                  <a:pt x="1165185" y="73365"/>
                  <a:pt x="1168224" y="75787"/>
                  <a:pt x="1170429" y="78965"/>
                </a:cubicBezTo>
                <a:cubicBezTo>
                  <a:pt x="1172635" y="82142"/>
                  <a:pt x="1173737" y="86087"/>
                  <a:pt x="1173737" y="90801"/>
                </a:cubicBezTo>
                <a:cubicBezTo>
                  <a:pt x="1173737" y="95413"/>
                  <a:pt x="1172391" y="99757"/>
                  <a:pt x="1169699" y="103831"/>
                </a:cubicBezTo>
                <a:cubicBezTo>
                  <a:pt x="1167006" y="107903"/>
                  <a:pt x="1163121" y="111054"/>
                  <a:pt x="1158043" y="113284"/>
                </a:cubicBezTo>
                <a:cubicBezTo>
                  <a:pt x="1152966" y="115513"/>
                  <a:pt x="1147222" y="116628"/>
                  <a:pt x="1140811" y="116628"/>
                </a:cubicBezTo>
                <a:cubicBezTo>
                  <a:pt x="1130194" y="116628"/>
                  <a:pt x="1122104" y="114416"/>
                  <a:pt x="1116539" y="109993"/>
                </a:cubicBezTo>
                <a:cubicBezTo>
                  <a:pt x="1110974" y="105569"/>
                  <a:pt x="1107423" y="99011"/>
                  <a:pt x="1105884" y="90317"/>
                </a:cubicBezTo>
                <a:close/>
                <a:moveTo>
                  <a:pt x="1245757" y="88471"/>
                </a:moveTo>
                <a:lnTo>
                  <a:pt x="1260066" y="90240"/>
                </a:lnTo>
                <a:cubicBezTo>
                  <a:pt x="1257809" y="98600"/>
                  <a:pt x="1253629" y="105088"/>
                  <a:pt x="1247526" y="109704"/>
                </a:cubicBezTo>
                <a:cubicBezTo>
                  <a:pt x="1241423" y="114320"/>
                  <a:pt x="1233627" y="116628"/>
                  <a:pt x="1224139" y="116628"/>
                </a:cubicBezTo>
                <a:cubicBezTo>
                  <a:pt x="1212189" y="116628"/>
                  <a:pt x="1202713" y="112948"/>
                  <a:pt x="1195713" y="105588"/>
                </a:cubicBezTo>
                <a:cubicBezTo>
                  <a:pt x="1188712" y="98228"/>
                  <a:pt x="1185212" y="87907"/>
                  <a:pt x="1185212" y="74623"/>
                </a:cubicBezTo>
                <a:cubicBezTo>
                  <a:pt x="1185212" y="60878"/>
                  <a:pt x="1188750" y="50210"/>
                  <a:pt x="1195828" y="42620"/>
                </a:cubicBezTo>
                <a:cubicBezTo>
                  <a:pt x="1202906" y="35029"/>
                  <a:pt x="1212086" y="31234"/>
                  <a:pt x="1223370" y="31234"/>
                </a:cubicBezTo>
                <a:cubicBezTo>
                  <a:pt x="1234294" y="31234"/>
                  <a:pt x="1243218" y="34947"/>
                  <a:pt x="1250142" y="42372"/>
                </a:cubicBezTo>
                <a:cubicBezTo>
                  <a:pt x="1257065" y="49796"/>
                  <a:pt x="1260527" y="60241"/>
                  <a:pt x="1260527" y="73707"/>
                </a:cubicBezTo>
                <a:cubicBezTo>
                  <a:pt x="1260527" y="74526"/>
                  <a:pt x="1260502" y="75755"/>
                  <a:pt x="1260450" y="77393"/>
                </a:cubicBezTo>
                <a:lnTo>
                  <a:pt x="1199521" y="77393"/>
                </a:lnTo>
                <a:cubicBezTo>
                  <a:pt x="1200034" y="86343"/>
                  <a:pt x="1202572" y="93196"/>
                  <a:pt x="1207137" y="97953"/>
                </a:cubicBezTo>
                <a:cubicBezTo>
                  <a:pt x="1211702" y="102710"/>
                  <a:pt x="1217395" y="105088"/>
                  <a:pt x="1224216" y="105088"/>
                </a:cubicBezTo>
                <a:cubicBezTo>
                  <a:pt x="1229293" y="105088"/>
                  <a:pt x="1233627" y="103768"/>
                  <a:pt x="1237217" y="101126"/>
                </a:cubicBezTo>
                <a:cubicBezTo>
                  <a:pt x="1240807" y="98483"/>
                  <a:pt x="1243654" y="94265"/>
                  <a:pt x="1245757" y="88471"/>
                </a:cubicBezTo>
                <a:moveTo>
                  <a:pt x="1200290" y="65853"/>
                </a:moveTo>
                <a:lnTo>
                  <a:pt x="1245910" y="65853"/>
                </a:lnTo>
                <a:cubicBezTo>
                  <a:pt x="1245295" y="59093"/>
                  <a:pt x="1243551" y="54023"/>
                  <a:pt x="1240679" y="50642"/>
                </a:cubicBezTo>
                <a:cubicBezTo>
                  <a:pt x="1236268" y="45397"/>
                  <a:pt x="1230550" y="42774"/>
                  <a:pt x="1223523" y="42774"/>
                </a:cubicBezTo>
                <a:cubicBezTo>
                  <a:pt x="1217164" y="42774"/>
                  <a:pt x="1211817" y="44868"/>
                  <a:pt x="1207483" y="49056"/>
                </a:cubicBezTo>
                <a:cubicBezTo>
                  <a:pt x="1203149" y="53242"/>
                  <a:pt x="1200752" y="58841"/>
                  <a:pt x="1200290" y="65853"/>
                </a:cubicBezTo>
                <a:close/>
                <a:moveTo>
                  <a:pt x="1373814" y="84778"/>
                </a:moveTo>
                <a:lnTo>
                  <a:pt x="1387431" y="86548"/>
                </a:lnTo>
                <a:cubicBezTo>
                  <a:pt x="1385943" y="95957"/>
                  <a:pt x="1382135" y="103324"/>
                  <a:pt x="1376006" y="108646"/>
                </a:cubicBezTo>
                <a:cubicBezTo>
                  <a:pt x="1369877" y="113967"/>
                  <a:pt x="1362351" y="116628"/>
                  <a:pt x="1353427" y="116628"/>
                </a:cubicBezTo>
                <a:cubicBezTo>
                  <a:pt x="1342246" y="116628"/>
                  <a:pt x="1333258" y="112974"/>
                  <a:pt x="1326463" y="105665"/>
                </a:cubicBezTo>
                <a:cubicBezTo>
                  <a:pt x="1319667" y="98357"/>
                  <a:pt x="1316269" y="87881"/>
                  <a:pt x="1316269" y="74239"/>
                </a:cubicBezTo>
                <a:cubicBezTo>
                  <a:pt x="1316269" y="65417"/>
                  <a:pt x="1317731" y="57698"/>
                  <a:pt x="1320654" y="51082"/>
                </a:cubicBezTo>
                <a:cubicBezTo>
                  <a:pt x="1323578" y="44466"/>
                  <a:pt x="1328027" y="39504"/>
                  <a:pt x="1334002" y="36196"/>
                </a:cubicBezTo>
                <a:cubicBezTo>
                  <a:pt x="1339977" y="32888"/>
                  <a:pt x="1346478" y="31234"/>
                  <a:pt x="1353504" y="31234"/>
                </a:cubicBezTo>
                <a:cubicBezTo>
                  <a:pt x="1362377" y="31234"/>
                  <a:pt x="1369634" y="33485"/>
                  <a:pt x="1375275" y="37987"/>
                </a:cubicBezTo>
                <a:cubicBezTo>
                  <a:pt x="1380917" y="42488"/>
                  <a:pt x="1384533" y="48879"/>
                  <a:pt x="1386123" y="57160"/>
                </a:cubicBezTo>
                <a:lnTo>
                  <a:pt x="1372660" y="59237"/>
                </a:lnTo>
                <a:cubicBezTo>
                  <a:pt x="1371378" y="53775"/>
                  <a:pt x="1369108" y="49666"/>
                  <a:pt x="1365851" y="46909"/>
                </a:cubicBezTo>
                <a:cubicBezTo>
                  <a:pt x="1362595" y="44152"/>
                  <a:pt x="1358658" y="42774"/>
                  <a:pt x="1354042" y="42774"/>
                </a:cubicBezTo>
                <a:cubicBezTo>
                  <a:pt x="1347067" y="42774"/>
                  <a:pt x="1341400" y="45262"/>
                  <a:pt x="1337041" y="50239"/>
                </a:cubicBezTo>
                <a:cubicBezTo>
                  <a:pt x="1332681" y="55213"/>
                  <a:pt x="1330501" y="63085"/>
                  <a:pt x="1330501" y="73854"/>
                </a:cubicBezTo>
                <a:cubicBezTo>
                  <a:pt x="1330501" y="84777"/>
                  <a:pt x="1332604" y="92713"/>
                  <a:pt x="1336810" y="97664"/>
                </a:cubicBezTo>
                <a:cubicBezTo>
                  <a:pt x="1341015" y="102614"/>
                  <a:pt x="1346503" y="105088"/>
                  <a:pt x="1353273" y="105088"/>
                </a:cubicBezTo>
                <a:cubicBezTo>
                  <a:pt x="1358710" y="105088"/>
                  <a:pt x="1363249" y="103428"/>
                  <a:pt x="1366890" y="100107"/>
                </a:cubicBezTo>
                <a:cubicBezTo>
                  <a:pt x="1370531" y="96786"/>
                  <a:pt x="1372839" y="91676"/>
                  <a:pt x="1373814" y="84778"/>
                </a:cubicBezTo>
                <a:close/>
                <a:moveTo>
                  <a:pt x="1452218" y="104694"/>
                </a:moveTo>
                <a:cubicBezTo>
                  <a:pt x="1447089" y="109057"/>
                  <a:pt x="1442153" y="112136"/>
                  <a:pt x="1437409" y="113933"/>
                </a:cubicBezTo>
                <a:cubicBezTo>
                  <a:pt x="1432664" y="115730"/>
                  <a:pt x="1427574" y="116628"/>
                  <a:pt x="1422138" y="116628"/>
                </a:cubicBezTo>
                <a:cubicBezTo>
                  <a:pt x="1413162" y="116628"/>
                  <a:pt x="1406264" y="114434"/>
                  <a:pt x="1401443" y="110045"/>
                </a:cubicBezTo>
                <a:cubicBezTo>
                  <a:pt x="1396622" y="105657"/>
                  <a:pt x="1394212" y="100050"/>
                  <a:pt x="1394212" y="93224"/>
                </a:cubicBezTo>
                <a:cubicBezTo>
                  <a:pt x="1394212" y="89222"/>
                  <a:pt x="1395122" y="85566"/>
                  <a:pt x="1396943" y="82256"/>
                </a:cubicBezTo>
                <a:cubicBezTo>
                  <a:pt x="1398763" y="78945"/>
                  <a:pt x="1401148" y="76289"/>
                  <a:pt x="1404097" y="74287"/>
                </a:cubicBezTo>
                <a:cubicBezTo>
                  <a:pt x="1407046" y="72285"/>
                  <a:pt x="1410367" y="70771"/>
                  <a:pt x="1414060" y="69745"/>
                </a:cubicBezTo>
                <a:cubicBezTo>
                  <a:pt x="1416778" y="69026"/>
                  <a:pt x="1420881" y="68333"/>
                  <a:pt x="1426369" y="67666"/>
                </a:cubicBezTo>
                <a:cubicBezTo>
                  <a:pt x="1437550" y="66342"/>
                  <a:pt x="1445781" y="64763"/>
                  <a:pt x="1451064" y="62930"/>
                </a:cubicBezTo>
                <a:cubicBezTo>
                  <a:pt x="1451115" y="61040"/>
                  <a:pt x="1451141" y="59840"/>
                  <a:pt x="1451141" y="59328"/>
                </a:cubicBezTo>
                <a:cubicBezTo>
                  <a:pt x="1451141" y="53708"/>
                  <a:pt x="1449833" y="49748"/>
                  <a:pt x="1447217" y="47450"/>
                </a:cubicBezTo>
                <a:cubicBezTo>
                  <a:pt x="1443678" y="44332"/>
                  <a:pt x="1438422" y="42774"/>
                  <a:pt x="1431446" y="42774"/>
                </a:cubicBezTo>
                <a:cubicBezTo>
                  <a:pt x="1424933" y="42774"/>
                  <a:pt x="1420125" y="43915"/>
                  <a:pt x="1417022" y="46197"/>
                </a:cubicBezTo>
                <a:cubicBezTo>
                  <a:pt x="1413919" y="48480"/>
                  <a:pt x="1411624" y="52518"/>
                  <a:pt x="1410136" y="58314"/>
                </a:cubicBezTo>
                <a:lnTo>
                  <a:pt x="1396597" y="56468"/>
                </a:lnTo>
                <a:cubicBezTo>
                  <a:pt x="1397827" y="50654"/>
                  <a:pt x="1399853" y="45960"/>
                  <a:pt x="1402674" y="42384"/>
                </a:cubicBezTo>
                <a:cubicBezTo>
                  <a:pt x="1405495" y="38809"/>
                  <a:pt x="1409572" y="36057"/>
                  <a:pt x="1414906" y="34129"/>
                </a:cubicBezTo>
                <a:cubicBezTo>
                  <a:pt x="1420240" y="32199"/>
                  <a:pt x="1426420" y="31234"/>
                  <a:pt x="1433447" y="31234"/>
                </a:cubicBezTo>
                <a:cubicBezTo>
                  <a:pt x="1440422" y="31234"/>
                  <a:pt x="1446089" y="32055"/>
                  <a:pt x="1450448" y="33696"/>
                </a:cubicBezTo>
                <a:cubicBezTo>
                  <a:pt x="1454808" y="35337"/>
                  <a:pt x="1458013" y="37401"/>
                  <a:pt x="1460065" y="39889"/>
                </a:cubicBezTo>
                <a:cubicBezTo>
                  <a:pt x="1462116" y="42376"/>
                  <a:pt x="1463552" y="45518"/>
                  <a:pt x="1464373" y="49313"/>
                </a:cubicBezTo>
                <a:cubicBezTo>
                  <a:pt x="1464835" y="51672"/>
                  <a:pt x="1465065" y="55929"/>
                  <a:pt x="1465065" y="62084"/>
                </a:cubicBezTo>
                <a:lnTo>
                  <a:pt x="1465065" y="80547"/>
                </a:lnTo>
                <a:cubicBezTo>
                  <a:pt x="1465065" y="93420"/>
                  <a:pt x="1465360" y="101562"/>
                  <a:pt x="1465950" y="104973"/>
                </a:cubicBezTo>
                <a:cubicBezTo>
                  <a:pt x="1466540" y="108383"/>
                  <a:pt x="1467707" y="111653"/>
                  <a:pt x="1469450" y="114781"/>
                </a:cubicBezTo>
                <a:lnTo>
                  <a:pt x="1454987" y="114781"/>
                </a:lnTo>
                <a:cubicBezTo>
                  <a:pt x="1453551" y="111906"/>
                  <a:pt x="1452628" y="108544"/>
                  <a:pt x="1452218" y="104694"/>
                </a:cubicBezTo>
                <a:moveTo>
                  <a:pt x="1451064" y="73700"/>
                </a:moveTo>
                <a:cubicBezTo>
                  <a:pt x="1446038" y="75769"/>
                  <a:pt x="1438498" y="77528"/>
                  <a:pt x="1428446" y="78975"/>
                </a:cubicBezTo>
                <a:cubicBezTo>
                  <a:pt x="1422753" y="79799"/>
                  <a:pt x="1418727" y="80726"/>
                  <a:pt x="1416368" y="81756"/>
                </a:cubicBezTo>
                <a:cubicBezTo>
                  <a:pt x="1414009" y="82785"/>
                  <a:pt x="1412188" y="84292"/>
                  <a:pt x="1410906" y="86276"/>
                </a:cubicBezTo>
                <a:cubicBezTo>
                  <a:pt x="1409624" y="88259"/>
                  <a:pt x="1408982" y="90460"/>
                  <a:pt x="1408982" y="92880"/>
                </a:cubicBezTo>
                <a:cubicBezTo>
                  <a:pt x="1408982" y="96587"/>
                  <a:pt x="1410380" y="99677"/>
                  <a:pt x="1413175" y="102150"/>
                </a:cubicBezTo>
                <a:cubicBezTo>
                  <a:pt x="1415970" y="104622"/>
                  <a:pt x="1420061" y="105857"/>
                  <a:pt x="1425446" y="105857"/>
                </a:cubicBezTo>
                <a:cubicBezTo>
                  <a:pt x="1430780" y="105857"/>
                  <a:pt x="1435524" y="104685"/>
                  <a:pt x="1439678" y="102340"/>
                </a:cubicBezTo>
                <a:cubicBezTo>
                  <a:pt x="1443832" y="99995"/>
                  <a:pt x="1446884" y="96788"/>
                  <a:pt x="1448833" y="92717"/>
                </a:cubicBezTo>
                <a:cubicBezTo>
                  <a:pt x="1450320" y="89572"/>
                  <a:pt x="1451064" y="84934"/>
                  <a:pt x="1451064" y="78802"/>
                </a:cubicBezTo>
                <a:lnTo>
                  <a:pt x="1451064" y="73700"/>
                </a:lnTo>
                <a:close/>
                <a:moveTo>
                  <a:pt x="1539583" y="84778"/>
                </a:moveTo>
                <a:lnTo>
                  <a:pt x="1553200" y="86548"/>
                </a:lnTo>
                <a:cubicBezTo>
                  <a:pt x="1551712" y="95957"/>
                  <a:pt x="1547904" y="103324"/>
                  <a:pt x="1541775" y="108646"/>
                </a:cubicBezTo>
                <a:cubicBezTo>
                  <a:pt x="1535646" y="113967"/>
                  <a:pt x="1528120" y="116628"/>
                  <a:pt x="1519196" y="116628"/>
                </a:cubicBezTo>
                <a:cubicBezTo>
                  <a:pt x="1508015" y="116628"/>
                  <a:pt x="1499027" y="112974"/>
                  <a:pt x="1492232" y="105665"/>
                </a:cubicBezTo>
                <a:cubicBezTo>
                  <a:pt x="1485436" y="98357"/>
                  <a:pt x="1482038" y="87881"/>
                  <a:pt x="1482038" y="74239"/>
                </a:cubicBezTo>
                <a:cubicBezTo>
                  <a:pt x="1482038" y="65417"/>
                  <a:pt x="1483500" y="57698"/>
                  <a:pt x="1486423" y="51082"/>
                </a:cubicBezTo>
                <a:cubicBezTo>
                  <a:pt x="1489347" y="44466"/>
                  <a:pt x="1493796" y="39504"/>
                  <a:pt x="1499771" y="36196"/>
                </a:cubicBezTo>
                <a:cubicBezTo>
                  <a:pt x="1505746" y="32888"/>
                  <a:pt x="1512247" y="31234"/>
                  <a:pt x="1519273" y="31234"/>
                </a:cubicBezTo>
                <a:cubicBezTo>
                  <a:pt x="1528146" y="31234"/>
                  <a:pt x="1535403" y="33485"/>
                  <a:pt x="1541044" y="37987"/>
                </a:cubicBezTo>
                <a:cubicBezTo>
                  <a:pt x="1546686" y="42488"/>
                  <a:pt x="1550302" y="48879"/>
                  <a:pt x="1551892" y="57160"/>
                </a:cubicBezTo>
                <a:lnTo>
                  <a:pt x="1538429" y="59237"/>
                </a:lnTo>
                <a:cubicBezTo>
                  <a:pt x="1537147" y="53775"/>
                  <a:pt x="1534877" y="49666"/>
                  <a:pt x="1531620" y="46909"/>
                </a:cubicBezTo>
                <a:cubicBezTo>
                  <a:pt x="1528364" y="44152"/>
                  <a:pt x="1524427" y="42774"/>
                  <a:pt x="1519811" y="42774"/>
                </a:cubicBezTo>
                <a:cubicBezTo>
                  <a:pt x="1512836" y="42774"/>
                  <a:pt x="1507169" y="45262"/>
                  <a:pt x="1502810" y="50239"/>
                </a:cubicBezTo>
                <a:cubicBezTo>
                  <a:pt x="1498450" y="55213"/>
                  <a:pt x="1496270" y="63085"/>
                  <a:pt x="1496270" y="73854"/>
                </a:cubicBezTo>
                <a:cubicBezTo>
                  <a:pt x="1496270" y="84777"/>
                  <a:pt x="1498373" y="92713"/>
                  <a:pt x="1502579" y="97664"/>
                </a:cubicBezTo>
                <a:cubicBezTo>
                  <a:pt x="1506784" y="102614"/>
                  <a:pt x="1512272" y="105088"/>
                  <a:pt x="1519042" y="105088"/>
                </a:cubicBezTo>
                <a:cubicBezTo>
                  <a:pt x="1524479" y="105088"/>
                  <a:pt x="1529018" y="103428"/>
                  <a:pt x="1532659" y="100107"/>
                </a:cubicBezTo>
                <a:cubicBezTo>
                  <a:pt x="1536300" y="96786"/>
                  <a:pt x="1538608" y="91676"/>
                  <a:pt x="1539583" y="84778"/>
                </a:cubicBezTo>
                <a:close/>
                <a:moveTo>
                  <a:pt x="1564674" y="114781"/>
                </a:moveTo>
                <a:lnTo>
                  <a:pt x="1564674" y="2000"/>
                </a:lnTo>
                <a:lnTo>
                  <a:pt x="1578521" y="2000"/>
                </a:lnTo>
                <a:lnTo>
                  <a:pt x="1578521" y="42466"/>
                </a:lnTo>
                <a:cubicBezTo>
                  <a:pt x="1584984" y="34978"/>
                  <a:pt x="1593138" y="31234"/>
                  <a:pt x="1602986" y="31234"/>
                </a:cubicBezTo>
                <a:cubicBezTo>
                  <a:pt x="1609037" y="31234"/>
                  <a:pt x="1614294" y="32427"/>
                  <a:pt x="1618756" y="34811"/>
                </a:cubicBezTo>
                <a:cubicBezTo>
                  <a:pt x="1623218" y="37196"/>
                  <a:pt x="1626411" y="40492"/>
                  <a:pt x="1628334" y="44697"/>
                </a:cubicBezTo>
                <a:cubicBezTo>
                  <a:pt x="1630258" y="48903"/>
                  <a:pt x="1631219" y="55006"/>
                  <a:pt x="1631219" y="63007"/>
                </a:cubicBezTo>
                <a:lnTo>
                  <a:pt x="1631219" y="114781"/>
                </a:lnTo>
                <a:lnTo>
                  <a:pt x="1617372" y="114781"/>
                </a:lnTo>
                <a:lnTo>
                  <a:pt x="1617372" y="63007"/>
                </a:lnTo>
                <a:cubicBezTo>
                  <a:pt x="1617372" y="56083"/>
                  <a:pt x="1615872" y="51044"/>
                  <a:pt x="1612871" y="47890"/>
                </a:cubicBezTo>
                <a:cubicBezTo>
                  <a:pt x="1609871" y="44736"/>
                  <a:pt x="1605627" y="43158"/>
                  <a:pt x="1600139" y="43158"/>
                </a:cubicBezTo>
                <a:cubicBezTo>
                  <a:pt x="1596036" y="43158"/>
                  <a:pt x="1592177" y="44223"/>
                  <a:pt x="1588561" y="46351"/>
                </a:cubicBezTo>
                <a:cubicBezTo>
                  <a:pt x="1584945" y="48480"/>
                  <a:pt x="1582368" y="51364"/>
                  <a:pt x="1580829" y="55006"/>
                </a:cubicBezTo>
                <a:cubicBezTo>
                  <a:pt x="1579291" y="58647"/>
                  <a:pt x="1578521" y="63673"/>
                  <a:pt x="1578521" y="70084"/>
                </a:cubicBezTo>
                <a:lnTo>
                  <a:pt x="1578521" y="114781"/>
                </a:lnTo>
                <a:lnTo>
                  <a:pt x="1564674" y="114781"/>
                </a:lnTo>
                <a:close/>
                <a:moveTo>
                  <a:pt x="1707967" y="88471"/>
                </a:moveTo>
                <a:lnTo>
                  <a:pt x="1722277" y="90240"/>
                </a:lnTo>
                <a:cubicBezTo>
                  <a:pt x="1720020" y="98600"/>
                  <a:pt x="1715840" y="105088"/>
                  <a:pt x="1709737" y="109704"/>
                </a:cubicBezTo>
                <a:cubicBezTo>
                  <a:pt x="1703634" y="114320"/>
                  <a:pt x="1695838" y="116628"/>
                  <a:pt x="1686350" y="116628"/>
                </a:cubicBezTo>
                <a:cubicBezTo>
                  <a:pt x="1674400" y="116628"/>
                  <a:pt x="1664924" y="112948"/>
                  <a:pt x="1657924" y="105588"/>
                </a:cubicBezTo>
                <a:cubicBezTo>
                  <a:pt x="1650923" y="98228"/>
                  <a:pt x="1647423" y="87907"/>
                  <a:pt x="1647423" y="74623"/>
                </a:cubicBezTo>
                <a:cubicBezTo>
                  <a:pt x="1647423" y="60878"/>
                  <a:pt x="1650961" y="50210"/>
                  <a:pt x="1658039" y="42620"/>
                </a:cubicBezTo>
                <a:cubicBezTo>
                  <a:pt x="1665117" y="35029"/>
                  <a:pt x="1674297" y="31234"/>
                  <a:pt x="1685580" y="31234"/>
                </a:cubicBezTo>
                <a:cubicBezTo>
                  <a:pt x="1696505" y="31234"/>
                  <a:pt x="1705429" y="34947"/>
                  <a:pt x="1712353" y="42372"/>
                </a:cubicBezTo>
                <a:cubicBezTo>
                  <a:pt x="1719276" y="49796"/>
                  <a:pt x="1722738" y="60241"/>
                  <a:pt x="1722738" y="73707"/>
                </a:cubicBezTo>
                <a:cubicBezTo>
                  <a:pt x="1722738" y="74526"/>
                  <a:pt x="1722713" y="75755"/>
                  <a:pt x="1722661" y="77393"/>
                </a:cubicBezTo>
                <a:lnTo>
                  <a:pt x="1661732" y="77393"/>
                </a:lnTo>
                <a:cubicBezTo>
                  <a:pt x="1662245" y="86343"/>
                  <a:pt x="1664783" y="93196"/>
                  <a:pt x="1669348" y="97953"/>
                </a:cubicBezTo>
                <a:cubicBezTo>
                  <a:pt x="1673913" y="102710"/>
                  <a:pt x="1679605" y="105088"/>
                  <a:pt x="1686427" y="105088"/>
                </a:cubicBezTo>
                <a:cubicBezTo>
                  <a:pt x="1691504" y="105088"/>
                  <a:pt x="1695838" y="103768"/>
                  <a:pt x="1699428" y="101126"/>
                </a:cubicBezTo>
                <a:cubicBezTo>
                  <a:pt x="1703018" y="98483"/>
                  <a:pt x="1705865" y="94265"/>
                  <a:pt x="1707967" y="88471"/>
                </a:cubicBezTo>
                <a:moveTo>
                  <a:pt x="1662501" y="65853"/>
                </a:moveTo>
                <a:lnTo>
                  <a:pt x="1708121" y="65853"/>
                </a:lnTo>
                <a:cubicBezTo>
                  <a:pt x="1707506" y="59093"/>
                  <a:pt x="1705762" y="54023"/>
                  <a:pt x="1702890" y="50642"/>
                </a:cubicBezTo>
                <a:cubicBezTo>
                  <a:pt x="1698479" y="45397"/>
                  <a:pt x="1692761" y="42774"/>
                  <a:pt x="1685734" y="42774"/>
                </a:cubicBezTo>
                <a:cubicBezTo>
                  <a:pt x="1679375" y="42774"/>
                  <a:pt x="1674028" y="44868"/>
                  <a:pt x="1669694" y="49056"/>
                </a:cubicBezTo>
                <a:cubicBezTo>
                  <a:pt x="1665360" y="53242"/>
                  <a:pt x="1662963" y="58841"/>
                  <a:pt x="1662501" y="65853"/>
                </a:cubicBezTo>
                <a:close/>
                <a:moveTo>
                  <a:pt x="1792409" y="114781"/>
                </a:moveTo>
                <a:lnTo>
                  <a:pt x="1792409" y="104473"/>
                </a:lnTo>
                <a:cubicBezTo>
                  <a:pt x="1787229" y="112576"/>
                  <a:pt x="1779613" y="116628"/>
                  <a:pt x="1769560" y="116628"/>
                </a:cubicBezTo>
                <a:cubicBezTo>
                  <a:pt x="1763047" y="116628"/>
                  <a:pt x="1757059" y="114833"/>
                  <a:pt x="1751597" y="111243"/>
                </a:cubicBezTo>
                <a:cubicBezTo>
                  <a:pt x="1746135" y="107653"/>
                  <a:pt x="1741904" y="102639"/>
                  <a:pt x="1738903" y="96203"/>
                </a:cubicBezTo>
                <a:cubicBezTo>
                  <a:pt x="1735903" y="89766"/>
                  <a:pt x="1734403" y="82368"/>
                  <a:pt x="1734403" y="74008"/>
                </a:cubicBezTo>
                <a:cubicBezTo>
                  <a:pt x="1734403" y="65853"/>
                  <a:pt x="1735762" y="58455"/>
                  <a:pt x="1738480" y="51813"/>
                </a:cubicBezTo>
                <a:cubicBezTo>
                  <a:pt x="1741198" y="45171"/>
                  <a:pt x="1745276" y="40081"/>
                  <a:pt x="1750712" y="36542"/>
                </a:cubicBezTo>
                <a:cubicBezTo>
                  <a:pt x="1756149" y="33004"/>
                  <a:pt x="1762226" y="31234"/>
                  <a:pt x="1768945" y="31234"/>
                </a:cubicBezTo>
                <a:cubicBezTo>
                  <a:pt x="1773869" y="31234"/>
                  <a:pt x="1778254" y="32273"/>
                  <a:pt x="1782100" y="34350"/>
                </a:cubicBezTo>
                <a:cubicBezTo>
                  <a:pt x="1785947" y="36427"/>
                  <a:pt x="1789075" y="39132"/>
                  <a:pt x="1791486" y="42466"/>
                </a:cubicBezTo>
                <a:lnTo>
                  <a:pt x="1791486" y="2000"/>
                </a:lnTo>
                <a:lnTo>
                  <a:pt x="1805257" y="2000"/>
                </a:lnTo>
                <a:lnTo>
                  <a:pt x="1805257" y="114781"/>
                </a:lnTo>
                <a:lnTo>
                  <a:pt x="1792409" y="114781"/>
                </a:lnTo>
                <a:moveTo>
                  <a:pt x="1748635" y="73969"/>
                </a:moveTo>
                <a:cubicBezTo>
                  <a:pt x="1748635" y="84394"/>
                  <a:pt x="1750840" y="92186"/>
                  <a:pt x="1755251" y="97347"/>
                </a:cubicBezTo>
                <a:cubicBezTo>
                  <a:pt x="1759662" y="102508"/>
                  <a:pt x="1764868" y="105088"/>
                  <a:pt x="1770868" y="105088"/>
                </a:cubicBezTo>
                <a:cubicBezTo>
                  <a:pt x="1776920" y="105088"/>
                  <a:pt x="1782062" y="102623"/>
                  <a:pt x="1786293" y="97693"/>
                </a:cubicBezTo>
                <a:cubicBezTo>
                  <a:pt x="1790524" y="92762"/>
                  <a:pt x="1792640" y="85237"/>
                  <a:pt x="1792640" y="75119"/>
                </a:cubicBezTo>
                <a:cubicBezTo>
                  <a:pt x="1792640" y="63980"/>
                  <a:pt x="1790486" y="55804"/>
                  <a:pt x="1786178" y="50592"/>
                </a:cubicBezTo>
                <a:cubicBezTo>
                  <a:pt x="1781869" y="45380"/>
                  <a:pt x="1776561" y="42774"/>
                  <a:pt x="1770253" y="42774"/>
                </a:cubicBezTo>
                <a:cubicBezTo>
                  <a:pt x="1764098" y="42774"/>
                  <a:pt x="1758957" y="45278"/>
                  <a:pt x="1754828" y="50287"/>
                </a:cubicBezTo>
                <a:cubicBezTo>
                  <a:pt x="1750699" y="55294"/>
                  <a:pt x="1748635" y="63188"/>
                  <a:pt x="1748635" y="739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fd40ead19487d"/>
          <a:stretch xmlns:a="http://schemas.openxmlformats.org/drawingml/2006/main"/>
        </p:blipFill>
        <p:spPr>
          <a:xfrm xmlns:a="http://schemas.openxmlformats.org/drawingml/2006/main">
            <a:off x="2997629" y="2220323"/>
            <a:ext cx="235676" cy="235676"/>
          </a:xfrm>
          <a:prstGeom xmlns:a="http://schemas.openxmlformats.org/drawingml/2006/main" prst="rect">
            <a:avLst/>
          </a:prstGeom>
        </p:spPr>
      </p:pic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87248-FF39-4E7B-8B8D-C620DB71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84" y="3004903"/>
            <a:ext cx="2276936" cy="89605"/>
          </a:xfrm>
          <a:custGeom xmlns:a="http://schemas.openxmlformats.org/drawingml/2006/main">
            <a:pathLst>
              <a:path w="2276936" h="89605">
                <a:moveTo>
                  <a:pt x="0" y="37335"/>
                </a:moveTo>
                <a:lnTo>
                  <a:pt x="0" y="52270"/>
                </a:lnTo>
                <a:lnTo>
                  <a:pt x="2187331" y="52270"/>
                </a:lnTo>
                <a:lnTo>
                  <a:pt x="2187331" y="89605"/>
                </a:lnTo>
                <a:lnTo>
                  <a:pt x="2276936" y="44802"/>
                </a:lnTo>
                <a:lnTo>
                  <a:pt x="2187331" y="0"/>
                </a:lnTo>
                <a:lnTo>
                  <a:pt x="2187331" y="37335"/>
                </a:lnTo>
                <a:lnTo>
                  <a:pt x="0" y="3733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OrdinaryDNSclient">
            <a:extLst xmlns:a="http://schemas.openxmlformats.org/drawingml/2006/main">
              <a:ext uri="{FF2B5EF4-FFF2-40B4-BE49-F238E27FC236}">
                <a16:creationId xmlns:a16="http://schemas.microsoft.com/office/drawing/2014/main" id="{4FB35871-6BA6-4316-980D-FD6F8EBD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46" y="2675260"/>
            <a:ext cx="1541424" cy="155031"/>
          </a:xfrm>
          <a:custGeom xmlns:a="http://schemas.openxmlformats.org/drawingml/2006/main">
            <a:pathLst>
              <a:path w="1541424" h="155031">
                <a:moveTo>
                  <a:pt x="296636" y="23045"/>
                </a:moveTo>
                <a:lnTo>
                  <a:pt x="319278" y="23045"/>
                </a:lnTo>
                <a:lnTo>
                  <a:pt x="319278" y="2095"/>
                </a:lnTo>
                <a:lnTo>
                  <a:pt x="296636" y="2095"/>
                </a:lnTo>
                <a:lnTo>
                  <a:pt x="296636" y="23045"/>
                </a:lnTo>
                <a:close/>
                <a:moveTo>
                  <a:pt x="432" y="70959"/>
                </a:moveTo>
                <a:lnTo>
                  <a:pt x="675" y="73123"/>
                </a:lnTo>
                <a:lnTo>
                  <a:pt x="972" y="75244"/>
                </a:lnTo>
                <a:lnTo>
                  <a:pt x="1323" y="77324"/>
                </a:lnTo>
                <a:lnTo>
                  <a:pt x="1728" y="79361"/>
                </a:lnTo>
                <a:lnTo>
                  <a:pt x="2187" y="81356"/>
                </a:lnTo>
                <a:lnTo>
                  <a:pt x="2700" y="83309"/>
                </a:lnTo>
                <a:lnTo>
                  <a:pt x="3267" y="85219"/>
                </a:lnTo>
                <a:lnTo>
                  <a:pt x="3888" y="87088"/>
                </a:lnTo>
                <a:lnTo>
                  <a:pt x="4563" y="88914"/>
                </a:lnTo>
                <a:lnTo>
                  <a:pt x="5292" y="90698"/>
                </a:lnTo>
                <a:lnTo>
                  <a:pt x="6075" y="92440"/>
                </a:lnTo>
                <a:lnTo>
                  <a:pt x="6912" y="94140"/>
                </a:lnTo>
                <a:lnTo>
                  <a:pt x="7803" y="95798"/>
                </a:lnTo>
                <a:lnTo>
                  <a:pt x="8748" y="97413"/>
                </a:lnTo>
                <a:lnTo>
                  <a:pt x="9747" y="98987"/>
                </a:lnTo>
                <a:lnTo>
                  <a:pt x="10800" y="100518"/>
                </a:lnTo>
                <a:lnTo>
                  <a:pt x="11907" y="102007"/>
                </a:lnTo>
                <a:lnTo>
                  <a:pt x="13068" y="103454"/>
                </a:lnTo>
                <a:lnTo>
                  <a:pt x="14282" y="104858"/>
                </a:lnTo>
                <a:lnTo>
                  <a:pt x="15551" y="106221"/>
                </a:lnTo>
                <a:lnTo>
                  <a:pt x="16866" y="107534"/>
                </a:lnTo>
                <a:lnTo>
                  <a:pt x="18218" y="108792"/>
                </a:lnTo>
                <a:lnTo>
                  <a:pt x="19608" y="109993"/>
                </a:lnTo>
                <a:lnTo>
                  <a:pt x="21035" y="111139"/>
                </a:lnTo>
                <a:lnTo>
                  <a:pt x="22500" y="112229"/>
                </a:lnTo>
                <a:lnTo>
                  <a:pt x="24002" y="113263"/>
                </a:lnTo>
                <a:lnTo>
                  <a:pt x="25542" y="114241"/>
                </a:lnTo>
                <a:lnTo>
                  <a:pt x="27119" y="115163"/>
                </a:lnTo>
                <a:lnTo>
                  <a:pt x="28733" y="116029"/>
                </a:lnTo>
                <a:lnTo>
                  <a:pt x="30385" y="116839"/>
                </a:lnTo>
                <a:lnTo>
                  <a:pt x="32075" y="117594"/>
                </a:lnTo>
                <a:lnTo>
                  <a:pt x="33802" y="118293"/>
                </a:lnTo>
                <a:lnTo>
                  <a:pt x="35567" y="118935"/>
                </a:lnTo>
                <a:lnTo>
                  <a:pt x="37369" y="119522"/>
                </a:lnTo>
                <a:lnTo>
                  <a:pt x="39208" y="120053"/>
                </a:lnTo>
                <a:lnTo>
                  <a:pt x="41085" y="120528"/>
                </a:lnTo>
                <a:lnTo>
                  <a:pt x="43000" y="120947"/>
                </a:lnTo>
                <a:lnTo>
                  <a:pt x="44952" y="121310"/>
                </a:lnTo>
                <a:lnTo>
                  <a:pt x="46942" y="121618"/>
                </a:lnTo>
                <a:lnTo>
                  <a:pt x="48969" y="121869"/>
                </a:lnTo>
                <a:lnTo>
                  <a:pt x="51033" y="122065"/>
                </a:lnTo>
                <a:lnTo>
                  <a:pt x="53135" y="122205"/>
                </a:lnTo>
                <a:lnTo>
                  <a:pt x="55275" y="122288"/>
                </a:lnTo>
                <a:lnTo>
                  <a:pt x="57452" y="122316"/>
                </a:lnTo>
                <a:lnTo>
                  <a:pt x="59602" y="122288"/>
                </a:lnTo>
                <a:lnTo>
                  <a:pt x="61717" y="122204"/>
                </a:lnTo>
                <a:lnTo>
                  <a:pt x="63795" y="122064"/>
                </a:lnTo>
                <a:lnTo>
                  <a:pt x="65836" y="121867"/>
                </a:lnTo>
                <a:lnTo>
                  <a:pt x="67841" y="121614"/>
                </a:lnTo>
                <a:lnTo>
                  <a:pt x="69810" y="121305"/>
                </a:lnTo>
                <a:lnTo>
                  <a:pt x="71743" y="120940"/>
                </a:lnTo>
                <a:lnTo>
                  <a:pt x="73639" y="120519"/>
                </a:lnTo>
                <a:lnTo>
                  <a:pt x="75498" y="120042"/>
                </a:lnTo>
                <a:lnTo>
                  <a:pt x="77322" y="119508"/>
                </a:lnTo>
                <a:lnTo>
                  <a:pt x="79109" y="118918"/>
                </a:lnTo>
                <a:lnTo>
                  <a:pt x="80859" y="118272"/>
                </a:lnTo>
                <a:lnTo>
                  <a:pt x="82574" y="117570"/>
                </a:lnTo>
                <a:lnTo>
                  <a:pt x="84251" y="116812"/>
                </a:lnTo>
                <a:lnTo>
                  <a:pt x="85893" y="115998"/>
                </a:lnTo>
                <a:lnTo>
                  <a:pt x="87498" y="115127"/>
                </a:lnTo>
                <a:lnTo>
                  <a:pt x="89067" y="114200"/>
                </a:lnTo>
                <a:lnTo>
                  <a:pt x="90599" y="113217"/>
                </a:lnTo>
                <a:lnTo>
                  <a:pt x="92095" y="112178"/>
                </a:lnTo>
                <a:lnTo>
                  <a:pt x="93555" y="111083"/>
                </a:lnTo>
                <a:lnTo>
                  <a:pt x="94978" y="109932"/>
                </a:lnTo>
                <a:lnTo>
                  <a:pt x="96365" y="108724"/>
                </a:lnTo>
                <a:lnTo>
                  <a:pt x="97715" y="107460"/>
                </a:lnTo>
                <a:lnTo>
                  <a:pt x="99030" y="106140"/>
                </a:lnTo>
                <a:lnTo>
                  <a:pt x="100298" y="104771"/>
                </a:lnTo>
                <a:lnTo>
                  <a:pt x="101513" y="103358"/>
                </a:lnTo>
                <a:lnTo>
                  <a:pt x="102674" y="101901"/>
                </a:lnTo>
                <a:lnTo>
                  <a:pt x="103781" y="100401"/>
                </a:lnTo>
                <a:lnTo>
                  <a:pt x="104834" y="98858"/>
                </a:lnTo>
                <a:lnTo>
                  <a:pt x="105833" y="97272"/>
                </a:lnTo>
                <a:lnTo>
                  <a:pt x="106778" y="95643"/>
                </a:lnTo>
                <a:lnTo>
                  <a:pt x="107669" y="93970"/>
                </a:lnTo>
                <a:lnTo>
                  <a:pt x="108506" y="92254"/>
                </a:lnTo>
                <a:lnTo>
                  <a:pt x="109289" y="90495"/>
                </a:lnTo>
                <a:lnTo>
                  <a:pt x="110018" y="88692"/>
                </a:lnTo>
                <a:lnTo>
                  <a:pt x="110693" y="86846"/>
                </a:lnTo>
                <a:lnTo>
                  <a:pt x="111314" y="84957"/>
                </a:lnTo>
                <a:lnTo>
                  <a:pt x="111881" y="83024"/>
                </a:lnTo>
                <a:lnTo>
                  <a:pt x="112394" y="81049"/>
                </a:lnTo>
                <a:lnTo>
                  <a:pt x="112853" y="79030"/>
                </a:lnTo>
                <a:lnTo>
                  <a:pt x="113258" y="76967"/>
                </a:lnTo>
                <a:lnTo>
                  <a:pt x="113609" y="74862"/>
                </a:lnTo>
                <a:lnTo>
                  <a:pt x="113906" y="72713"/>
                </a:lnTo>
                <a:lnTo>
                  <a:pt x="114149" y="70521"/>
                </a:lnTo>
                <a:lnTo>
                  <a:pt x="114338" y="68285"/>
                </a:lnTo>
                <a:lnTo>
                  <a:pt x="114473" y="66007"/>
                </a:lnTo>
                <a:lnTo>
                  <a:pt x="114554" y="63685"/>
                </a:lnTo>
                <a:lnTo>
                  <a:pt x="114581" y="61319"/>
                </a:lnTo>
                <a:lnTo>
                  <a:pt x="114554" y="58934"/>
                </a:lnTo>
                <a:lnTo>
                  <a:pt x="114472" y="56593"/>
                </a:lnTo>
                <a:lnTo>
                  <a:pt x="114336" y="54296"/>
                </a:lnTo>
                <a:lnTo>
                  <a:pt x="114146" y="52043"/>
                </a:lnTo>
                <a:lnTo>
                  <a:pt x="113901" y="49834"/>
                </a:lnTo>
                <a:lnTo>
                  <a:pt x="113601" y="47669"/>
                </a:lnTo>
                <a:lnTo>
                  <a:pt x="113248" y="45548"/>
                </a:lnTo>
                <a:lnTo>
                  <a:pt x="112840" y="43471"/>
                </a:lnTo>
                <a:lnTo>
                  <a:pt x="112377" y="41437"/>
                </a:lnTo>
                <a:lnTo>
                  <a:pt x="111860" y="39448"/>
                </a:lnTo>
                <a:lnTo>
                  <a:pt x="111289" y="37503"/>
                </a:lnTo>
                <a:lnTo>
                  <a:pt x="110663" y="35602"/>
                </a:lnTo>
                <a:lnTo>
                  <a:pt x="109983" y="33745"/>
                </a:lnTo>
                <a:lnTo>
                  <a:pt x="109248" y="31932"/>
                </a:lnTo>
                <a:lnTo>
                  <a:pt x="108459" y="30162"/>
                </a:lnTo>
                <a:lnTo>
                  <a:pt x="107616" y="28437"/>
                </a:lnTo>
                <a:lnTo>
                  <a:pt x="106718" y="26756"/>
                </a:lnTo>
                <a:lnTo>
                  <a:pt x="105765" y="25119"/>
                </a:lnTo>
                <a:lnTo>
                  <a:pt x="104759" y="23525"/>
                </a:lnTo>
                <a:lnTo>
                  <a:pt x="103697" y="21976"/>
                </a:lnTo>
                <a:lnTo>
                  <a:pt x="102582" y="20471"/>
                </a:lnTo>
                <a:lnTo>
                  <a:pt x="101412" y="19009"/>
                </a:lnTo>
                <a:lnTo>
                  <a:pt x="100187" y="17592"/>
                </a:lnTo>
                <a:lnTo>
                  <a:pt x="98909" y="16219"/>
                </a:lnTo>
                <a:lnTo>
                  <a:pt x="97585" y="14895"/>
                </a:lnTo>
                <a:lnTo>
                  <a:pt x="96224" y="13628"/>
                </a:lnTo>
                <a:lnTo>
                  <a:pt x="94828" y="12417"/>
                </a:lnTo>
                <a:lnTo>
                  <a:pt x="93395" y="11263"/>
                </a:lnTo>
                <a:lnTo>
                  <a:pt x="91926" y="10165"/>
                </a:lnTo>
                <a:lnTo>
                  <a:pt x="90420" y="9123"/>
                </a:lnTo>
                <a:lnTo>
                  <a:pt x="88879" y="8138"/>
                </a:lnTo>
                <a:lnTo>
                  <a:pt x="87301" y="7208"/>
                </a:lnTo>
                <a:lnTo>
                  <a:pt x="85687" y="6335"/>
                </a:lnTo>
                <a:lnTo>
                  <a:pt x="84037" y="5519"/>
                </a:lnTo>
                <a:lnTo>
                  <a:pt x="82350" y="4759"/>
                </a:lnTo>
                <a:lnTo>
                  <a:pt x="80628" y="4055"/>
                </a:lnTo>
                <a:lnTo>
                  <a:pt x="78869" y="3407"/>
                </a:lnTo>
                <a:lnTo>
                  <a:pt x="77074" y="2816"/>
                </a:lnTo>
                <a:lnTo>
                  <a:pt x="75242" y="2281"/>
                </a:lnTo>
                <a:lnTo>
                  <a:pt x="73375" y="1802"/>
                </a:lnTo>
                <a:lnTo>
                  <a:pt x="71471" y="1380"/>
                </a:lnTo>
                <a:lnTo>
                  <a:pt x="69531" y="1014"/>
                </a:lnTo>
                <a:lnTo>
                  <a:pt x="67554" y="704"/>
                </a:lnTo>
                <a:lnTo>
                  <a:pt x="65542" y="451"/>
                </a:lnTo>
                <a:lnTo>
                  <a:pt x="63493" y="253"/>
                </a:lnTo>
                <a:lnTo>
                  <a:pt x="61408" y="113"/>
                </a:lnTo>
                <a:lnTo>
                  <a:pt x="59287" y="28"/>
                </a:lnTo>
                <a:lnTo>
                  <a:pt x="57129" y="0"/>
                </a:lnTo>
                <a:lnTo>
                  <a:pt x="55933" y="8"/>
                </a:lnTo>
                <a:lnTo>
                  <a:pt x="54749" y="32"/>
                </a:lnTo>
                <a:lnTo>
                  <a:pt x="53576" y="73"/>
                </a:lnTo>
                <a:lnTo>
                  <a:pt x="52416" y="130"/>
                </a:lnTo>
                <a:lnTo>
                  <a:pt x="51266" y="203"/>
                </a:lnTo>
                <a:lnTo>
                  <a:pt x="50129" y="292"/>
                </a:lnTo>
                <a:lnTo>
                  <a:pt x="49004" y="398"/>
                </a:lnTo>
                <a:lnTo>
                  <a:pt x="47890" y="520"/>
                </a:lnTo>
                <a:lnTo>
                  <a:pt x="46788" y="658"/>
                </a:lnTo>
                <a:lnTo>
                  <a:pt x="45697" y="812"/>
                </a:lnTo>
                <a:lnTo>
                  <a:pt x="44619" y="983"/>
                </a:lnTo>
                <a:lnTo>
                  <a:pt x="43552" y="1170"/>
                </a:lnTo>
                <a:lnTo>
                  <a:pt x="42497" y="1373"/>
                </a:lnTo>
                <a:lnTo>
                  <a:pt x="41454" y="1592"/>
                </a:lnTo>
                <a:lnTo>
                  <a:pt x="40422" y="1828"/>
                </a:lnTo>
                <a:lnTo>
                  <a:pt x="39402" y="2079"/>
                </a:lnTo>
                <a:lnTo>
                  <a:pt x="38394" y="2347"/>
                </a:lnTo>
                <a:lnTo>
                  <a:pt x="37398" y="2632"/>
                </a:lnTo>
                <a:lnTo>
                  <a:pt x="36413" y="2932"/>
                </a:lnTo>
                <a:lnTo>
                  <a:pt x="35441" y="3249"/>
                </a:lnTo>
                <a:lnTo>
                  <a:pt x="34480" y="3582"/>
                </a:lnTo>
                <a:lnTo>
                  <a:pt x="33530" y="3931"/>
                </a:lnTo>
                <a:lnTo>
                  <a:pt x="32593" y="4297"/>
                </a:lnTo>
                <a:lnTo>
                  <a:pt x="31667" y="4679"/>
                </a:lnTo>
                <a:lnTo>
                  <a:pt x="30978" y="4974"/>
                </a:lnTo>
                <a:lnTo>
                  <a:pt x="30293" y="5283"/>
                </a:lnTo>
                <a:lnTo>
                  <a:pt x="29613" y="5604"/>
                </a:lnTo>
                <a:lnTo>
                  <a:pt x="28937" y="5938"/>
                </a:lnTo>
                <a:lnTo>
                  <a:pt x="28266" y="6285"/>
                </a:lnTo>
                <a:lnTo>
                  <a:pt x="27600" y="6645"/>
                </a:lnTo>
                <a:lnTo>
                  <a:pt x="26939" y="7018"/>
                </a:lnTo>
                <a:lnTo>
                  <a:pt x="26282" y="7404"/>
                </a:lnTo>
                <a:lnTo>
                  <a:pt x="25629" y="7803"/>
                </a:lnTo>
                <a:lnTo>
                  <a:pt x="24981" y="8214"/>
                </a:lnTo>
                <a:lnTo>
                  <a:pt x="24338" y="8639"/>
                </a:lnTo>
                <a:lnTo>
                  <a:pt x="23700" y="9076"/>
                </a:lnTo>
                <a:lnTo>
                  <a:pt x="23066" y="9527"/>
                </a:lnTo>
                <a:lnTo>
                  <a:pt x="22437" y="9990"/>
                </a:lnTo>
                <a:lnTo>
                  <a:pt x="21812" y="10466"/>
                </a:lnTo>
                <a:lnTo>
                  <a:pt x="21192" y="10955"/>
                </a:lnTo>
                <a:lnTo>
                  <a:pt x="20576" y="11456"/>
                </a:lnTo>
                <a:lnTo>
                  <a:pt x="19966" y="11971"/>
                </a:lnTo>
                <a:lnTo>
                  <a:pt x="19359" y="12499"/>
                </a:lnTo>
                <a:lnTo>
                  <a:pt x="18758" y="13039"/>
                </a:lnTo>
                <a:lnTo>
                  <a:pt x="18161" y="13592"/>
                </a:lnTo>
                <a:lnTo>
                  <a:pt x="17568" y="14159"/>
                </a:lnTo>
                <a:lnTo>
                  <a:pt x="16981" y="14738"/>
                </a:lnTo>
                <a:lnTo>
                  <a:pt x="16397" y="15330"/>
                </a:lnTo>
                <a:lnTo>
                  <a:pt x="15822" y="15932"/>
                </a:lnTo>
                <a:lnTo>
                  <a:pt x="15256" y="16540"/>
                </a:lnTo>
                <a:lnTo>
                  <a:pt x="14701" y="17154"/>
                </a:lnTo>
                <a:lnTo>
                  <a:pt x="14156" y="17775"/>
                </a:lnTo>
                <a:lnTo>
                  <a:pt x="13621" y="18403"/>
                </a:lnTo>
                <a:lnTo>
                  <a:pt x="13096" y="19037"/>
                </a:lnTo>
                <a:lnTo>
                  <a:pt x="12582" y="19677"/>
                </a:lnTo>
                <a:lnTo>
                  <a:pt x="12078" y="20324"/>
                </a:lnTo>
                <a:lnTo>
                  <a:pt x="11584" y="20977"/>
                </a:lnTo>
                <a:lnTo>
                  <a:pt x="11100" y="21637"/>
                </a:lnTo>
                <a:lnTo>
                  <a:pt x="10626" y="22303"/>
                </a:lnTo>
                <a:lnTo>
                  <a:pt x="10163" y="22975"/>
                </a:lnTo>
                <a:lnTo>
                  <a:pt x="9710" y="23654"/>
                </a:lnTo>
                <a:lnTo>
                  <a:pt x="9267" y="24340"/>
                </a:lnTo>
                <a:lnTo>
                  <a:pt x="8834" y="25032"/>
                </a:lnTo>
                <a:lnTo>
                  <a:pt x="8411" y="25730"/>
                </a:lnTo>
                <a:lnTo>
                  <a:pt x="7999" y="26435"/>
                </a:lnTo>
                <a:lnTo>
                  <a:pt x="7597" y="27146"/>
                </a:lnTo>
                <a:lnTo>
                  <a:pt x="7205" y="27864"/>
                </a:lnTo>
                <a:lnTo>
                  <a:pt x="6823" y="28588"/>
                </a:lnTo>
                <a:lnTo>
                  <a:pt x="6452" y="29318"/>
                </a:lnTo>
                <a:lnTo>
                  <a:pt x="6091" y="30055"/>
                </a:lnTo>
                <a:lnTo>
                  <a:pt x="5740" y="30799"/>
                </a:lnTo>
                <a:lnTo>
                  <a:pt x="5399" y="31549"/>
                </a:lnTo>
                <a:lnTo>
                  <a:pt x="4958" y="32581"/>
                </a:lnTo>
                <a:lnTo>
                  <a:pt x="4536" y="33633"/>
                </a:lnTo>
                <a:lnTo>
                  <a:pt x="4133" y="34705"/>
                </a:lnTo>
                <a:lnTo>
                  <a:pt x="3749" y="35798"/>
                </a:lnTo>
                <a:lnTo>
                  <a:pt x="3384" y="36910"/>
                </a:lnTo>
                <a:lnTo>
                  <a:pt x="3037" y="38043"/>
                </a:lnTo>
                <a:lnTo>
                  <a:pt x="2709" y="39196"/>
                </a:lnTo>
                <a:lnTo>
                  <a:pt x="2399" y="40369"/>
                </a:lnTo>
                <a:lnTo>
                  <a:pt x="2109" y="41563"/>
                </a:lnTo>
                <a:lnTo>
                  <a:pt x="1837" y="42776"/>
                </a:lnTo>
                <a:lnTo>
                  <a:pt x="1584" y="44010"/>
                </a:lnTo>
                <a:lnTo>
                  <a:pt x="1350" y="45264"/>
                </a:lnTo>
                <a:lnTo>
                  <a:pt x="1134" y="46538"/>
                </a:lnTo>
                <a:lnTo>
                  <a:pt x="937" y="47832"/>
                </a:lnTo>
                <a:lnTo>
                  <a:pt x="759" y="49146"/>
                </a:lnTo>
                <a:lnTo>
                  <a:pt x="600" y="50481"/>
                </a:lnTo>
                <a:lnTo>
                  <a:pt x="459" y="51836"/>
                </a:lnTo>
                <a:lnTo>
                  <a:pt x="337" y="53210"/>
                </a:lnTo>
                <a:lnTo>
                  <a:pt x="234" y="54606"/>
                </a:lnTo>
                <a:lnTo>
                  <a:pt x="150" y="56021"/>
                </a:lnTo>
                <a:lnTo>
                  <a:pt x="84" y="57456"/>
                </a:lnTo>
                <a:lnTo>
                  <a:pt x="37" y="58912"/>
                </a:lnTo>
                <a:lnTo>
                  <a:pt x="9" y="60387"/>
                </a:lnTo>
                <a:lnTo>
                  <a:pt x="0" y="61883"/>
                </a:lnTo>
                <a:lnTo>
                  <a:pt x="27" y="64216"/>
                </a:lnTo>
                <a:lnTo>
                  <a:pt x="108" y="66506"/>
                </a:lnTo>
                <a:lnTo>
                  <a:pt x="243" y="68754"/>
                </a:lnTo>
                <a:lnTo>
                  <a:pt x="432" y="70959"/>
                </a:lnTo>
                <a:close/>
                <a:moveTo>
                  <a:pt x="24827" y="54568"/>
                </a:moveTo>
                <a:lnTo>
                  <a:pt x="24968" y="53029"/>
                </a:lnTo>
                <a:lnTo>
                  <a:pt x="25140" y="51527"/>
                </a:lnTo>
                <a:lnTo>
                  <a:pt x="25344" y="50060"/>
                </a:lnTo>
                <a:lnTo>
                  <a:pt x="25579" y="48628"/>
                </a:lnTo>
                <a:lnTo>
                  <a:pt x="25845" y="47233"/>
                </a:lnTo>
                <a:lnTo>
                  <a:pt x="26143" y="45873"/>
                </a:lnTo>
                <a:lnTo>
                  <a:pt x="26472" y="44549"/>
                </a:lnTo>
                <a:lnTo>
                  <a:pt x="26832" y="43260"/>
                </a:lnTo>
                <a:lnTo>
                  <a:pt x="27224" y="42007"/>
                </a:lnTo>
                <a:lnTo>
                  <a:pt x="27647" y="40790"/>
                </a:lnTo>
                <a:lnTo>
                  <a:pt x="28101" y="39608"/>
                </a:lnTo>
                <a:lnTo>
                  <a:pt x="28587" y="38462"/>
                </a:lnTo>
                <a:lnTo>
                  <a:pt x="29104" y="37352"/>
                </a:lnTo>
                <a:lnTo>
                  <a:pt x="29652" y="36277"/>
                </a:lnTo>
                <a:lnTo>
                  <a:pt x="30232" y="35239"/>
                </a:lnTo>
                <a:lnTo>
                  <a:pt x="30843" y="34235"/>
                </a:lnTo>
                <a:lnTo>
                  <a:pt x="31486" y="33268"/>
                </a:lnTo>
                <a:lnTo>
                  <a:pt x="32159" y="32336"/>
                </a:lnTo>
                <a:lnTo>
                  <a:pt x="32864" y="31440"/>
                </a:lnTo>
                <a:lnTo>
                  <a:pt x="33601" y="30579"/>
                </a:lnTo>
                <a:lnTo>
                  <a:pt x="34363" y="29754"/>
                </a:lnTo>
                <a:lnTo>
                  <a:pt x="35145" y="28964"/>
                </a:lnTo>
                <a:lnTo>
                  <a:pt x="35946" y="28209"/>
                </a:lnTo>
                <a:lnTo>
                  <a:pt x="36768" y="27489"/>
                </a:lnTo>
                <a:lnTo>
                  <a:pt x="37609" y="26804"/>
                </a:lnTo>
                <a:lnTo>
                  <a:pt x="38471" y="26155"/>
                </a:lnTo>
                <a:lnTo>
                  <a:pt x="39352" y="25540"/>
                </a:lnTo>
                <a:lnTo>
                  <a:pt x="40253" y="24961"/>
                </a:lnTo>
                <a:lnTo>
                  <a:pt x="41174" y="24417"/>
                </a:lnTo>
                <a:lnTo>
                  <a:pt x="42115" y="23908"/>
                </a:lnTo>
                <a:lnTo>
                  <a:pt x="43075" y="23434"/>
                </a:lnTo>
                <a:lnTo>
                  <a:pt x="44056" y="22995"/>
                </a:lnTo>
                <a:lnTo>
                  <a:pt x="45056" y="22591"/>
                </a:lnTo>
                <a:lnTo>
                  <a:pt x="46076" y="22222"/>
                </a:lnTo>
                <a:lnTo>
                  <a:pt x="47116" y="21889"/>
                </a:lnTo>
                <a:lnTo>
                  <a:pt x="48176" y="21590"/>
                </a:lnTo>
                <a:lnTo>
                  <a:pt x="49256" y="21327"/>
                </a:lnTo>
                <a:lnTo>
                  <a:pt x="50356" y="21099"/>
                </a:lnTo>
                <a:lnTo>
                  <a:pt x="51475" y="20906"/>
                </a:lnTo>
                <a:lnTo>
                  <a:pt x="52615" y="20748"/>
                </a:lnTo>
                <a:lnTo>
                  <a:pt x="53774" y="20625"/>
                </a:lnTo>
                <a:lnTo>
                  <a:pt x="54953" y="20537"/>
                </a:lnTo>
                <a:lnTo>
                  <a:pt x="56152" y="20484"/>
                </a:lnTo>
                <a:lnTo>
                  <a:pt x="57371" y="20467"/>
                </a:lnTo>
                <a:lnTo>
                  <a:pt x="58590" y="20484"/>
                </a:lnTo>
                <a:lnTo>
                  <a:pt x="59788" y="20536"/>
                </a:lnTo>
                <a:lnTo>
                  <a:pt x="60966" y="20623"/>
                </a:lnTo>
                <a:lnTo>
                  <a:pt x="62124" y="20744"/>
                </a:lnTo>
                <a:lnTo>
                  <a:pt x="63262" y="20900"/>
                </a:lnTo>
                <a:lnTo>
                  <a:pt x="64379" y="21091"/>
                </a:lnTo>
                <a:lnTo>
                  <a:pt x="65476" y="21317"/>
                </a:lnTo>
                <a:lnTo>
                  <a:pt x="66552" y="21577"/>
                </a:lnTo>
                <a:lnTo>
                  <a:pt x="67609" y="21872"/>
                </a:lnTo>
                <a:lnTo>
                  <a:pt x="68645" y="22201"/>
                </a:lnTo>
                <a:lnTo>
                  <a:pt x="69661" y="22566"/>
                </a:lnTo>
                <a:lnTo>
                  <a:pt x="70656" y="22965"/>
                </a:lnTo>
                <a:lnTo>
                  <a:pt x="71631" y="23398"/>
                </a:lnTo>
                <a:lnTo>
                  <a:pt x="72586" y="23867"/>
                </a:lnTo>
                <a:lnTo>
                  <a:pt x="73521" y="24370"/>
                </a:lnTo>
                <a:lnTo>
                  <a:pt x="74436" y="24907"/>
                </a:lnTo>
                <a:lnTo>
                  <a:pt x="75330" y="25480"/>
                </a:lnTo>
                <a:lnTo>
                  <a:pt x="76203" y="26087"/>
                </a:lnTo>
                <a:lnTo>
                  <a:pt x="77057" y="26729"/>
                </a:lnTo>
                <a:lnTo>
                  <a:pt x="77890" y="27405"/>
                </a:lnTo>
                <a:lnTo>
                  <a:pt x="78703" y="28116"/>
                </a:lnTo>
                <a:lnTo>
                  <a:pt x="79496" y="28862"/>
                </a:lnTo>
                <a:lnTo>
                  <a:pt x="80268" y="29643"/>
                </a:lnTo>
                <a:lnTo>
                  <a:pt x="81020" y="30458"/>
                </a:lnTo>
                <a:lnTo>
                  <a:pt x="81747" y="31309"/>
                </a:lnTo>
                <a:lnTo>
                  <a:pt x="82443" y="32195"/>
                </a:lnTo>
                <a:lnTo>
                  <a:pt x="83107" y="33117"/>
                </a:lnTo>
                <a:lnTo>
                  <a:pt x="83741" y="34075"/>
                </a:lnTo>
                <a:lnTo>
                  <a:pt x="84344" y="35069"/>
                </a:lnTo>
                <a:lnTo>
                  <a:pt x="84916" y="36099"/>
                </a:lnTo>
                <a:lnTo>
                  <a:pt x="85457" y="37164"/>
                </a:lnTo>
                <a:lnTo>
                  <a:pt x="85967" y="38265"/>
                </a:lnTo>
                <a:lnTo>
                  <a:pt x="86446" y="39402"/>
                </a:lnTo>
                <a:lnTo>
                  <a:pt x="86895" y="40575"/>
                </a:lnTo>
                <a:lnTo>
                  <a:pt x="87312" y="41784"/>
                </a:lnTo>
                <a:lnTo>
                  <a:pt x="87698" y="43028"/>
                </a:lnTo>
                <a:lnTo>
                  <a:pt x="88054" y="44309"/>
                </a:lnTo>
                <a:lnTo>
                  <a:pt x="88379" y="45625"/>
                </a:lnTo>
                <a:lnTo>
                  <a:pt x="88672" y="46977"/>
                </a:lnTo>
                <a:lnTo>
                  <a:pt x="88935" y="48364"/>
                </a:lnTo>
                <a:lnTo>
                  <a:pt x="89167" y="49788"/>
                </a:lnTo>
                <a:lnTo>
                  <a:pt x="89368" y="51247"/>
                </a:lnTo>
                <a:lnTo>
                  <a:pt x="89538" y="52742"/>
                </a:lnTo>
                <a:lnTo>
                  <a:pt x="89677" y="54273"/>
                </a:lnTo>
                <a:lnTo>
                  <a:pt x="89785" y="55840"/>
                </a:lnTo>
                <a:lnTo>
                  <a:pt x="89862" y="57443"/>
                </a:lnTo>
                <a:lnTo>
                  <a:pt x="89909" y="59081"/>
                </a:lnTo>
                <a:lnTo>
                  <a:pt x="89924" y="60755"/>
                </a:lnTo>
                <a:lnTo>
                  <a:pt x="89908" y="62450"/>
                </a:lnTo>
                <a:lnTo>
                  <a:pt x="89861" y="64108"/>
                </a:lnTo>
                <a:lnTo>
                  <a:pt x="89781" y="65732"/>
                </a:lnTo>
                <a:lnTo>
                  <a:pt x="89670" y="67319"/>
                </a:lnTo>
                <a:lnTo>
                  <a:pt x="89527" y="68871"/>
                </a:lnTo>
                <a:lnTo>
                  <a:pt x="89353" y="70387"/>
                </a:lnTo>
                <a:lnTo>
                  <a:pt x="89146" y="71867"/>
                </a:lnTo>
                <a:lnTo>
                  <a:pt x="88908" y="73312"/>
                </a:lnTo>
                <a:lnTo>
                  <a:pt x="88638" y="74721"/>
                </a:lnTo>
                <a:lnTo>
                  <a:pt x="88337" y="76094"/>
                </a:lnTo>
                <a:lnTo>
                  <a:pt x="88003" y="77432"/>
                </a:lnTo>
                <a:lnTo>
                  <a:pt x="87638" y="78734"/>
                </a:lnTo>
                <a:lnTo>
                  <a:pt x="87241" y="80000"/>
                </a:lnTo>
                <a:lnTo>
                  <a:pt x="86812" y="81231"/>
                </a:lnTo>
                <a:lnTo>
                  <a:pt x="86352" y="82426"/>
                </a:lnTo>
                <a:lnTo>
                  <a:pt x="85860" y="83586"/>
                </a:lnTo>
                <a:lnTo>
                  <a:pt x="85336" y="84709"/>
                </a:lnTo>
                <a:lnTo>
                  <a:pt x="84780" y="85797"/>
                </a:lnTo>
                <a:lnTo>
                  <a:pt x="84192" y="86850"/>
                </a:lnTo>
                <a:lnTo>
                  <a:pt x="83573" y="87866"/>
                </a:lnTo>
                <a:lnTo>
                  <a:pt x="82922" y="88847"/>
                </a:lnTo>
                <a:lnTo>
                  <a:pt x="82240" y="89793"/>
                </a:lnTo>
                <a:lnTo>
                  <a:pt x="81525" y="90702"/>
                </a:lnTo>
                <a:lnTo>
                  <a:pt x="80779" y="91576"/>
                </a:lnTo>
                <a:lnTo>
                  <a:pt x="80008" y="92414"/>
                </a:lnTo>
                <a:lnTo>
                  <a:pt x="79219" y="93217"/>
                </a:lnTo>
                <a:lnTo>
                  <a:pt x="78412" y="93984"/>
                </a:lnTo>
                <a:lnTo>
                  <a:pt x="77588" y="94715"/>
                </a:lnTo>
                <a:lnTo>
                  <a:pt x="76746" y="95411"/>
                </a:lnTo>
                <a:lnTo>
                  <a:pt x="75886" y="96071"/>
                </a:lnTo>
                <a:lnTo>
                  <a:pt x="75009" y="96695"/>
                </a:lnTo>
                <a:lnTo>
                  <a:pt x="74113" y="97284"/>
                </a:lnTo>
                <a:lnTo>
                  <a:pt x="73200" y="97837"/>
                </a:lnTo>
                <a:lnTo>
                  <a:pt x="72269" y="98354"/>
                </a:lnTo>
                <a:lnTo>
                  <a:pt x="71321" y="98835"/>
                </a:lnTo>
                <a:lnTo>
                  <a:pt x="70354" y="99281"/>
                </a:lnTo>
                <a:lnTo>
                  <a:pt x="69370" y="99692"/>
                </a:lnTo>
                <a:lnTo>
                  <a:pt x="68368" y="100066"/>
                </a:lnTo>
                <a:lnTo>
                  <a:pt x="67348" y="100405"/>
                </a:lnTo>
                <a:lnTo>
                  <a:pt x="66311" y="100708"/>
                </a:lnTo>
                <a:lnTo>
                  <a:pt x="65255" y="100976"/>
                </a:lnTo>
                <a:lnTo>
                  <a:pt x="64182" y="101208"/>
                </a:lnTo>
                <a:lnTo>
                  <a:pt x="63092" y="101404"/>
                </a:lnTo>
                <a:lnTo>
                  <a:pt x="61983" y="101564"/>
                </a:lnTo>
                <a:lnTo>
                  <a:pt x="60857" y="101689"/>
                </a:lnTo>
                <a:lnTo>
                  <a:pt x="59713" y="101778"/>
                </a:lnTo>
                <a:lnTo>
                  <a:pt x="58551" y="101832"/>
                </a:lnTo>
                <a:lnTo>
                  <a:pt x="57371" y="101850"/>
                </a:lnTo>
                <a:lnTo>
                  <a:pt x="56191" y="101832"/>
                </a:lnTo>
                <a:lnTo>
                  <a:pt x="55029" y="101778"/>
                </a:lnTo>
                <a:lnTo>
                  <a:pt x="53884" y="101688"/>
                </a:lnTo>
                <a:lnTo>
                  <a:pt x="52756" y="101562"/>
                </a:lnTo>
                <a:lnTo>
                  <a:pt x="51645" y="101400"/>
                </a:lnTo>
                <a:lnTo>
                  <a:pt x="50552" y="101203"/>
                </a:lnTo>
                <a:lnTo>
                  <a:pt x="49476" y="100969"/>
                </a:lnTo>
                <a:lnTo>
                  <a:pt x="48418" y="100699"/>
                </a:lnTo>
                <a:lnTo>
                  <a:pt x="47377" y="100394"/>
                </a:lnTo>
                <a:lnTo>
                  <a:pt x="46353" y="100052"/>
                </a:lnTo>
                <a:lnTo>
                  <a:pt x="45347" y="99675"/>
                </a:lnTo>
                <a:lnTo>
                  <a:pt x="44358" y="99261"/>
                </a:lnTo>
                <a:lnTo>
                  <a:pt x="43386" y="98812"/>
                </a:lnTo>
                <a:lnTo>
                  <a:pt x="42432" y="98326"/>
                </a:lnTo>
                <a:lnTo>
                  <a:pt x="41495" y="97805"/>
                </a:lnTo>
                <a:lnTo>
                  <a:pt x="40575" y="97248"/>
                </a:lnTo>
                <a:lnTo>
                  <a:pt x="39673" y="96655"/>
                </a:lnTo>
                <a:lnTo>
                  <a:pt x="38788" y="96026"/>
                </a:lnTo>
                <a:lnTo>
                  <a:pt x="37920" y="95360"/>
                </a:lnTo>
                <a:lnTo>
                  <a:pt x="37070" y="94659"/>
                </a:lnTo>
                <a:lnTo>
                  <a:pt x="36237" y="93922"/>
                </a:lnTo>
                <a:lnTo>
                  <a:pt x="35422" y="93149"/>
                </a:lnTo>
                <a:lnTo>
                  <a:pt x="34623" y="92340"/>
                </a:lnTo>
                <a:lnTo>
                  <a:pt x="33842" y="91496"/>
                </a:lnTo>
                <a:lnTo>
                  <a:pt x="33086" y="90616"/>
                </a:lnTo>
                <a:lnTo>
                  <a:pt x="32362" y="89702"/>
                </a:lnTo>
                <a:lnTo>
                  <a:pt x="31671" y="88755"/>
                </a:lnTo>
                <a:lnTo>
                  <a:pt x="31011" y="87774"/>
                </a:lnTo>
                <a:lnTo>
                  <a:pt x="30384" y="86760"/>
                </a:lnTo>
                <a:lnTo>
                  <a:pt x="29788" y="85712"/>
                </a:lnTo>
                <a:lnTo>
                  <a:pt x="29225" y="84630"/>
                </a:lnTo>
                <a:lnTo>
                  <a:pt x="28694" y="83514"/>
                </a:lnTo>
                <a:lnTo>
                  <a:pt x="28196" y="82365"/>
                </a:lnTo>
                <a:lnTo>
                  <a:pt x="27729" y="81181"/>
                </a:lnTo>
                <a:lnTo>
                  <a:pt x="27295" y="79965"/>
                </a:lnTo>
                <a:lnTo>
                  <a:pt x="26893" y="78714"/>
                </a:lnTo>
                <a:lnTo>
                  <a:pt x="26523" y="77430"/>
                </a:lnTo>
                <a:lnTo>
                  <a:pt x="26185" y="76112"/>
                </a:lnTo>
                <a:lnTo>
                  <a:pt x="25879" y="74760"/>
                </a:lnTo>
                <a:lnTo>
                  <a:pt x="25606" y="73375"/>
                </a:lnTo>
                <a:lnTo>
                  <a:pt x="25364" y="71955"/>
                </a:lnTo>
                <a:lnTo>
                  <a:pt x="25155" y="70503"/>
                </a:lnTo>
                <a:lnTo>
                  <a:pt x="24978" y="69016"/>
                </a:lnTo>
                <a:lnTo>
                  <a:pt x="24833" y="67496"/>
                </a:lnTo>
                <a:lnTo>
                  <a:pt x="24721" y="65942"/>
                </a:lnTo>
                <a:lnTo>
                  <a:pt x="24640" y="64354"/>
                </a:lnTo>
                <a:lnTo>
                  <a:pt x="24592" y="62733"/>
                </a:lnTo>
                <a:lnTo>
                  <a:pt x="24576" y="61078"/>
                </a:lnTo>
                <a:lnTo>
                  <a:pt x="24592" y="59397"/>
                </a:lnTo>
                <a:lnTo>
                  <a:pt x="24639" y="57751"/>
                </a:lnTo>
                <a:lnTo>
                  <a:pt x="24717" y="56142"/>
                </a:lnTo>
                <a:lnTo>
                  <a:pt x="24827" y="54568"/>
                </a:lnTo>
                <a:close/>
                <a:moveTo>
                  <a:pt x="250645" y="42735"/>
                </a:moveTo>
                <a:lnTo>
                  <a:pt x="249738" y="41845"/>
                </a:lnTo>
                <a:lnTo>
                  <a:pt x="248818" y="40996"/>
                </a:lnTo>
                <a:lnTo>
                  <a:pt x="247885" y="40188"/>
                </a:lnTo>
                <a:lnTo>
                  <a:pt x="246938" y="39422"/>
                </a:lnTo>
                <a:lnTo>
                  <a:pt x="245978" y="38698"/>
                </a:lnTo>
                <a:lnTo>
                  <a:pt x="245004" y="38015"/>
                </a:lnTo>
                <a:lnTo>
                  <a:pt x="244017" y="37373"/>
                </a:lnTo>
                <a:lnTo>
                  <a:pt x="243017" y="36772"/>
                </a:lnTo>
                <a:lnTo>
                  <a:pt x="242003" y="36213"/>
                </a:lnTo>
                <a:lnTo>
                  <a:pt x="240975" y="35696"/>
                </a:lnTo>
                <a:lnTo>
                  <a:pt x="239935" y="35220"/>
                </a:lnTo>
                <a:lnTo>
                  <a:pt x="238880" y="34785"/>
                </a:lnTo>
                <a:lnTo>
                  <a:pt x="237813" y="34391"/>
                </a:lnTo>
                <a:lnTo>
                  <a:pt x="236732" y="34039"/>
                </a:lnTo>
                <a:lnTo>
                  <a:pt x="235637" y="33729"/>
                </a:lnTo>
                <a:lnTo>
                  <a:pt x="234529" y="33460"/>
                </a:lnTo>
                <a:lnTo>
                  <a:pt x="233408" y="33232"/>
                </a:lnTo>
                <a:lnTo>
                  <a:pt x="232273" y="33046"/>
                </a:lnTo>
                <a:lnTo>
                  <a:pt x="231125" y="32901"/>
                </a:lnTo>
                <a:lnTo>
                  <a:pt x="229963" y="32797"/>
                </a:lnTo>
                <a:lnTo>
                  <a:pt x="228788" y="32735"/>
                </a:lnTo>
                <a:lnTo>
                  <a:pt x="227600" y="32714"/>
                </a:lnTo>
                <a:lnTo>
                  <a:pt x="226306" y="32734"/>
                </a:lnTo>
                <a:lnTo>
                  <a:pt x="225032" y="32793"/>
                </a:lnTo>
                <a:lnTo>
                  <a:pt x="223776" y="32891"/>
                </a:lnTo>
                <a:lnTo>
                  <a:pt x="222539" y="33029"/>
                </a:lnTo>
                <a:lnTo>
                  <a:pt x="221321" y="33206"/>
                </a:lnTo>
                <a:lnTo>
                  <a:pt x="220121" y="33422"/>
                </a:lnTo>
                <a:lnTo>
                  <a:pt x="218940" y="33677"/>
                </a:lnTo>
                <a:lnTo>
                  <a:pt x="217778" y="33972"/>
                </a:lnTo>
                <a:lnTo>
                  <a:pt x="216635" y="34306"/>
                </a:lnTo>
                <a:lnTo>
                  <a:pt x="215510" y="34680"/>
                </a:lnTo>
                <a:lnTo>
                  <a:pt x="214404" y="35093"/>
                </a:lnTo>
                <a:lnTo>
                  <a:pt x="213317" y="35545"/>
                </a:lnTo>
                <a:lnTo>
                  <a:pt x="212249" y="36036"/>
                </a:lnTo>
                <a:lnTo>
                  <a:pt x="211199" y="36567"/>
                </a:lnTo>
                <a:lnTo>
                  <a:pt x="210169" y="37137"/>
                </a:lnTo>
                <a:lnTo>
                  <a:pt x="209156" y="37746"/>
                </a:lnTo>
                <a:lnTo>
                  <a:pt x="208163" y="38395"/>
                </a:lnTo>
                <a:lnTo>
                  <a:pt x="207188" y="39083"/>
                </a:lnTo>
                <a:lnTo>
                  <a:pt x="206233" y="39810"/>
                </a:lnTo>
                <a:lnTo>
                  <a:pt x="205295" y="40576"/>
                </a:lnTo>
                <a:lnTo>
                  <a:pt x="204377" y="41382"/>
                </a:lnTo>
                <a:lnTo>
                  <a:pt x="203477" y="42227"/>
                </a:lnTo>
                <a:lnTo>
                  <a:pt x="202596" y="43112"/>
                </a:lnTo>
                <a:lnTo>
                  <a:pt x="201734" y="44036"/>
                </a:lnTo>
                <a:lnTo>
                  <a:pt x="200899" y="44997"/>
                </a:lnTo>
                <a:lnTo>
                  <a:pt x="200100" y="45995"/>
                </a:lnTo>
                <a:lnTo>
                  <a:pt x="199336" y="47029"/>
                </a:lnTo>
                <a:lnTo>
                  <a:pt x="198607" y="48099"/>
                </a:lnTo>
                <a:lnTo>
                  <a:pt x="197915" y="49206"/>
                </a:lnTo>
                <a:lnTo>
                  <a:pt x="197257" y="50348"/>
                </a:lnTo>
                <a:lnTo>
                  <a:pt x="196635" y="51527"/>
                </a:lnTo>
                <a:lnTo>
                  <a:pt x="196049" y="52742"/>
                </a:lnTo>
                <a:lnTo>
                  <a:pt x="195498" y="53994"/>
                </a:lnTo>
                <a:lnTo>
                  <a:pt x="194983" y="55281"/>
                </a:lnTo>
                <a:lnTo>
                  <a:pt x="194503" y="56605"/>
                </a:lnTo>
                <a:lnTo>
                  <a:pt x="194059" y="57965"/>
                </a:lnTo>
                <a:lnTo>
                  <a:pt x="193651" y="59362"/>
                </a:lnTo>
                <a:lnTo>
                  <a:pt x="193278" y="60794"/>
                </a:lnTo>
                <a:lnTo>
                  <a:pt x="192940" y="62263"/>
                </a:lnTo>
                <a:lnTo>
                  <a:pt x="192638" y="63768"/>
                </a:lnTo>
                <a:lnTo>
                  <a:pt x="192372" y="65309"/>
                </a:lnTo>
                <a:lnTo>
                  <a:pt x="192141" y="66887"/>
                </a:lnTo>
                <a:lnTo>
                  <a:pt x="191945" y="68500"/>
                </a:lnTo>
                <a:lnTo>
                  <a:pt x="191785" y="70150"/>
                </a:lnTo>
                <a:lnTo>
                  <a:pt x="191661" y="71837"/>
                </a:lnTo>
                <a:lnTo>
                  <a:pt x="191572" y="73559"/>
                </a:lnTo>
                <a:lnTo>
                  <a:pt x="191519" y="75318"/>
                </a:lnTo>
                <a:lnTo>
                  <a:pt x="191501" y="77112"/>
                </a:lnTo>
                <a:lnTo>
                  <a:pt x="191519" y="78869"/>
                </a:lnTo>
                <a:lnTo>
                  <a:pt x="191574" y="80593"/>
                </a:lnTo>
                <a:lnTo>
                  <a:pt x="191665" y="82284"/>
                </a:lnTo>
                <a:lnTo>
                  <a:pt x="191793" y="83943"/>
                </a:lnTo>
                <a:lnTo>
                  <a:pt x="191957" y="85569"/>
                </a:lnTo>
                <a:lnTo>
                  <a:pt x="192158" y="87162"/>
                </a:lnTo>
                <a:lnTo>
                  <a:pt x="192396" y="88723"/>
                </a:lnTo>
                <a:lnTo>
                  <a:pt x="192669" y="90251"/>
                </a:lnTo>
                <a:lnTo>
                  <a:pt x="192980" y="91747"/>
                </a:lnTo>
                <a:lnTo>
                  <a:pt x="193327" y="93210"/>
                </a:lnTo>
                <a:lnTo>
                  <a:pt x="193710" y="94640"/>
                </a:lnTo>
                <a:lnTo>
                  <a:pt x="194130" y="96038"/>
                </a:lnTo>
                <a:lnTo>
                  <a:pt x="194586" y="97403"/>
                </a:lnTo>
                <a:lnTo>
                  <a:pt x="195079" y="98736"/>
                </a:lnTo>
                <a:lnTo>
                  <a:pt x="195609" y="100036"/>
                </a:lnTo>
                <a:lnTo>
                  <a:pt x="196174" y="101304"/>
                </a:lnTo>
                <a:lnTo>
                  <a:pt x="196777" y="102538"/>
                </a:lnTo>
                <a:lnTo>
                  <a:pt x="197416" y="103741"/>
                </a:lnTo>
                <a:lnTo>
                  <a:pt x="198091" y="104910"/>
                </a:lnTo>
                <a:lnTo>
                  <a:pt x="198803" y="106048"/>
                </a:lnTo>
                <a:lnTo>
                  <a:pt x="199552" y="107152"/>
                </a:lnTo>
                <a:lnTo>
                  <a:pt x="200337" y="108224"/>
                </a:lnTo>
                <a:lnTo>
                  <a:pt x="201158" y="109263"/>
                </a:lnTo>
                <a:lnTo>
                  <a:pt x="202016" y="110270"/>
                </a:lnTo>
                <a:lnTo>
                  <a:pt x="202900" y="111240"/>
                </a:lnTo>
                <a:lnTo>
                  <a:pt x="203798" y="112168"/>
                </a:lnTo>
                <a:lnTo>
                  <a:pt x="204711" y="113056"/>
                </a:lnTo>
                <a:lnTo>
                  <a:pt x="205639" y="113902"/>
                </a:lnTo>
                <a:lnTo>
                  <a:pt x="206581" y="114706"/>
                </a:lnTo>
                <a:lnTo>
                  <a:pt x="207538" y="115470"/>
                </a:lnTo>
                <a:lnTo>
                  <a:pt x="208510" y="116192"/>
                </a:lnTo>
                <a:lnTo>
                  <a:pt x="209497" y="116873"/>
                </a:lnTo>
                <a:lnTo>
                  <a:pt x="210498" y="117513"/>
                </a:lnTo>
                <a:lnTo>
                  <a:pt x="211514" y="118111"/>
                </a:lnTo>
                <a:lnTo>
                  <a:pt x="212544" y="118668"/>
                </a:lnTo>
                <a:lnTo>
                  <a:pt x="213589" y="119184"/>
                </a:lnTo>
                <a:lnTo>
                  <a:pt x="214649" y="119659"/>
                </a:lnTo>
                <a:lnTo>
                  <a:pt x="215724" y="120092"/>
                </a:lnTo>
                <a:lnTo>
                  <a:pt x="216813" y="120484"/>
                </a:lnTo>
                <a:lnTo>
                  <a:pt x="217917" y="120835"/>
                </a:lnTo>
                <a:lnTo>
                  <a:pt x="219036" y="121144"/>
                </a:lnTo>
                <a:lnTo>
                  <a:pt x="220169" y="121412"/>
                </a:lnTo>
                <a:lnTo>
                  <a:pt x="221317" y="121639"/>
                </a:lnTo>
                <a:lnTo>
                  <a:pt x="222480" y="121825"/>
                </a:lnTo>
                <a:lnTo>
                  <a:pt x="223657" y="121970"/>
                </a:lnTo>
                <a:lnTo>
                  <a:pt x="224849" y="122073"/>
                </a:lnTo>
                <a:lnTo>
                  <a:pt x="226056" y="122135"/>
                </a:lnTo>
                <a:lnTo>
                  <a:pt x="227277" y="122155"/>
                </a:lnTo>
                <a:lnTo>
                  <a:pt x="227881" y="122149"/>
                </a:lnTo>
                <a:lnTo>
                  <a:pt x="228485" y="122130"/>
                </a:lnTo>
                <a:lnTo>
                  <a:pt x="229088" y="122099"/>
                </a:lnTo>
                <a:lnTo>
                  <a:pt x="229691" y="122056"/>
                </a:lnTo>
                <a:lnTo>
                  <a:pt x="230294" y="122000"/>
                </a:lnTo>
                <a:lnTo>
                  <a:pt x="230896" y="121931"/>
                </a:lnTo>
                <a:lnTo>
                  <a:pt x="231497" y="121850"/>
                </a:lnTo>
                <a:lnTo>
                  <a:pt x="232099" y="121757"/>
                </a:lnTo>
                <a:lnTo>
                  <a:pt x="232699" y="121651"/>
                </a:lnTo>
                <a:lnTo>
                  <a:pt x="233300" y="121533"/>
                </a:lnTo>
                <a:lnTo>
                  <a:pt x="233900" y="121402"/>
                </a:lnTo>
                <a:lnTo>
                  <a:pt x="234499" y="121259"/>
                </a:lnTo>
                <a:lnTo>
                  <a:pt x="235098" y="121103"/>
                </a:lnTo>
                <a:lnTo>
                  <a:pt x="235697" y="120935"/>
                </a:lnTo>
                <a:lnTo>
                  <a:pt x="236295" y="120755"/>
                </a:lnTo>
                <a:lnTo>
                  <a:pt x="236893" y="120562"/>
                </a:lnTo>
                <a:lnTo>
                  <a:pt x="237490" y="120356"/>
                </a:lnTo>
                <a:lnTo>
                  <a:pt x="238087" y="120138"/>
                </a:lnTo>
                <a:lnTo>
                  <a:pt x="238684" y="119908"/>
                </a:lnTo>
                <a:lnTo>
                  <a:pt x="239280" y="119665"/>
                </a:lnTo>
                <a:lnTo>
                  <a:pt x="239876" y="119410"/>
                </a:lnTo>
                <a:lnTo>
                  <a:pt x="240471" y="119142"/>
                </a:lnTo>
                <a:lnTo>
                  <a:pt x="241066" y="118862"/>
                </a:lnTo>
                <a:lnTo>
                  <a:pt x="241660" y="118570"/>
                </a:lnTo>
                <a:lnTo>
                  <a:pt x="242251" y="118264"/>
                </a:lnTo>
                <a:lnTo>
                  <a:pt x="242836" y="117946"/>
                </a:lnTo>
                <a:lnTo>
                  <a:pt x="243414" y="117615"/>
                </a:lnTo>
                <a:lnTo>
                  <a:pt x="243985" y="117270"/>
                </a:lnTo>
                <a:lnTo>
                  <a:pt x="244550" y="116913"/>
                </a:lnTo>
                <a:lnTo>
                  <a:pt x="245108" y="116543"/>
                </a:lnTo>
                <a:lnTo>
                  <a:pt x="245659" y="116159"/>
                </a:lnTo>
                <a:lnTo>
                  <a:pt x="246204" y="115763"/>
                </a:lnTo>
                <a:lnTo>
                  <a:pt x="246742" y="115353"/>
                </a:lnTo>
                <a:lnTo>
                  <a:pt x="247274" y="114931"/>
                </a:lnTo>
                <a:lnTo>
                  <a:pt x="247799" y="114496"/>
                </a:lnTo>
                <a:lnTo>
                  <a:pt x="248318" y="114047"/>
                </a:lnTo>
                <a:lnTo>
                  <a:pt x="248830" y="113586"/>
                </a:lnTo>
                <a:lnTo>
                  <a:pt x="249336" y="113111"/>
                </a:lnTo>
                <a:lnTo>
                  <a:pt x="249835" y="112624"/>
                </a:lnTo>
                <a:lnTo>
                  <a:pt x="250327" y="112123"/>
                </a:lnTo>
                <a:lnTo>
                  <a:pt x="250813" y="111610"/>
                </a:lnTo>
                <a:lnTo>
                  <a:pt x="251292" y="111083"/>
                </a:lnTo>
                <a:lnTo>
                  <a:pt x="251765" y="110544"/>
                </a:lnTo>
                <a:lnTo>
                  <a:pt x="252231" y="109991"/>
                </a:lnTo>
                <a:lnTo>
                  <a:pt x="252690" y="109426"/>
                </a:lnTo>
                <a:lnTo>
                  <a:pt x="253143" y="108847"/>
                </a:lnTo>
                <a:lnTo>
                  <a:pt x="253589" y="108256"/>
                </a:lnTo>
                <a:lnTo>
                  <a:pt x="254029" y="107651"/>
                </a:lnTo>
                <a:lnTo>
                  <a:pt x="254029" y="120221"/>
                </a:lnTo>
                <a:lnTo>
                  <a:pt x="275060" y="120221"/>
                </a:lnTo>
                <a:lnTo>
                  <a:pt x="275060" y="2095"/>
                </a:lnTo>
                <a:lnTo>
                  <a:pt x="252417" y="2095"/>
                </a:lnTo>
                <a:lnTo>
                  <a:pt x="252417" y="44640"/>
                </a:lnTo>
                <a:lnTo>
                  <a:pt x="251538" y="43667"/>
                </a:lnTo>
                <a:lnTo>
                  <a:pt x="250645" y="42735"/>
                </a:lnTo>
                <a:close/>
                <a:moveTo>
                  <a:pt x="214863" y="70601"/>
                </a:moveTo>
                <a:lnTo>
                  <a:pt x="214967" y="69662"/>
                </a:lnTo>
                <a:lnTo>
                  <a:pt x="215089" y="68746"/>
                </a:lnTo>
                <a:lnTo>
                  <a:pt x="215231" y="67851"/>
                </a:lnTo>
                <a:lnTo>
                  <a:pt x="215392" y="66978"/>
                </a:lnTo>
                <a:lnTo>
                  <a:pt x="215571" y="66127"/>
                </a:lnTo>
                <a:lnTo>
                  <a:pt x="215769" y="65297"/>
                </a:lnTo>
                <a:lnTo>
                  <a:pt x="215986" y="64490"/>
                </a:lnTo>
                <a:lnTo>
                  <a:pt x="216223" y="63705"/>
                </a:lnTo>
                <a:lnTo>
                  <a:pt x="216477" y="62942"/>
                </a:lnTo>
                <a:lnTo>
                  <a:pt x="216751" y="62200"/>
                </a:lnTo>
                <a:lnTo>
                  <a:pt x="217044" y="61481"/>
                </a:lnTo>
                <a:lnTo>
                  <a:pt x="217356" y="60783"/>
                </a:lnTo>
                <a:lnTo>
                  <a:pt x="217686" y="60108"/>
                </a:lnTo>
                <a:lnTo>
                  <a:pt x="218036" y="59454"/>
                </a:lnTo>
                <a:lnTo>
                  <a:pt x="218404" y="58822"/>
                </a:lnTo>
                <a:lnTo>
                  <a:pt x="218791" y="58213"/>
                </a:lnTo>
                <a:lnTo>
                  <a:pt x="219197" y="57625"/>
                </a:lnTo>
                <a:lnTo>
                  <a:pt x="219622" y="57059"/>
                </a:lnTo>
                <a:lnTo>
                  <a:pt x="220066" y="56515"/>
                </a:lnTo>
                <a:lnTo>
                  <a:pt x="220523" y="55993"/>
                </a:lnTo>
                <a:lnTo>
                  <a:pt x="220990" y="55493"/>
                </a:lnTo>
                <a:lnTo>
                  <a:pt x="221466" y="55016"/>
                </a:lnTo>
                <a:lnTo>
                  <a:pt x="221951" y="54561"/>
                </a:lnTo>
                <a:lnTo>
                  <a:pt x="222446" y="54128"/>
                </a:lnTo>
                <a:lnTo>
                  <a:pt x="222949" y="53717"/>
                </a:lnTo>
                <a:lnTo>
                  <a:pt x="223461" y="53328"/>
                </a:lnTo>
                <a:lnTo>
                  <a:pt x="223983" y="52962"/>
                </a:lnTo>
                <a:lnTo>
                  <a:pt x="224513" y="52617"/>
                </a:lnTo>
                <a:lnTo>
                  <a:pt x="225053" y="52295"/>
                </a:lnTo>
                <a:lnTo>
                  <a:pt x="225602" y="51996"/>
                </a:lnTo>
                <a:lnTo>
                  <a:pt x="226159" y="51718"/>
                </a:lnTo>
                <a:lnTo>
                  <a:pt x="226726" y="51463"/>
                </a:lnTo>
                <a:lnTo>
                  <a:pt x="227302" y="51229"/>
                </a:lnTo>
                <a:lnTo>
                  <a:pt x="227887" y="51019"/>
                </a:lnTo>
                <a:lnTo>
                  <a:pt x="228482" y="50830"/>
                </a:lnTo>
                <a:lnTo>
                  <a:pt x="229085" y="50663"/>
                </a:lnTo>
                <a:lnTo>
                  <a:pt x="229697" y="50519"/>
                </a:lnTo>
                <a:lnTo>
                  <a:pt x="230319" y="50397"/>
                </a:lnTo>
                <a:lnTo>
                  <a:pt x="230949" y="50297"/>
                </a:lnTo>
                <a:lnTo>
                  <a:pt x="231589" y="50219"/>
                </a:lnTo>
                <a:lnTo>
                  <a:pt x="232238" y="50164"/>
                </a:lnTo>
                <a:lnTo>
                  <a:pt x="232895" y="50130"/>
                </a:lnTo>
                <a:lnTo>
                  <a:pt x="233562" y="50119"/>
                </a:lnTo>
                <a:lnTo>
                  <a:pt x="234249" y="50130"/>
                </a:lnTo>
                <a:lnTo>
                  <a:pt x="234925" y="50164"/>
                </a:lnTo>
                <a:lnTo>
                  <a:pt x="235591" y="50220"/>
                </a:lnTo>
                <a:lnTo>
                  <a:pt x="236246" y="50299"/>
                </a:lnTo>
                <a:lnTo>
                  <a:pt x="236891" y="50400"/>
                </a:lnTo>
                <a:lnTo>
                  <a:pt x="237526" y="50524"/>
                </a:lnTo>
                <a:lnTo>
                  <a:pt x="238150" y="50670"/>
                </a:lnTo>
                <a:lnTo>
                  <a:pt x="238764" y="50839"/>
                </a:lnTo>
                <a:lnTo>
                  <a:pt x="239368" y="51030"/>
                </a:lnTo>
                <a:lnTo>
                  <a:pt x="239961" y="51243"/>
                </a:lnTo>
                <a:lnTo>
                  <a:pt x="240544" y="51480"/>
                </a:lnTo>
                <a:lnTo>
                  <a:pt x="241117" y="51738"/>
                </a:lnTo>
                <a:lnTo>
                  <a:pt x="241679" y="52019"/>
                </a:lnTo>
                <a:lnTo>
                  <a:pt x="242231" y="52323"/>
                </a:lnTo>
                <a:lnTo>
                  <a:pt x="242772" y="52649"/>
                </a:lnTo>
                <a:lnTo>
                  <a:pt x="243303" y="52997"/>
                </a:lnTo>
                <a:lnTo>
                  <a:pt x="243824" y="53369"/>
                </a:lnTo>
                <a:lnTo>
                  <a:pt x="244335" y="53762"/>
                </a:lnTo>
                <a:lnTo>
                  <a:pt x="244835" y="54178"/>
                </a:lnTo>
                <a:lnTo>
                  <a:pt x="245324" y="54617"/>
                </a:lnTo>
                <a:lnTo>
                  <a:pt x="245804" y="55078"/>
                </a:lnTo>
                <a:lnTo>
                  <a:pt x="246273" y="55561"/>
                </a:lnTo>
                <a:lnTo>
                  <a:pt x="246732" y="56067"/>
                </a:lnTo>
                <a:lnTo>
                  <a:pt x="247180" y="56595"/>
                </a:lnTo>
                <a:lnTo>
                  <a:pt x="247614" y="57150"/>
                </a:lnTo>
                <a:lnTo>
                  <a:pt x="248029" y="57732"/>
                </a:lnTo>
                <a:lnTo>
                  <a:pt x="248426" y="58343"/>
                </a:lnTo>
                <a:lnTo>
                  <a:pt x="248805" y="58983"/>
                </a:lnTo>
                <a:lnTo>
                  <a:pt x="249165" y="59652"/>
                </a:lnTo>
                <a:lnTo>
                  <a:pt x="249507" y="60349"/>
                </a:lnTo>
                <a:lnTo>
                  <a:pt x="249830" y="61075"/>
                </a:lnTo>
                <a:lnTo>
                  <a:pt x="250134" y="61830"/>
                </a:lnTo>
                <a:lnTo>
                  <a:pt x="250421" y="62613"/>
                </a:lnTo>
                <a:lnTo>
                  <a:pt x="250688" y="63425"/>
                </a:lnTo>
                <a:lnTo>
                  <a:pt x="250938" y="64265"/>
                </a:lnTo>
                <a:lnTo>
                  <a:pt x="251169" y="65134"/>
                </a:lnTo>
                <a:lnTo>
                  <a:pt x="251381" y="66032"/>
                </a:lnTo>
                <a:lnTo>
                  <a:pt x="251575" y="66958"/>
                </a:lnTo>
                <a:lnTo>
                  <a:pt x="251750" y="67913"/>
                </a:lnTo>
                <a:lnTo>
                  <a:pt x="251907" y="68897"/>
                </a:lnTo>
                <a:lnTo>
                  <a:pt x="252046" y="69909"/>
                </a:lnTo>
                <a:lnTo>
                  <a:pt x="252166" y="70950"/>
                </a:lnTo>
                <a:lnTo>
                  <a:pt x="252267" y="72020"/>
                </a:lnTo>
                <a:lnTo>
                  <a:pt x="252350" y="73118"/>
                </a:lnTo>
                <a:lnTo>
                  <a:pt x="252415" y="74245"/>
                </a:lnTo>
                <a:lnTo>
                  <a:pt x="252461" y="75400"/>
                </a:lnTo>
                <a:lnTo>
                  <a:pt x="252489" y="76585"/>
                </a:lnTo>
                <a:lnTo>
                  <a:pt x="252498" y="77797"/>
                </a:lnTo>
                <a:lnTo>
                  <a:pt x="252489" y="78886"/>
                </a:lnTo>
                <a:lnTo>
                  <a:pt x="252460" y="79951"/>
                </a:lnTo>
                <a:lnTo>
                  <a:pt x="252412" y="80994"/>
                </a:lnTo>
                <a:lnTo>
                  <a:pt x="252346" y="82013"/>
                </a:lnTo>
                <a:lnTo>
                  <a:pt x="252260" y="83011"/>
                </a:lnTo>
                <a:lnTo>
                  <a:pt x="252156" y="83985"/>
                </a:lnTo>
                <a:lnTo>
                  <a:pt x="252032" y="84936"/>
                </a:lnTo>
                <a:lnTo>
                  <a:pt x="251889" y="85865"/>
                </a:lnTo>
                <a:lnTo>
                  <a:pt x="251728" y="86771"/>
                </a:lnTo>
                <a:lnTo>
                  <a:pt x="251547" y="87654"/>
                </a:lnTo>
                <a:lnTo>
                  <a:pt x="251347" y="88515"/>
                </a:lnTo>
                <a:lnTo>
                  <a:pt x="251128" y="89353"/>
                </a:lnTo>
                <a:lnTo>
                  <a:pt x="250890" y="90168"/>
                </a:lnTo>
                <a:lnTo>
                  <a:pt x="250634" y="90960"/>
                </a:lnTo>
                <a:lnTo>
                  <a:pt x="250358" y="91729"/>
                </a:lnTo>
                <a:lnTo>
                  <a:pt x="250063" y="92476"/>
                </a:lnTo>
                <a:lnTo>
                  <a:pt x="249749" y="93200"/>
                </a:lnTo>
                <a:lnTo>
                  <a:pt x="249416" y="93901"/>
                </a:lnTo>
                <a:lnTo>
                  <a:pt x="249064" y="94579"/>
                </a:lnTo>
                <a:lnTo>
                  <a:pt x="248693" y="95235"/>
                </a:lnTo>
                <a:lnTo>
                  <a:pt x="248303" y="95868"/>
                </a:lnTo>
                <a:lnTo>
                  <a:pt x="247894" y="96478"/>
                </a:lnTo>
                <a:lnTo>
                  <a:pt x="247466" y="97065"/>
                </a:lnTo>
                <a:lnTo>
                  <a:pt x="247019" y="97630"/>
                </a:lnTo>
                <a:lnTo>
                  <a:pt x="246558" y="98171"/>
                </a:lnTo>
                <a:lnTo>
                  <a:pt x="246089" y="98690"/>
                </a:lnTo>
                <a:lnTo>
                  <a:pt x="245612" y="99185"/>
                </a:lnTo>
                <a:lnTo>
                  <a:pt x="245127" y="99658"/>
                </a:lnTo>
                <a:lnTo>
                  <a:pt x="244634" y="100107"/>
                </a:lnTo>
                <a:lnTo>
                  <a:pt x="244133" y="100533"/>
                </a:lnTo>
                <a:lnTo>
                  <a:pt x="243624" y="100937"/>
                </a:lnTo>
                <a:lnTo>
                  <a:pt x="243106" y="101317"/>
                </a:lnTo>
                <a:lnTo>
                  <a:pt x="242581" y="101674"/>
                </a:lnTo>
                <a:lnTo>
                  <a:pt x="242047" y="102008"/>
                </a:lnTo>
                <a:lnTo>
                  <a:pt x="241505" y="102320"/>
                </a:lnTo>
                <a:lnTo>
                  <a:pt x="240955" y="102608"/>
                </a:lnTo>
                <a:lnTo>
                  <a:pt x="240397" y="102873"/>
                </a:lnTo>
                <a:lnTo>
                  <a:pt x="239831" y="103115"/>
                </a:lnTo>
                <a:lnTo>
                  <a:pt x="239257" y="103334"/>
                </a:lnTo>
                <a:lnTo>
                  <a:pt x="238675" y="103530"/>
                </a:lnTo>
                <a:lnTo>
                  <a:pt x="238084" y="103702"/>
                </a:lnTo>
                <a:lnTo>
                  <a:pt x="237485" y="103852"/>
                </a:lnTo>
                <a:lnTo>
                  <a:pt x="236879" y="103979"/>
                </a:lnTo>
                <a:lnTo>
                  <a:pt x="236264" y="104083"/>
                </a:lnTo>
                <a:lnTo>
                  <a:pt x="235641" y="104163"/>
                </a:lnTo>
                <a:lnTo>
                  <a:pt x="235010" y="104221"/>
                </a:lnTo>
                <a:lnTo>
                  <a:pt x="234371" y="104256"/>
                </a:lnTo>
                <a:lnTo>
                  <a:pt x="233724" y="104267"/>
                </a:lnTo>
                <a:lnTo>
                  <a:pt x="232912" y="104252"/>
                </a:lnTo>
                <a:lnTo>
                  <a:pt x="232115" y="104206"/>
                </a:lnTo>
                <a:lnTo>
                  <a:pt x="231334" y="104129"/>
                </a:lnTo>
                <a:lnTo>
                  <a:pt x="230568" y="104021"/>
                </a:lnTo>
                <a:lnTo>
                  <a:pt x="229816" y="103883"/>
                </a:lnTo>
                <a:lnTo>
                  <a:pt x="229080" y="103714"/>
                </a:lnTo>
                <a:lnTo>
                  <a:pt x="228359" y="103514"/>
                </a:lnTo>
                <a:lnTo>
                  <a:pt x="227653" y="103284"/>
                </a:lnTo>
                <a:lnTo>
                  <a:pt x="226963" y="103022"/>
                </a:lnTo>
                <a:lnTo>
                  <a:pt x="226287" y="102730"/>
                </a:lnTo>
                <a:lnTo>
                  <a:pt x="225626" y="102408"/>
                </a:lnTo>
                <a:lnTo>
                  <a:pt x="224981" y="102054"/>
                </a:lnTo>
                <a:lnTo>
                  <a:pt x="224351" y="101670"/>
                </a:lnTo>
                <a:lnTo>
                  <a:pt x="223735" y="101255"/>
                </a:lnTo>
                <a:lnTo>
                  <a:pt x="223135" y="100810"/>
                </a:lnTo>
                <a:lnTo>
                  <a:pt x="222550" y="100333"/>
                </a:lnTo>
                <a:lnTo>
                  <a:pt x="221980" y="99826"/>
                </a:lnTo>
                <a:lnTo>
                  <a:pt x="221425" y="99288"/>
                </a:lnTo>
                <a:lnTo>
                  <a:pt x="220886" y="98720"/>
                </a:lnTo>
                <a:lnTo>
                  <a:pt x="220361" y="98121"/>
                </a:lnTo>
                <a:lnTo>
                  <a:pt x="219852" y="97491"/>
                </a:lnTo>
                <a:lnTo>
                  <a:pt x="219357" y="96830"/>
                </a:lnTo>
                <a:lnTo>
                  <a:pt x="218878" y="96138"/>
                </a:lnTo>
                <a:lnTo>
                  <a:pt x="218414" y="95416"/>
                </a:lnTo>
                <a:lnTo>
                  <a:pt x="218105" y="94894"/>
                </a:lnTo>
                <a:lnTo>
                  <a:pt x="217809" y="94345"/>
                </a:lnTo>
                <a:lnTo>
                  <a:pt x="217526" y="93770"/>
                </a:lnTo>
                <a:lnTo>
                  <a:pt x="217257" y="93168"/>
                </a:lnTo>
                <a:lnTo>
                  <a:pt x="217000" y="92540"/>
                </a:lnTo>
                <a:lnTo>
                  <a:pt x="216757" y="91886"/>
                </a:lnTo>
                <a:lnTo>
                  <a:pt x="216527" y="91206"/>
                </a:lnTo>
                <a:lnTo>
                  <a:pt x="216310" y="90500"/>
                </a:lnTo>
                <a:lnTo>
                  <a:pt x="216106" y="89767"/>
                </a:lnTo>
                <a:lnTo>
                  <a:pt x="215915" y="89008"/>
                </a:lnTo>
                <a:lnTo>
                  <a:pt x="215738" y="88223"/>
                </a:lnTo>
                <a:lnTo>
                  <a:pt x="215573" y="87411"/>
                </a:lnTo>
                <a:lnTo>
                  <a:pt x="215422" y="86573"/>
                </a:lnTo>
                <a:lnTo>
                  <a:pt x="215284" y="85709"/>
                </a:lnTo>
                <a:lnTo>
                  <a:pt x="215159" y="84819"/>
                </a:lnTo>
                <a:lnTo>
                  <a:pt x="215047" y="83903"/>
                </a:lnTo>
                <a:lnTo>
                  <a:pt x="214949" y="82960"/>
                </a:lnTo>
                <a:lnTo>
                  <a:pt x="214863" y="81991"/>
                </a:lnTo>
                <a:lnTo>
                  <a:pt x="214791" y="80995"/>
                </a:lnTo>
                <a:lnTo>
                  <a:pt x="214732" y="79974"/>
                </a:lnTo>
                <a:lnTo>
                  <a:pt x="214686" y="78926"/>
                </a:lnTo>
                <a:lnTo>
                  <a:pt x="214653" y="77851"/>
                </a:lnTo>
                <a:lnTo>
                  <a:pt x="214633" y="76751"/>
                </a:lnTo>
                <a:lnTo>
                  <a:pt x="214627" y="75624"/>
                </a:lnTo>
                <a:lnTo>
                  <a:pt x="214636" y="74576"/>
                </a:lnTo>
                <a:lnTo>
                  <a:pt x="214664" y="73549"/>
                </a:lnTo>
                <a:lnTo>
                  <a:pt x="214712" y="72545"/>
                </a:lnTo>
                <a:lnTo>
                  <a:pt x="214778" y="71562"/>
                </a:lnTo>
                <a:lnTo>
                  <a:pt x="214863" y="70601"/>
                </a:lnTo>
                <a:close/>
                <a:moveTo>
                  <a:pt x="154088" y="86930"/>
                </a:moveTo>
                <a:lnTo>
                  <a:pt x="154118" y="85344"/>
                </a:lnTo>
                <a:lnTo>
                  <a:pt x="154154" y="83810"/>
                </a:lnTo>
                <a:lnTo>
                  <a:pt x="154197" y="82329"/>
                </a:lnTo>
                <a:lnTo>
                  <a:pt x="154246" y="80900"/>
                </a:lnTo>
                <a:lnTo>
                  <a:pt x="154302" y="79522"/>
                </a:lnTo>
                <a:lnTo>
                  <a:pt x="154365" y="78197"/>
                </a:lnTo>
                <a:lnTo>
                  <a:pt x="154434" y="76924"/>
                </a:lnTo>
                <a:lnTo>
                  <a:pt x="154509" y="75702"/>
                </a:lnTo>
                <a:lnTo>
                  <a:pt x="154591" y="74533"/>
                </a:lnTo>
                <a:lnTo>
                  <a:pt x="154680" y="73416"/>
                </a:lnTo>
                <a:lnTo>
                  <a:pt x="154776" y="72351"/>
                </a:lnTo>
                <a:lnTo>
                  <a:pt x="154877" y="71338"/>
                </a:lnTo>
                <a:lnTo>
                  <a:pt x="154986" y="70377"/>
                </a:lnTo>
                <a:lnTo>
                  <a:pt x="155101" y="69468"/>
                </a:lnTo>
                <a:lnTo>
                  <a:pt x="155223" y="68611"/>
                </a:lnTo>
                <a:lnTo>
                  <a:pt x="155351" y="67806"/>
                </a:lnTo>
                <a:lnTo>
                  <a:pt x="155486" y="67053"/>
                </a:lnTo>
                <a:lnTo>
                  <a:pt x="155627" y="66352"/>
                </a:lnTo>
                <a:lnTo>
                  <a:pt x="155775" y="65703"/>
                </a:lnTo>
                <a:lnTo>
                  <a:pt x="155929" y="65106"/>
                </a:lnTo>
                <a:lnTo>
                  <a:pt x="156090" y="64543"/>
                </a:lnTo>
                <a:lnTo>
                  <a:pt x="156255" y="63994"/>
                </a:lnTo>
                <a:lnTo>
                  <a:pt x="156425" y="63460"/>
                </a:lnTo>
                <a:lnTo>
                  <a:pt x="156600" y="62941"/>
                </a:lnTo>
                <a:lnTo>
                  <a:pt x="156780" y="62436"/>
                </a:lnTo>
                <a:lnTo>
                  <a:pt x="156964" y="61946"/>
                </a:lnTo>
                <a:lnTo>
                  <a:pt x="157154" y="61471"/>
                </a:lnTo>
                <a:lnTo>
                  <a:pt x="157349" y="61010"/>
                </a:lnTo>
                <a:lnTo>
                  <a:pt x="157548" y="60565"/>
                </a:lnTo>
                <a:lnTo>
                  <a:pt x="157752" y="60133"/>
                </a:lnTo>
                <a:lnTo>
                  <a:pt x="157961" y="59717"/>
                </a:lnTo>
                <a:lnTo>
                  <a:pt x="158176" y="59315"/>
                </a:lnTo>
                <a:lnTo>
                  <a:pt x="158395" y="58928"/>
                </a:lnTo>
                <a:lnTo>
                  <a:pt x="158618" y="58555"/>
                </a:lnTo>
                <a:lnTo>
                  <a:pt x="158847" y="58198"/>
                </a:lnTo>
                <a:lnTo>
                  <a:pt x="159081" y="57855"/>
                </a:lnTo>
                <a:lnTo>
                  <a:pt x="159320" y="57526"/>
                </a:lnTo>
                <a:lnTo>
                  <a:pt x="159563" y="57212"/>
                </a:lnTo>
                <a:lnTo>
                  <a:pt x="159811" y="56913"/>
                </a:lnTo>
                <a:lnTo>
                  <a:pt x="160065" y="56629"/>
                </a:lnTo>
                <a:lnTo>
                  <a:pt x="160323" y="56359"/>
                </a:lnTo>
                <a:lnTo>
                  <a:pt x="160586" y="56104"/>
                </a:lnTo>
                <a:lnTo>
                  <a:pt x="160854" y="55864"/>
                </a:lnTo>
                <a:lnTo>
                  <a:pt x="161127" y="55639"/>
                </a:lnTo>
                <a:lnTo>
                  <a:pt x="161405" y="55425"/>
                </a:lnTo>
                <a:lnTo>
                  <a:pt x="161687" y="55220"/>
                </a:lnTo>
                <a:lnTo>
                  <a:pt x="161975" y="55025"/>
                </a:lnTo>
                <a:lnTo>
                  <a:pt x="162268" y="54838"/>
                </a:lnTo>
                <a:lnTo>
                  <a:pt x="162566" y="54661"/>
                </a:lnTo>
                <a:lnTo>
                  <a:pt x="162869" y="54493"/>
                </a:lnTo>
                <a:lnTo>
                  <a:pt x="163177" y="54334"/>
                </a:lnTo>
                <a:lnTo>
                  <a:pt x="163490" y="54184"/>
                </a:lnTo>
                <a:lnTo>
                  <a:pt x="163808" y="54043"/>
                </a:lnTo>
                <a:lnTo>
                  <a:pt x="164132" y="53911"/>
                </a:lnTo>
                <a:lnTo>
                  <a:pt x="164460" y="53788"/>
                </a:lnTo>
                <a:lnTo>
                  <a:pt x="164793" y="53675"/>
                </a:lnTo>
                <a:lnTo>
                  <a:pt x="165131" y="53570"/>
                </a:lnTo>
                <a:lnTo>
                  <a:pt x="165475" y="53475"/>
                </a:lnTo>
                <a:lnTo>
                  <a:pt x="165823" y="53388"/>
                </a:lnTo>
                <a:lnTo>
                  <a:pt x="166176" y="53311"/>
                </a:lnTo>
                <a:lnTo>
                  <a:pt x="166535" y="53243"/>
                </a:lnTo>
                <a:lnTo>
                  <a:pt x="166898" y="53184"/>
                </a:lnTo>
                <a:lnTo>
                  <a:pt x="167267" y="53134"/>
                </a:lnTo>
                <a:lnTo>
                  <a:pt x="167640" y="53093"/>
                </a:lnTo>
                <a:lnTo>
                  <a:pt x="168019" y="53061"/>
                </a:lnTo>
                <a:lnTo>
                  <a:pt x="168402" y="53038"/>
                </a:lnTo>
                <a:lnTo>
                  <a:pt x="168791" y="53024"/>
                </a:lnTo>
                <a:lnTo>
                  <a:pt x="169184" y="53020"/>
                </a:lnTo>
                <a:lnTo>
                  <a:pt x="169595" y="53026"/>
                </a:lnTo>
                <a:lnTo>
                  <a:pt x="170009" y="53046"/>
                </a:lnTo>
                <a:lnTo>
                  <a:pt x="170426" y="53078"/>
                </a:lnTo>
                <a:lnTo>
                  <a:pt x="170845" y="53123"/>
                </a:lnTo>
                <a:lnTo>
                  <a:pt x="171267" y="53181"/>
                </a:lnTo>
                <a:lnTo>
                  <a:pt x="171692" y="53252"/>
                </a:lnTo>
                <a:lnTo>
                  <a:pt x="172120" y="53335"/>
                </a:lnTo>
                <a:lnTo>
                  <a:pt x="172551" y="53432"/>
                </a:lnTo>
                <a:lnTo>
                  <a:pt x="172984" y="53541"/>
                </a:lnTo>
                <a:lnTo>
                  <a:pt x="173420" y="53663"/>
                </a:lnTo>
                <a:lnTo>
                  <a:pt x="173859" y="53799"/>
                </a:lnTo>
                <a:lnTo>
                  <a:pt x="174301" y="53947"/>
                </a:lnTo>
                <a:lnTo>
                  <a:pt x="174746" y="54107"/>
                </a:lnTo>
                <a:lnTo>
                  <a:pt x="175193" y="54281"/>
                </a:lnTo>
                <a:lnTo>
                  <a:pt x="175643" y="54468"/>
                </a:lnTo>
                <a:lnTo>
                  <a:pt x="176096" y="54667"/>
                </a:lnTo>
                <a:lnTo>
                  <a:pt x="176552" y="54880"/>
                </a:lnTo>
                <a:lnTo>
                  <a:pt x="177011" y="55105"/>
                </a:lnTo>
                <a:lnTo>
                  <a:pt x="177472" y="55343"/>
                </a:lnTo>
                <a:lnTo>
                  <a:pt x="177936" y="55594"/>
                </a:lnTo>
                <a:lnTo>
                  <a:pt x="178403" y="55858"/>
                </a:lnTo>
                <a:lnTo>
                  <a:pt x="178873" y="56134"/>
                </a:lnTo>
                <a:lnTo>
                  <a:pt x="179345" y="56424"/>
                </a:lnTo>
                <a:lnTo>
                  <a:pt x="179821" y="56726"/>
                </a:lnTo>
                <a:lnTo>
                  <a:pt x="186831" y="36985"/>
                </a:lnTo>
                <a:lnTo>
                  <a:pt x="186232" y="36637"/>
                </a:lnTo>
                <a:lnTo>
                  <a:pt x="185632" y="36303"/>
                </a:lnTo>
                <a:lnTo>
                  <a:pt x="185029" y="35984"/>
                </a:lnTo>
                <a:lnTo>
                  <a:pt x="184425" y="35680"/>
                </a:lnTo>
                <a:lnTo>
                  <a:pt x="183818" y="35391"/>
                </a:lnTo>
                <a:lnTo>
                  <a:pt x="183210" y="35117"/>
                </a:lnTo>
                <a:lnTo>
                  <a:pt x="182600" y="34857"/>
                </a:lnTo>
                <a:lnTo>
                  <a:pt x="181987" y="34612"/>
                </a:lnTo>
                <a:lnTo>
                  <a:pt x="181373" y="34383"/>
                </a:lnTo>
                <a:lnTo>
                  <a:pt x="180757" y="34168"/>
                </a:lnTo>
                <a:lnTo>
                  <a:pt x="180139" y="33967"/>
                </a:lnTo>
                <a:lnTo>
                  <a:pt x="179518" y="33782"/>
                </a:lnTo>
                <a:lnTo>
                  <a:pt x="178896" y="33612"/>
                </a:lnTo>
                <a:lnTo>
                  <a:pt x="178272" y="33456"/>
                </a:lnTo>
                <a:lnTo>
                  <a:pt x="177646" y="33315"/>
                </a:lnTo>
                <a:lnTo>
                  <a:pt x="177018" y="33189"/>
                </a:lnTo>
                <a:lnTo>
                  <a:pt x="176388" y="33078"/>
                </a:lnTo>
                <a:lnTo>
                  <a:pt x="175757" y="32981"/>
                </a:lnTo>
                <a:lnTo>
                  <a:pt x="175123" y="32900"/>
                </a:lnTo>
                <a:lnTo>
                  <a:pt x="174487" y="32833"/>
                </a:lnTo>
                <a:lnTo>
                  <a:pt x="173849" y="32781"/>
                </a:lnTo>
                <a:lnTo>
                  <a:pt x="173209" y="32744"/>
                </a:lnTo>
                <a:lnTo>
                  <a:pt x="172568" y="32722"/>
                </a:lnTo>
                <a:lnTo>
                  <a:pt x="171924" y="32714"/>
                </a:lnTo>
                <a:lnTo>
                  <a:pt x="171469" y="32719"/>
                </a:lnTo>
                <a:lnTo>
                  <a:pt x="171019" y="32733"/>
                </a:lnTo>
                <a:lnTo>
                  <a:pt x="170572" y="32757"/>
                </a:lnTo>
                <a:lnTo>
                  <a:pt x="170130" y="32790"/>
                </a:lnTo>
                <a:lnTo>
                  <a:pt x="169692" y="32833"/>
                </a:lnTo>
                <a:lnTo>
                  <a:pt x="169257" y="32886"/>
                </a:lnTo>
                <a:lnTo>
                  <a:pt x="168827" y="32947"/>
                </a:lnTo>
                <a:lnTo>
                  <a:pt x="168401" y="33019"/>
                </a:lnTo>
                <a:lnTo>
                  <a:pt x="167979" y="33100"/>
                </a:lnTo>
                <a:lnTo>
                  <a:pt x="167561" y="33190"/>
                </a:lnTo>
                <a:lnTo>
                  <a:pt x="167147" y="33290"/>
                </a:lnTo>
                <a:lnTo>
                  <a:pt x="166737" y="33399"/>
                </a:lnTo>
                <a:lnTo>
                  <a:pt x="166331" y="33518"/>
                </a:lnTo>
                <a:lnTo>
                  <a:pt x="165929" y="33647"/>
                </a:lnTo>
                <a:lnTo>
                  <a:pt x="165531" y="33785"/>
                </a:lnTo>
                <a:lnTo>
                  <a:pt x="165138" y="33932"/>
                </a:lnTo>
                <a:lnTo>
                  <a:pt x="164748" y="34089"/>
                </a:lnTo>
                <a:lnTo>
                  <a:pt x="164362" y="34255"/>
                </a:lnTo>
                <a:lnTo>
                  <a:pt x="163981" y="34431"/>
                </a:lnTo>
                <a:lnTo>
                  <a:pt x="163603" y="34617"/>
                </a:lnTo>
                <a:lnTo>
                  <a:pt x="163230" y="34812"/>
                </a:lnTo>
                <a:lnTo>
                  <a:pt x="162861" y="35016"/>
                </a:lnTo>
                <a:lnTo>
                  <a:pt x="162495" y="35230"/>
                </a:lnTo>
                <a:lnTo>
                  <a:pt x="162134" y="35454"/>
                </a:lnTo>
                <a:lnTo>
                  <a:pt x="161773" y="35693"/>
                </a:lnTo>
                <a:lnTo>
                  <a:pt x="161408" y="35951"/>
                </a:lnTo>
                <a:lnTo>
                  <a:pt x="161039" y="36231"/>
                </a:lnTo>
                <a:lnTo>
                  <a:pt x="160667" y="36531"/>
                </a:lnTo>
                <a:lnTo>
                  <a:pt x="160290" y="36851"/>
                </a:lnTo>
                <a:lnTo>
                  <a:pt x="159910" y="37191"/>
                </a:lnTo>
                <a:lnTo>
                  <a:pt x="159527" y="37553"/>
                </a:lnTo>
                <a:lnTo>
                  <a:pt x="159139" y="37934"/>
                </a:lnTo>
                <a:lnTo>
                  <a:pt x="158748" y="38336"/>
                </a:lnTo>
                <a:lnTo>
                  <a:pt x="158353" y="38758"/>
                </a:lnTo>
                <a:lnTo>
                  <a:pt x="157954" y="39201"/>
                </a:lnTo>
                <a:lnTo>
                  <a:pt x="157551" y="39664"/>
                </a:lnTo>
                <a:lnTo>
                  <a:pt x="157145" y="40148"/>
                </a:lnTo>
                <a:lnTo>
                  <a:pt x="156734" y="40652"/>
                </a:lnTo>
                <a:lnTo>
                  <a:pt x="156320" y="41176"/>
                </a:lnTo>
                <a:lnTo>
                  <a:pt x="155903" y="41721"/>
                </a:lnTo>
                <a:lnTo>
                  <a:pt x="155481" y="42286"/>
                </a:lnTo>
                <a:lnTo>
                  <a:pt x="155056" y="42872"/>
                </a:lnTo>
                <a:lnTo>
                  <a:pt x="154627" y="43478"/>
                </a:lnTo>
                <a:lnTo>
                  <a:pt x="154194" y="44105"/>
                </a:lnTo>
                <a:lnTo>
                  <a:pt x="153757" y="44752"/>
                </a:lnTo>
                <a:lnTo>
                  <a:pt x="153317" y="45419"/>
                </a:lnTo>
                <a:lnTo>
                  <a:pt x="152872" y="46107"/>
                </a:lnTo>
                <a:lnTo>
                  <a:pt x="152424" y="46815"/>
                </a:lnTo>
                <a:lnTo>
                  <a:pt x="152424" y="34648"/>
                </a:lnTo>
                <a:lnTo>
                  <a:pt x="131394" y="34648"/>
                </a:lnTo>
                <a:lnTo>
                  <a:pt x="131394" y="120221"/>
                </a:lnTo>
                <a:lnTo>
                  <a:pt x="154036" y="120221"/>
                </a:lnTo>
                <a:lnTo>
                  <a:pt x="154036" y="93792"/>
                </a:lnTo>
                <a:lnTo>
                  <a:pt x="154039" y="91998"/>
                </a:lnTo>
                <a:lnTo>
                  <a:pt x="154049" y="90257"/>
                </a:lnTo>
                <a:lnTo>
                  <a:pt x="154065" y="88567"/>
                </a:lnTo>
                <a:lnTo>
                  <a:pt x="154088" y="86930"/>
                </a:lnTo>
                <a:close/>
                <a:moveTo>
                  <a:pt x="420004" y="64634"/>
                </a:moveTo>
                <a:lnTo>
                  <a:pt x="419988" y="63864"/>
                </a:lnTo>
                <a:lnTo>
                  <a:pt x="419969" y="63110"/>
                </a:lnTo>
                <a:lnTo>
                  <a:pt x="419945" y="62372"/>
                </a:lnTo>
                <a:lnTo>
                  <a:pt x="419917" y="61650"/>
                </a:lnTo>
                <a:lnTo>
                  <a:pt x="419884" y="60943"/>
                </a:lnTo>
                <a:lnTo>
                  <a:pt x="419847" y="60253"/>
                </a:lnTo>
                <a:lnTo>
                  <a:pt x="419806" y="59579"/>
                </a:lnTo>
                <a:lnTo>
                  <a:pt x="419761" y="58920"/>
                </a:lnTo>
                <a:lnTo>
                  <a:pt x="419711" y="58278"/>
                </a:lnTo>
                <a:lnTo>
                  <a:pt x="419657" y="57651"/>
                </a:lnTo>
                <a:lnTo>
                  <a:pt x="419598" y="57040"/>
                </a:lnTo>
                <a:lnTo>
                  <a:pt x="419535" y="56446"/>
                </a:lnTo>
                <a:lnTo>
                  <a:pt x="419468" y="55867"/>
                </a:lnTo>
                <a:lnTo>
                  <a:pt x="419396" y="55304"/>
                </a:lnTo>
                <a:lnTo>
                  <a:pt x="419321" y="54757"/>
                </a:lnTo>
                <a:lnTo>
                  <a:pt x="419240" y="54226"/>
                </a:lnTo>
                <a:lnTo>
                  <a:pt x="419156" y="53711"/>
                </a:lnTo>
                <a:lnTo>
                  <a:pt x="419067" y="53213"/>
                </a:lnTo>
                <a:lnTo>
                  <a:pt x="418974" y="52729"/>
                </a:lnTo>
                <a:lnTo>
                  <a:pt x="418876" y="52262"/>
                </a:lnTo>
                <a:lnTo>
                  <a:pt x="418774" y="51811"/>
                </a:lnTo>
                <a:lnTo>
                  <a:pt x="418667" y="51370"/>
                </a:lnTo>
                <a:lnTo>
                  <a:pt x="418553" y="50933"/>
                </a:lnTo>
                <a:lnTo>
                  <a:pt x="418432" y="50499"/>
                </a:lnTo>
                <a:lnTo>
                  <a:pt x="418304" y="50070"/>
                </a:lnTo>
                <a:lnTo>
                  <a:pt x="418170" y="49644"/>
                </a:lnTo>
                <a:lnTo>
                  <a:pt x="418029" y="49223"/>
                </a:lnTo>
                <a:lnTo>
                  <a:pt x="417881" y="48805"/>
                </a:lnTo>
                <a:lnTo>
                  <a:pt x="417727" y="48391"/>
                </a:lnTo>
                <a:lnTo>
                  <a:pt x="417565" y="47981"/>
                </a:lnTo>
                <a:lnTo>
                  <a:pt x="417398" y="47575"/>
                </a:lnTo>
                <a:lnTo>
                  <a:pt x="417223" y="47173"/>
                </a:lnTo>
                <a:lnTo>
                  <a:pt x="417042" y="46775"/>
                </a:lnTo>
                <a:lnTo>
                  <a:pt x="416854" y="46381"/>
                </a:lnTo>
                <a:lnTo>
                  <a:pt x="416659" y="45991"/>
                </a:lnTo>
                <a:lnTo>
                  <a:pt x="416458" y="45604"/>
                </a:lnTo>
                <a:lnTo>
                  <a:pt x="416249" y="45222"/>
                </a:lnTo>
                <a:lnTo>
                  <a:pt x="416035" y="44843"/>
                </a:lnTo>
                <a:lnTo>
                  <a:pt x="415813" y="44469"/>
                </a:lnTo>
                <a:lnTo>
                  <a:pt x="415585" y="44098"/>
                </a:lnTo>
                <a:lnTo>
                  <a:pt x="415350" y="43731"/>
                </a:lnTo>
                <a:lnTo>
                  <a:pt x="415108" y="43368"/>
                </a:lnTo>
                <a:lnTo>
                  <a:pt x="414859" y="43009"/>
                </a:lnTo>
                <a:lnTo>
                  <a:pt x="414604" y="42654"/>
                </a:lnTo>
                <a:lnTo>
                  <a:pt x="414342" y="42303"/>
                </a:lnTo>
                <a:lnTo>
                  <a:pt x="414072" y="41957"/>
                </a:lnTo>
                <a:lnTo>
                  <a:pt x="413791" y="41615"/>
                </a:lnTo>
                <a:lnTo>
                  <a:pt x="413499" y="41279"/>
                </a:lnTo>
                <a:lnTo>
                  <a:pt x="413198" y="40948"/>
                </a:lnTo>
                <a:lnTo>
                  <a:pt x="412885" y="40622"/>
                </a:lnTo>
                <a:lnTo>
                  <a:pt x="412562" y="40301"/>
                </a:lnTo>
                <a:lnTo>
                  <a:pt x="412229" y="39986"/>
                </a:lnTo>
                <a:lnTo>
                  <a:pt x="411885" y="39675"/>
                </a:lnTo>
                <a:lnTo>
                  <a:pt x="411530" y="39370"/>
                </a:lnTo>
                <a:lnTo>
                  <a:pt x="411165" y="39070"/>
                </a:lnTo>
                <a:lnTo>
                  <a:pt x="410790" y="38775"/>
                </a:lnTo>
                <a:lnTo>
                  <a:pt x="410404" y="38486"/>
                </a:lnTo>
                <a:lnTo>
                  <a:pt x="410008" y="38201"/>
                </a:lnTo>
                <a:lnTo>
                  <a:pt x="409601" y="37922"/>
                </a:lnTo>
                <a:lnTo>
                  <a:pt x="409184" y="37648"/>
                </a:lnTo>
                <a:lnTo>
                  <a:pt x="408756" y="37379"/>
                </a:lnTo>
                <a:lnTo>
                  <a:pt x="408317" y="37115"/>
                </a:lnTo>
                <a:lnTo>
                  <a:pt x="407868" y="36857"/>
                </a:lnTo>
                <a:lnTo>
                  <a:pt x="407409" y="36603"/>
                </a:lnTo>
                <a:lnTo>
                  <a:pt x="406939" y="36355"/>
                </a:lnTo>
                <a:lnTo>
                  <a:pt x="406459" y="36112"/>
                </a:lnTo>
                <a:lnTo>
                  <a:pt x="405968" y="35874"/>
                </a:lnTo>
                <a:lnTo>
                  <a:pt x="405467" y="35641"/>
                </a:lnTo>
                <a:lnTo>
                  <a:pt x="404955" y="35414"/>
                </a:lnTo>
                <a:lnTo>
                  <a:pt x="404436" y="35193"/>
                </a:lnTo>
                <a:lnTo>
                  <a:pt x="403912" y="34983"/>
                </a:lnTo>
                <a:lnTo>
                  <a:pt x="403384" y="34781"/>
                </a:lnTo>
                <a:lnTo>
                  <a:pt x="402851" y="34589"/>
                </a:lnTo>
                <a:lnTo>
                  <a:pt x="402314" y="34406"/>
                </a:lnTo>
                <a:lnTo>
                  <a:pt x="401772" y="34233"/>
                </a:lnTo>
                <a:lnTo>
                  <a:pt x="401226" y="34069"/>
                </a:lnTo>
                <a:lnTo>
                  <a:pt x="400676" y="33914"/>
                </a:lnTo>
                <a:lnTo>
                  <a:pt x="400120" y="33769"/>
                </a:lnTo>
                <a:lnTo>
                  <a:pt x="399561" y="33633"/>
                </a:lnTo>
                <a:lnTo>
                  <a:pt x="398997" y="33506"/>
                </a:lnTo>
                <a:lnTo>
                  <a:pt x="398428" y="33389"/>
                </a:lnTo>
                <a:lnTo>
                  <a:pt x="397855" y="33281"/>
                </a:lnTo>
                <a:lnTo>
                  <a:pt x="397278" y="33183"/>
                </a:lnTo>
                <a:lnTo>
                  <a:pt x="396696" y="33094"/>
                </a:lnTo>
                <a:lnTo>
                  <a:pt x="396110" y="33014"/>
                </a:lnTo>
                <a:lnTo>
                  <a:pt x="395519" y="32944"/>
                </a:lnTo>
                <a:lnTo>
                  <a:pt x="394923" y="32883"/>
                </a:lnTo>
                <a:lnTo>
                  <a:pt x="394323" y="32832"/>
                </a:lnTo>
                <a:lnTo>
                  <a:pt x="393719" y="32789"/>
                </a:lnTo>
                <a:lnTo>
                  <a:pt x="393110" y="32757"/>
                </a:lnTo>
                <a:lnTo>
                  <a:pt x="392497" y="32733"/>
                </a:lnTo>
                <a:lnTo>
                  <a:pt x="391879" y="32719"/>
                </a:lnTo>
                <a:lnTo>
                  <a:pt x="391257" y="32714"/>
                </a:lnTo>
                <a:lnTo>
                  <a:pt x="389850" y="32740"/>
                </a:lnTo>
                <a:lnTo>
                  <a:pt x="388464" y="32815"/>
                </a:lnTo>
                <a:lnTo>
                  <a:pt x="387097" y="32941"/>
                </a:lnTo>
                <a:lnTo>
                  <a:pt x="385751" y="33117"/>
                </a:lnTo>
                <a:lnTo>
                  <a:pt x="384425" y="33344"/>
                </a:lnTo>
                <a:lnTo>
                  <a:pt x="383119" y="33621"/>
                </a:lnTo>
                <a:lnTo>
                  <a:pt x="381833" y="33948"/>
                </a:lnTo>
                <a:lnTo>
                  <a:pt x="380567" y="34326"/>
                </a:lnTo>
                <a:lnTo>
                  <a:pt x="379321" y="34754"/>
                </a:lnTo>
                <a:lnTo>
                  <a:pt x="378096" y="35232"/>
                </a:lnTo>
                <a:lnTo>
                  <a:pt x="376891" y="35761"/>
                </a:lnTo>
                <a:lnTo>
                  <a:pt x="375706" y="36340"/>
                </a:lnTo>
                <a:lnTo>
                  <a:pt x="374541" y="36970"/>
                </a:lnTo>
                <a:lnTo>
                  <a:pt x="373396" y="37650"/>
                </a:lnTo>
                <a:lnTo>
                  <a:pt x="372271" y="38380"/>
                </a:lnTo>
                <a:lnTo>
                  <a:pt x="371166" y="39161"/>
                </a:lnTo>
                <a:lnTo>
                  <a:pt x="370082" y="39992"/>
                </a:lnTo>
                <a:lnTo>
                  <a:pt x="369018" y="40873"/>
                </a:lnTo>
                <a:lnTo>
                  <a:pt x="367973" y="41805"/>
                </a:lnTo>
                <a:lnTo>
                  <a:pt x="366949" y="42787"/>
                </a:lnTo>
                <a:lnTo>
                  <a:pt x="365946" y="43819"/>
                </a:lnTo>
                <a:lnTo>
                  <a:pt x="364962" y="44902"/>
                </a:lnTo>
                <a:lnTo>
                  <a:pt x="363998" y="46035"/>
                </a:lnTo>
                <a:lnTo>
                  <a:pt x="363055" y="47218"/>
                </a:lnTo>
                <a:lnTo>
                  <a:pt x="363055" y="34648"/>
                </a:lnTo>
                <a:lnTo>
                  <a:pt x="342024" y="34648"/>
                </a:lnTo>
                <a:lnTo>
                  <a:pt x="342024" y="120221"/>
                </a:lnTo>
                <a:lnTo>
                  <a:pt x="364666" y="120221"/>
                </a:lnTo>
                <a:lnTo>
                  <a:pt x="364666" y="81509"/>
                </a:lnTo>
                <a:lnTo>
                  <a:pt x="364669" y="80331"/>
                </a:lnTo>
                <a:lnTo>
                  <a:pt x="364678" y="79184"/>
                </a:lnTo>
                <a:lnTo>
                  <a:pt x="364694" y="78068"/>
                </a:lnTo>
                <a:lnTo>
                  <a:pt x="364715" y="76984"/>
                </a:lnTo>
                <a:lnTo>
                  <a:pt x="364742" y="75931"/>
                </a:lnTo>
                <a:lnTo>
                  <a:pt x="364775" y="74909"/>
                </a:lnTo>
                <a:lnTo>
                  <a:pt x="364814" y="73918"/>
                </a:lnTo>
                <a:lnTo>
                  <a:pt x="364859" y="72959"/>
                </a:lnTo>
                <a:lnTo>
                  <a:pt x="364910" y="72031"/>
                </a:lnTo>
                <a:lnTo>
                  <a:pt x="364967" y="71135"/>
                </a:lnTo>
                <a:lnTo>
                  <a:pt x="365030" y="70270"/>
                </a:lnTo>
                <a:lnTo>
                  <a:pt x="365100" y="69436"/>
                </a:lnTo>
                <a:lnTo>
                  <a:pt x="365175" y="68633"/>
                </a:lnTo>
                <a:lnTo>
                  <a:pt x="365256" y="67862"/>
                </a:lnTo>
                <a:lnTo>
                  <a:pt x="365343" y="67122"/>
                </a:lnTo>
                <a:lnTo>
                  <a:pt x="365436" y="66413"/>
                </a:lnTo>
                <a:lnTo>
                  <a:pt x="365536" y="65736"/>
                </a:lnTo>
                <a:lnTo>
                  <a:pt x="365641" y="65090"/>
                </a:lnTo>
                <a:lnTo>
                  <a:pt x="365752" y="64475"/>
                </a:lnTo>
                <a:lnTo>
                  <a:pt x="365870" y="63891"/>
                </a:lnTo>
                <a:lnTo>
                  <a:pt x="365993" y="63339"/>
                </a:lnTo>
                <a:lnTo>
                  <a:pt x="366122" y="62819"/>
                </a:lnTo>
                <a:lnTo>
                  <a:pt x="366258" y="62329"/>
                </a:lnTo>
                <a:lnTo>
                  <a:pt x="366399" y="61871"/>
                </a:lnTo>
                <a:lnTo>
                  <a:pt x="366548" y="61432"/>
                </a:lnTo>
                <a:lnTo>
                  <a:pt x="366708" y="61000"/>
                </a:lnTo>
                <a:lnTo>
                  <a:pt x="366878" y="60575"/>
                </a:lnTo>
                <a:lnTo>
                  <a:pt x="367058" y="60158"/>
                </a:lnTo>
                <a:lnTo>
                  <a:pt x="367248" y="59748"/>
                </a:lnTo>
                <a:lnTo>
                  <a:pt x="367449" y="59345"/>
                </a:lnTo>
                <a:lnTo>
                  <a:pt x="367660" y="58950"/>
                </a:lnTo>
                <a:lnTo>
                  <a:pt x="367881" y="58562"/>
                </a:lnTo>
                <a:lnTo>
                  <a:pt x="368112" y="58181"/>
                </a:lnTo>
                <a:lnTo>
                  <a:pt x="368353" y="57807"/>
                </a:lnTo>
                <a:lnTo>
                  <a:pt x="368605" y="57441"/>
                </a:lnTo>
                <a:lnTo>
                  <a:pt x="368867" y="57081"/>
                </a:lnTo>
                <a:lnTo>
                  <a:pt x="369139" y="56730"/>
                </a:lnTo>
                <a:lnTo>
                  <a:pt x="369421" y="56385"/>
                </a:lnTo>
                <a:lnTo>
                  <a:pt x="369713" y="56048"/>
                </a:lnTo>
                <a:lnTo>
                  <a:pt x="370016" y="55718"/>
                </a:lnTo>
                <a:lnTo>
                  <a:pt x="370329" y="55395"/>
                </a:lnTo>
                <a:lnTo>
                  <a:pt x="370652" y="55080"/>
                </a:lnTo>
                <a:lnTo>
                  <a:pt x="370985" y="54771"/>
                </a:lnTo>
                <a:lnTo>
                  <a:pt x="371329" y="54471"/>
                </a:lnTo>
                <a:lnTo>
                  <a:pt x="371682" y="54177"/>
                </a:lnTo>
                <a:lnTo>
                  <a:pt x="372046" y="53891"/>
                </a:lnTo>
                <a:lnTo>
                  <a:pt x="372420" y="53611"/>
                </a:lnTo>
                <a:lnTo>
                  <a:pt x="372805" y="53340"/>
                </a:lnTo>
                <a:lnTo>
                  <a:pt x="373196" y="53077"/>
                </a:lnTo>
                <a:lnTo>
                  <a:pt x="373592" y="52825"/>
                </a:lnTo>
                <a:lnTo>
                  <a:pt x="373992" y="52585"/>
                </a:lnTo>
                <a:lnTo>
                  <a:pt x="374396" y="52356"/>
                </a:lnTo>
                <a:lnTo>
                  <a:pt x="374805" y="52138"/>
                </a:lnTo>
                <a:lnTo>
                  <a:pt x="375217" y="51931"/>
                </a:lnTo>
                <a:lnTo>
                  <a:pt x="375634" y="51735"/>
                </a:lnTo>
                <a:lnTo>
                  <a:pt x="376055" y="51550"/>
                </a:lnTo>
                <a:lnTo>
                  <a:pt x="376480" y="51377"/>
                </a:lnTo>
                <a:lnTo>
                  <a:pt x="376909" y="51215"/>
                </a:lnTo>
                <a:lnTo>
                  <a:pt x="377343" y="51064"/>
                </a:lnTo>
                <a:lnTo>
                  <a:pt x="377780" y="50924"/>
                </a:lnTo>
                <a:lnTo>
                  <a:pt x="378222" y="50796"/>
                </a:lnTo>
                <a:lnTo>
                  <a:pt x="378668" y="50678"/>
                </a:lnTo>
                <a:lnTo>
                  <a:pt x="379119" y="50572"/>
                </a:lnTo>
                <a:lnTo>
                  <a:pt x="379573" y="50477"/>
                </a:lnTo>
                <a:lnTo>
                  <a:pt x="380032" y="50393"/>
                </a:lnTo>
                <a:lnTo>
                  <a:pt x="380495" y="50320"/>
                </a:lnTo>
                <a:lnTo>
                  <a:pt x="380962" y="50259"/>
                </a:lnTo>
                <a:lnTo>
                  <a:pt x="381433" y="50209"/>
                </a:lnTo>
                <a:lnTo>
                  <a:pt x="381909" y="50169"/>
                </a:lnTo>
                <a:lnTo>
                  <a:pt x="382388" y="50141"/>
                </a:lnTo>
                <a:lnTo>
                  <a:pt x="382872" y="50125"/>
                </a:lnTo>
                <a:lnTo>
                  <a:pt x="383360" y="50119"/>
                </a:lnTo>
                <a:lnTo>
                  <a:pt x="383741" y="50123"/>
                </a:lnTo>
                <a:lnTo>
                  <a:pt x="384117" y="50135"/>
                </a:lnTo>
                <a:lnTo>
                  <a:pt x="384488" y="50154"/>
                </a:lnTo>
                <a:lnTo>
                  <a:pt x="384854" y="50182"/>
                </a:lnTo>
                <a:lnTo>
                  <a:pt x="385216" y="50217"/>
                </a:lnTo>
                <a:lnTo>
                  <a:pt x="385574" y="50260"/>
                </a:lnTo>
                <a:lnTo>
                  <a:pt x="385926" y="50311"/>
                </a:lnTo>
                <a:lnTo>
                  <a:pt x="386275" y="50369"/>
                </a:lnTo>
                <a:lnTo>
                  <a:pt x="386618" y="50436"/>
                </a:lnTo>
                <a:lnTo>
                  <a:pt x="386957" y="50510"/>
                </a:lnTo>
                <a:lnTo>
                  <a:pt x="387291" y="50593"/>
                </a:lnTo>
                <a:lnTo>
                  <a:pt x="387621" y="50683"/>
                </a:lnTo>
                <a:lnTo>
                  <a:pt x="387946" y="50780"/>
                </a:lnTo>
                <a:lnTo>
                  <a:pt x="388266" y="50886"/>
                </a:lnTo>
                <a:lnTo>
                  <a:pt x="388582" y="50999"/>
                </a:lnTo>
                <a:lnTo>
                  <a:pt x="388893" y="51121"/>
                </a:lnTo>
                <a:lnTo>
                  <a:pt x="389200" y="51250"/>
                </a:lnTo>
                <a:lnTo>
                  <a:pt x="389502" y="51387"/>
                </a:lnTo>
                <a:lnTo>
                  <a:pt x="389799" y="51532"/>
                </a:lnTo>
                <a:lnTo>
                  <a:pt x="390092" y="51684"/>
                </a:lnTo>
                <a:lnTo>
                  <a:pt x="390380" y="51845"/>
                </a:lnTo>
                <a:lnTo>
                  <a:pt x="390664" y="52013"/>
                </a:lnTo>
                <a:lnTo>
                  <a:pt x="390942" y="52189"/>
                </a:lnTo>
                <a:lnTo>
                  <a:pt x="391217" y="52373"/>
                </a:lnTo>
                <a:lnTo>
                  <a:pt x="391485" y="52564"/>
                </a:lnTo>
                <a:lnTo>
                  <a:pt x="391748" y="52761"/>
                </a:lnTo>
                <a:lnTo>
                  <a:pt x="392004" y="52964"/>
                </a:lnTo>
                <a:lnTo>
                  <a:pt x="392254" y="53174"/>
                </a:lnTo>
                <a:lnTo>
                  <a:pt x="392498" y="53390"/>
                </a:lnTo>
                <a:lnTo>
                  <a:pt x="392735" y="53613"/>
                </a:lnTo>
                <a:lnTo>
                  <a:pt x="392966" y="53841"/>
                </a:lnTo>
                <a:lnTo>
                  <a:pt x="393191" y="54076"/>
                </a:lnTo>
                <a:lnTo>
                  <a:pt x="393409" y="54318"/>
                </a:lnTo>
                <a:lnTo>
                  <a:pt x="393621" y="54565"/>
                </a:lnTo>
                <a:lnTo>
                  <a:pt x="393827" y="54819"/>
                </a:lnTo>
                <a:lnTo>
                  <a:pt x="394027" y="55079"/>
                </a:lnTo>
                <a:lnTo>
                  <a:pt x="394220" y="55345"/>
                </a:lnTo>
                <a:lnTo>
                  <a:pt x="394407" y="55618"/>
                </a:lnTo>
                <a:lnTo>
                  <a:pt x="394588" y="55897"/>
                </a:lnTo>
                <a:lnTo>
                  <a:pt x="394762" y="56182"/>
                </a:lnTo>
                <a:lnTo>
                  <a:pt x="394930" y="56474"/>
                </a:lnTo>
                <a:lnTo>
                  <a:pt x="395092" y="56772"/>
                </a:lnTo>
                <a:lnTo>
                  <a:pt x="395247" y="57076"/>
                </a:lnTo>
                <a:lnTo>
                  <a:pt x="395397" y="57386"/>
                </a:lnTo>
                <a:lnTo>
                  <a:pt x="395540" y="57703"/>
                </a:lnTo>
                <a:lnTo>
                  <a:pt x="395676" y="58026"/>
                </a:lnTo>
                <a:lnTo>
                  <a:pt x="395806" y="58355"/>
                </a:lnTo>
                <a:lnTo>
                  <a:pt x="395930" y="58691"/>
                </a:lnTo>
                <a:lnTo>
                  <a:pt x="396049" y="59046"/>
                </a:lnTo>
                <a:lnTo>
                  <a:pt x="396162" y="59436"/>
                </a:lnTo>
                <a:lnTo>
                  <a:pt x="396270" y="59859"/>
                </a:lnTo>
                <a:lnTo>
                  <a:pt x="396374" y="60317"/>
                </a:lnTo>
                <a:lnTo>
                  <a:pt x="396472" y="60808"/>
                </a:lnTo>
                <a:lnTo>
                  <a:pt x="396565" y="61334"/>
                </a:lnTo>
                <a:lnTo>
                  <a:pt x="396653" y="61893"/>
                </a:lnTo>
                <a:lnTo>
                  <a:pt x="396736" y="62487"/>
                </a:lnTo>
                <a:lnTo>
                  <a:pt x="396814" y="63114"/>
                </a:lnTo>
                <a:lnTo>
                  <a:pt x="396887" y="63775"/>
                </a:lnTo>
                <a:lnTo>
                  <a:pt x="396955" y="64470"/>
                </a:lnTo>
                <a:lnTo>
                  <a:pt x="397018" y="65200"/>
                </a:lnTo>
                <a:lnTo>
                  <a:pt x="397076" y="65963"/>
                </a:lnTo>
                <a:lnTo>
                  <a:pt x="397129" y="66760"/>
                </a:lnTo>
                <a:lnTo>
                  <a:pt x="397177" y="67591"/>
                </a:lnTo>
                <a:lnTo>
                  <a:pt x="397220" y="68456"/>
                </a:lnTo>
                <a:lnTo>
                  <a:pt x="397257" y="69355"/>
                </a:lnTo>
                <a:lnTo>
                  <a:pt x="397290" y="70288"/>
                </a:lnTo>
                <a:lnTo>
                  <a:pt x="397318" y="71255"/>
                </a:lnTo>
                <a:lnTo>
                  <a:pt x="397341" y="72256"/>
                </a:lnTo>
                <a:lnTo>
                  <a:pt x="397358" y="73291"/>
                </a:lnTo>
                <a:lnTo>
                  <a:pt x="397371" y="74359"/>
                </a:lnTo>
                <a:lnTo>
                  <a:pt x="397378" y="75462"/>
                </a:lnTo>
                <a:lnTo>
                  <a:pt x="397381" y="76599"/>
                </a:lnTo>
                <a:lnTo>
                  <a:pt x="397381" y="120221"/>
                </a:lnTo>
                <a:lnTo>
                  <a:pt x="420023" y="120221"/>
                </a:lnTo>
                <a:lnTo>
                  <a:pt x="420023" y="67040"/>
                </a:lnTo>
                <a:lnTo>
                  <a:pt x="420021" y="66222"/>
                </a:lnTo>
                <a:lnTo>
                  <a:pt x="420014" y="65420"/>
                </a:lnTo>
                <a:lnTo>
                  <a:pt x="420004" y="64634"/>
                </a:lnTo>
                <a:close/>
                <a:moveTo>
                  <a:pt x="585407" y="35680"/>
                </a:moveTo>
                <a:lnTo>
                  <a:pt x="584800" y="35391"/>
                </a:lnTo>
                <a:lnTo>
                  <a:pt x="584192" y="35117"/>
                </a:lnTo>
                <a:lnTo>
                  <a:pt x="583582" y="34857"/>
                </a:lnTo>
                <a:lnTo>
                  <a:pt x="582969" y="34612"/>
                </a:lnTo>
                <a:lnTo>
                  <a:pt x="582355" y="34383"/>
                </a:lnTo>
                <a:lnTo>
                  <a:pt x="581739" y="34168"/>
                </a:lnTo>
                <a:lnTo>
                  <a:pt x="581121" y="33967"/>
                </a:lnTo>
                <a:lnTo>
                  <a:pt x="580501" y="33782"/>
                </a:lnTo>
                <a:lnTo>
                  <a:pt x="579878" y="33612"/>
                </a:lnTo>
                <a:lnTo>
                  <a:pt x="579254" y="33456"/>
                </a:lnTo>
                <a:lnTo>
                  <a:pt x="578628" y="33315"/>
                </a:lnTo>
                <a:lnTo>
                  <a:pt x="578000" y="33189"/>
                </a:lnTo>
                <a:lnTo>
                  <a:pt x="577370" y="33078"/>
                </a:lnTo>
                <a:lnTo>
                  <a:pt x="576739" y="32981"/>
                </a:lnTo>
                <a:lnTo>
                  <a:pt x="576105" y="32900"/>
                </a:lnTo>
                <a:lnTo>
                  <a:pt x="575469" y="32833"/>
                </a:lnTo>
                <a:lnTo>
                  <a:pt x="574831" y="32781"/>
                </a:lnTo>
                <a:lnTo>
                  <a:pt x="574191" y="32744"/>
                </a:lnTo>
                <a:lnTo>
                  <a:pt x="573550" y="32722"/>
                </a:lnTo>
                <a:lnTo>
                  <a:pt x="572906" y="32714"/>
                </a:lnTo>
                <a:lnTo>
                  <a:pt x="572452" y="32719"/>
                </a:lnTo>
                <a:lnTo>
                  <a:pt x="572001" y="32733"/>
                </a:lnTo>
                <a:lnTo>
                  <a:pt x="571555" y="32757"/>
                </a:lnTo>
                <a:lnTo>
                  <a:pt x="571112" y="32790"/>
                </a:lnTo>
                <a:lnTo>
                  <a:pt x="570674" y="32833"/>
                </a:lnTo>
                <a:lnTo>
                  <a:pt x="570239" y="32886"/>
                </a:lnTo>
                <a:lnTo>
                  <a:pt x="569809" y="32947"/>
                </a:lnTo>
                <a:lnTo>
                  <a:pt x="569383" y="33019"/>
                </a:lnTo>
                <a:lnTo>
                  <a:pt x="568961" y="33100"/>
                </a:lnTo>
                <a:lnTo>
                  <a:pt x="568543" y="33190"/>
                </a:lnTo>
                <a:lnTo>
                  <a:pt x="568129" y="33290"/>
                </a:lnTo>
                <a:lnTo>
                  <a:pt x="567719" y="33399"/>
                </a:lnTo>
                <a:lnTo>
                  <a:pt x="567313" y="33518"/>
                </a:lnTo>
                <a:lnTo>
                  <a:pt x="566911" y="33647"/>
                </a:lnTo>
                <a:lnTo>
                  <a:pt x="566513" y="33785"/>
                </a:lnTo>
                <a:lnTo>
                  <a:pt x="566120" y="33932"/>
                </a:lnTo>
                <a:lnTo>
                  <a:pt x="565730" y="34089"/>
                </a:lnTo>
                <a:lnTo>
                  <a:pt x="565344" y="34255"/>
                </a:lnTo>
                <a:lnTo>
                  <a:pt x="564963" y="34431"/>
                </a:lnTo>
                <a:lnTo>
                  <a:pt x="564585" y="34617"/>
                </a:lnTo>
                <a:lnTo>
                  <a:pt x="564212" y="34812"/>
                </a:lnTo>
                <a:lnTo>
                  <a:pt x="563843" y="35016"/>
                </a:lnTo>
                <a:lnTo>
                  <a:pt x="563477" y="35230"/>
                </a:lnTo>
                <a:lnTo>
                  <a:pt x="563116" y="35454"/>
                </a:lnTo>
                <a:lnTo>
                  <a:pt x="562755" y="35693"/>
                </a:lnTo>
                <a:lnTo>
                  <a:pt x="562390" y="35951"/>
                </a:lnTo>
                <a:lnTo>
                  <a:pt x="562021" y="36231"/>
                </a:lnTo>
                <a:lnTo>
                  <a:pt x="561649" y="36531"/>
                </a:lnTo>
                <a:lnTo>
                  <a:pt x="561273" y="36851"/>
                </a:lnTo>
                <a:lnTo>
                  <a:pt x="560893" y="37191"/>
                </a:lnTo>
                <a:lnTo>
                  <a:pt x="560509" y="37553"/>
                </a:lnTo>
                <a:lnTo>
                  <a:pt x="560121" y="37934"/>
                </a:lnTo>
                <a:lnTo>
                  <a:pt x="559730" y="38336"/>
                </a:lnTo>
                <a:lnTo>
                  <a:pt x="559335" y="38758"/>
                </a:lnTo>
                <a:lnTo>
                  <a:pt x="558936" y="39201"/>
                </a:lnTo>
                <a:lnTo>
                  <a:pt x="558533" y="39664"/>
                </a:lnTo>
                <a:lnTo>
                  <a:pt x="558127" y="40148"/>
                </a:lnTo>
                <a:lnTo>
                  <a:pt x="557716" y="40652"/>
                </a:lnTo>
                <a:lnTo>
                  <a:pt x="557302" y="41176"/>
                </a:lnTo>
                <a:lnTo>
                  <a:pt x="556885" y="41721"/>
                </a:lnTo>
                <a:lnTo>
                  <a:pt x="556463" y="42286"/>
                </a:lnTo>
                <a:lnTo>
                  <a:pt x="556038" y="42872"/>
                </a:lnTo>
                <a:lnTo>
                  <a:pt x="555609" y="43478"/>
                </a:lnTo>
                <a:lnTo>
                  <a:pt x="555176" y="44105"/>
                </a:lnTo>
                <a:lnTo>
                  <a:pt x="554739" y="44752"/>
                </a:lnTo>
                <a:lnTo>
                  <a:pt x="554299" y="45419"/>
                </a:lnTo>
                <a:lnTo>
                  <a:pt x="553854" y="46107"/>
                </a:lnTo>
                <a:lnTo>
                  <a:pt x="553406" y="46815"/>
                </a:lnTo>
                <a:lnTo>
                  <a:pt x="553406" y="34648"/>
                </a:lnTo>
                <a:lnTo>
                  <a:pt x="532376" y="34648"/>
                </a:lnTo>
                <a:lnTo>
                  <a:pt x="532376" y="120221"/>
                </a:lnTo>
                <a:lnTo>
                  <a:pt x="555018" y="120221"/>
                </a:lnTo>
                <a:lnTo>
                  <a:pt x="555018" y="93792"/>
                </a:lnTo>
                <a:lnTo>
                  <a:pt x="555021" y="91998"/>
                </a:lnTo>
                <a:lnTo>
                  <a:pt x="555031" y="90257"/>
                </a:lnTo>
                <a:lnTo>
                  <a:pt x="555048" y="88567"/>
                </a:lnTo>
                <a:lnTo>
                  <a:pt x="555071" y="86930"/>
                </a:lnTo>
                <a:lnTo>
                  <a:pt x="555100" y="85344"/>
                </a:lnTo>
                <a:lnTo>
                  <a:pt x="555136" y="83810"/>
                </a:lnTo>
                <a:lnTo>
                  <a:pt x="555179" y="82329"/>
                </a:lnTo>
                <a:lnTo>
                  <a:pt x="555228" y="80900"/>
                </a:lnTo>
                <a:lnTo>
                  <a:pt x="555284" y="79522"/>
                </a:lnTo>
                <a:lnTo>
                  <a:pt x="555347" y="78197"/>
                </a:lnTo>
                <a:lnTo>
                  <a:pt x="555416" y="76924"/>
                </a:lnTo>
                <a:lnTo>
                  <a:pt x="555491" y="75702"/>
                </a:lnTo>
                <a:lnTo>
                  <a:pt x="555573" y="74533"/>
                </a:lnTo>
                <a:lnTo>
                  <a:pt x="555662" y="73416"/>
                </a:lnTo>
                <a:lnTo>
                  <a:pt x="555758" y="72351"/>
                </a:lnTo>
                <a:lnTo>
                  <a:pt x="555860" y="71338"/>
                </a:lnTo>
                <a:lnTo>
                  <a:pt x="555968" y="70377"/>
                </a:lnTo>
                <a:lnTo>
                  <a:pt x="556083" y="69468"/>
                </a:lnTo>
                <a:lnTo>
                  <a:pt x="556205" y="68611"/>
                </a:lnTo>
                <a:lnTo>
                  <a:pt x="556333" y="67806"/>
                </a:lnTo>
                <a:lnTo>
                  <a:pt x="556468" y="67053"/>
                </a:lnTo>
                <a:lnTo>
                  <a:pt x="556609" y="66352"/>
                </a:lnTo>
                <a:lnTo>
                  <a:pt x="556757" y="65703"/>
                </a:lnTo>
                <a:lnTo>
                  <a:pt x="556911" y="65106"/>
                </a:lnTo>
                <a:lnTo>
                  <a:pt x="557072" y="64543"/>
                </a:lnTo>
                <a:lnTo>
                  <a:pt x="557237" y="63994"/>
                </a:lnTo>
                <a:lnTo>
                  <a:pt x="557407" y="63460"/>
                </a:lnTo>
                <a:lnTo>
                  <a:pt x="557582" y="62941"/>
                </a:lnTo>
                <a:lnTo>
                  <a:pt x="557762" y="62436"/>
                </a:lnTo>
                <a:lnTo>
                  <a:pt x="557946" y="61946"/>
                </a:lnTo>
                <a:lnTo>
                  <a:pt x="558136" y="61471"/>
                </a:lnTo>
                <a:lnTo>
                  <a:pt x="558331" y="61010"/>
                </a:lnTo>
                <a:lnTo>
                  <a:pt x="558530" y="60565"/>
                </a:lnTo>
                <a:lnTo>
                  <a:pt x="558734" y="60133"/>
                </a:lnTo>
                <a:lnTo>
                  <a:pt x="558943" y="59717"/>
                </a:lnTo>
                <a:lnTo>
                  <a:pt x="559158" y="59315"/>
                </a:lnTo>
                <a:lnTo>
                  <a:pt x="559377" y="58928"/>
                </a:lnTo>
                <a:lnTo>
                  <a:pt x="559600" y="58555"/>
                </a:lnTo>
                <a:lnTo>
                  <a:pt x="559829" y="58198"/>
                </a:lnTo>
                <a:lnTo>
                  <a:pt x="560063" y="57855"/>
                </a:lnTo>
                <a:lnTo>
                  <a:pt x="560302" y="57526"/>
                </a:lnTo>
                <a:lnTo>
                  <a:pt x="560545" y="57212"/>
                </a:lnTo>
                <a:lnTo>
                  <a:pt x="560793" y="56913"/>
                </a:lnTo>
                <a:lnTo>
                  <a:pt x="561047" y="56629"/>
                </a:lnTo>
                <a:lnTo>
                  <a:pt x="561305" y="56359"/>
                </a:lnTo>
                <a:lnTo>
                  <a:pt x="561568" y="56104"/>
                </a:lnTo>
                <a:lnTo>
                  <a:pt x="561836" y="55864"/>
                </a:lnTo>
                <a:lnTo>
                  <a:pt x="562109" y="55639"/>
                </a:lnTo>
                <a:lnTo>
                  <a:pt x="562387" y="55425"/>
                </a:lnTo>
                <a:lnTo>
                  <a:pt x="562669" y="55220"/>
                </a:lnTo>
                <a:lnTo>
                  <a:pt x="562957" y="55025"/>
                </a:lnTo>
                <a:lnTo>
                  <a:pt x="563250" y="54838"/>
                </a:lnTo>
                <a:lnTo>
                  <a:pt x="563548" y="54661"/>
                </a:lnTo>
                <a:lnTo>
                  <a:pt x="563851" y="54493"/>
                </a:lnTo>
                <a:lnTo>
                  <a:pt x="564159" y="54334"/>
                </a:lnTo>
                <a:lnTo>
                  <a:pt x="564472" y="54184"/>
                </a:lnTo>
                <a:lnTo>
                  <a:pt x="564790" y="54043"/>
                </a:lnTo>
                <a:lnTo>
                  <a:pt x="565114" y="53911"/>
                </a:lnTo>
                <a:lnTo>
                  <a:pt x="565442" y="53788"/>
                </a:lnTo>
                <a:lnTo>
                  <a:pt x="565775" y="53675"/>
                </a:lnTo>
                <a:lnTo>
                  <a:pt x="566113" y="53570"/>
                </a:lnTo>
                <a:lnTo>
                  <a:pt x="566457" y="53475"/>
                </a:lnTo>
                <a:lnTo>
                  <a:pt x="566805" y="53388"/>
                </a:lnTo>
                <a:lnTo>
                  <a:pt x="567158" y="53311"/>
                </a:lnTo>
                <a:lnTo>
                  <a:pt x="567517" y="53243"/>
                </a:lnTo>
                <a:lnTo>
                  <a:pt x="567880" y="53184"/>
                </a:lnTo>
                <a:lnTo>
                  <a:pt x="568249" y="53134"/>
                </a:lnTo>
                <a:lnTo>
                  <a:pt x="568622" y="53093"/>
                </a:lnTo>
                <a:lnTo>
                  <a:pt x="569001" y="53061"/>
                </a:lnTo>
                <a:lnTo>
                  <a:pt x="569384" y="53038"/>
                </a:lnTo>
                <a:lnTo>
                  <a:pt x="569773" y="53024"/>
                </a:lnTo>
                <a:lnTo>
                  <a:pt x="570166" y="53020"/>
                </a:lnTo>
                <a:lnTo>
                  <a:pt x="570577" y="53026"/>
                </a:lnTo>
                <a:lnTo>
                  <a:pt x="570991" y="53046"/>
                </a:lnTo>
                <a:lnTo>
                  <a:pt x="571408" y="53078"/>
                </a:lnTo>
                <a:lnTo>
                  <a:pt x="571827" y="53123"/>
                </a:lnTo>
                <a:lnTo>
                  <a:pt x="572249" y="53181"/>
                </a:lnTo>
                <a:lnTo>
                  <a:pt x="572674" y="53252"/>
                </a:lnTo>
                <a:lnTo>
                  <a:pt x="573102" y="53335"/>
                </a:lnTo>
                <a:lnTo>
                  <a:pt x="573533" y="53432"/>
                </a:lnTo>
                <a:lnTo>
                  <a:pt x="573966" y="53541"/>
                </a:lnTo>
                <a:lnTo>
                  <a:pt x="574402" y="53663"/>
                </a:lnTo>
                <a:lnTo>
                  <a:pt x="574841" y="53799"/>
                </a:lnTo>
                <a:lnTo>
                  <a:pt x="575283" y="53947"/>
                </a:lnTo>
                <a:lnTo>
                  <a:pt x="575728" y="54107"/>
                </a:lnTo>
                <a:lnTo>
                  <a:pt x="576175" y="54281"/>
                </a:lnTo>
                <a:lnTo>
                  <a:pt x="576625" y="54468"/>
                </a:lnTo>
                <a:lnTo>
                  <a:pt x="577078" y="54667"/>
                </a:lnTo>
                <a:lnTo>
                  <a:pt x="577534" y="54880"/>
                </a:lnTo>
                <a:lnTo>
                  <a:pt x="577993" y="55105"/>
                </a:lnTo>
                <a:lnTo>
                  <a:pt x="578454" y="55343"/>
                </a:lnTo>
                <a:lnTo>
                  <a:pt x="578918" y="55594"/>
                </a:lnTo>
                <a:lnTo>
                  <a:pt x="579385" y="55858"/>
                </a:lnTo>
                <a:lnTo>
                  <a:pt x="579855" y="56134"/>
                </a:lnTo>
                <a:lnTo>
                  <a:pt x="580327" y="56424"/>
                </a:lnTo>
                <a:lnTo>
                  <a:pt x="580803" y="56726"/>
                </a:lnTo>
                <a:lnTo>
                  <a:pt x="587772" y="37100"/>
                </a:lnTo>
                <a:lnTo>
                  <a:pt x="619396" y="120544"/>
                </a:lnTo>
                <a:lnTo>
                  <a:pt x="619225" y="121137"/>
                </a:lnTo>
                <a:lnTo>
                  <a:pt x="619048" y="121721"/>
                </a:lnTo>
                <a:lnTo>
                  <a:pt x="618865" y="122297"/>
                </a:lnTo>
                <a:lnTo>
                  <a:pt x="618675" y="122864"/>
                </a:lnTo>
                <a:lnTo>
                  <a:pt x="618480" y="123422"/>
                </a:lnTo>
                <a:lnTo>
                  <a:pt x="618278" y="123971"/>
                </a:lnTo>
                <a:lnTo>
                  <a:pt x="618070" y="124511"/>
                </a:lnTo>
                <a:lnTo>
                  <a:pt x="617856" y="125043"/>
                </a:lnTo>
                <a:lnTo>
                  <a:pt x="617636" y="125565"/>
                </a:lnTo>
                <a:lnTo>
                  <a:pt x="617409" y="126079"/>
                </a:lnTo>
                <a:lnTo>
                  <a:pt x="617177" y="126584"/>
                </a:lnTo>
                <a:lnTo>
                  <a:pt x="616938" y="127081"/>
                </a:lnTo>
                <a:lnTo>
                  <a:pt x="616693" y="127568"/>
                </a:lnTo>
                <a:lnTo>
                  <a:pt x="616442" y="128047"/>
                </a:lnTo>
                <a:lnTo>
                  <a:pt x="616185" y="128516"/>
                </a:lnTo>
                <a:lnTo>
                  <a:pt x="615922" y="128977"/>
                </a:lnTo>
                <a:lnTo>
                  <a:pt x="615653" y="129430"/>
                </a:lnTo>
                <a:lnTo>
                  <a:pt x="615377" y="129873"/>
                </a:lnTo>
                <a:lnTo>
                  <a:pt x="615095" y="130308"/>
                </a:lnTo>
                <a:lnTo>
                  <a:pt x="614807" y="130733"/>
                </a:lnTo>
                <a:lnTo>
                  <a:pt x="614513" y="131150"/>
                </a:lnTo>
                <a:lnTo>
                  <a:pt x="614213" y="131558"/>
                </a:lnTo>
                <a:lnTo>
                  <a:pt x="613907" y="131958"/>
                </a:lnTo>
                <a:lnTo>
                  <a:pt x="613594" y="132348"/>
                </a:lnTo>
                <a:lnTo>
                  <a:pt x="613272" y="132726"/>
                </a:lnTo>
                <a:lnTo>
                  <a:pt x="612935" y="133088"/>
                </a:lnTo>
                <a:lnTo>
                  <a:pt x="612583" y="133434"/>
                </a:lnTo>
                <a:lnTo>
                  <a:pt x="612218" y="133764"/>
                </a:lnTo>
                <a:lnTo>
                  <a:pt x="611838" y="134078"/>
                </a:lnTo>
                <a:lnTo>
                  <a:pt x="611444" y="134375"/>
                </a:lnTo>
                <a:lnTo>
                  <a:pt x="611036" y="134657"/>
                </a:lnTo>
                <a:lnTo>
                  <a:pt x="610613" y="134922"/>
                </a:lnTo>
                <a:lnTo>
                  <a:pt x="610176" y="135172"/>
                </a:lnTo>
                <a:lnTo>
                  <a:pt x="609725" y="135405"/>
                </a:lnTo>
                <a:lnTo>
                  <a:pt x="609259" y="135622"/>
                </a:lnTo>
                <a:lnTo>
                  <a:pt x="608780" y="135823"/>
                </a:lnTo>
                <a:lnTo>
                  <a:pt x="608286" y="136008"/>
                </a:lnTo>
                <a:lnTo>
                  <a:pt x="607778" y="136177"/>
                </a:lnTo>
                <a:lnTo>
                  <a:pt x="607255" y="136330"/>
                </a:lnTo>
                <a:lnTo>
                  <a:pt x="606718" y="136467"/>
                </a:lnTo>
                <a:lnTo>
                  <a:pt x="606167" y="136587"/>
                </a:lnTo>
                <a:lnTo>
                  <a:pt x="605602" y="136692"/>
                </a:lnTo>
                <a:lnTo>
                  <a:pt x="605022" y="136780"/>
                </a:lnTo>
                <a:lnTo>
                  <a:pt x="604429" y="136853"/>
                </a:lnTo>
                <a:lnTo>
                  <a:pt x="603821" y="136909"/>
                </a:lnTo>
                <a:lnTo>
                  <a:pt x="603198" y="136949"/>
                </a:lnTo>
                <a:lnTo>
                  <a:pt x="602562" y="136973"/>
                </a:lnTo>
                <a:lnTo>
                  <a:pt x="601911" y="136981"/>
                </a:lnTo>
                <a:lnTo>
                  <a:pt x="601553" y="136980"/>
                </a:lnTo>
                <a:lnTo>
                  <a:pt x="601192" y="136974"/>
                </a:lnTo>
                <a:lnTo>
                  <a:pt x="600827" y="136965"/>
                </a:lnTo>
                <a:lnTo>
                  <a:pt x="600458" y="136952"/>
                </a:lnTo>
                <a:lnTo>
                  <a:pt x="600086" y="136936"/>
                </a:lnTo>
                <a:lnTo>
                  <a:pt x="599710" y="136916"/>
                </a:lnTo>
                <a:lnTo>
                  <a:pt x="599330" y="136892"/>
                </a:lnTo>
                <a:lnTo>
                  <a:pt x="598947" y="136865"/>
                </a:lnTo>
                <a:lnTo>
                  <a:pt x="598560" y="136834"/>
                </a:lnTo>
                <a:lnTo>
                  <a:pt x="598170" y="136800"/>
                </a:lnTo>
                <a:lnTo>
                  <a:pt x="597776" y="136761"/>
                </a:lnTo>
                <a:lnTo>
                  <a:pt x="597378" y="136720"/>
                </a:lnTo>
                <a:lnTo>
                  <a:pt x="596977" y="136674"/>
                </a:lnTo>
                <a:lnTo>
                  <a:pt x="596572" y="136625"/>
                </a:lnTo>
                <a:lnTo>
                  <a:pt x="596163" y="136572"/>
                </a:lnTo>
                <a:lnTo>
                  <a:pt x="595751" y="136516"/>
                </a:lnTo>
                <a:lnTo>
                  <a:pt x="595335" y="136456"/>
                </a:lnTo>
                <a:lnTo>
                  <a:pt x="594915" y="136392"/>
                </a:lnTo>
                <a:lnTo>
                  <a:pt x="594492" y="136325"/>
                </a:lnTo>
                <a:lnTo>
                  <a:pt x="594065" y="136254"/>
                </a:lnTo>
                <a:lnTo>
                  <a:pt x="593635" y="136179"/>
                </a:lnTo>
                <a:lnTo>
                  <a:pt x="593201" y="136101"/>
                </a:lnTo>
                <a:lnTo>
                  <a:pt x="592763" y="136019"/>
                </a:lnTo>
                <a:lnTo>
                  <a:pt x="592322" y="135934"/>
                </a:lnTo>
                <a:lnTo>
                  <a:pt x="594336" y="153661"/>
                </a:lnTo>
                <a:lnTo>
                  <a:pt x="594860" y="153773"/>
                </a:lnTo>
                <a:lnTo>
                  <a:pt x="595386" y="153880"/>
                </a:lnTo>
                <a:lnTo>
                  <a:pt x="595911" y="153982"/>
                </a:lnTo>
                <a:lnTo>
                  <a:pt x="596438" y="154080"/>
                </a:lnTo>
                <a:lnTo>
                  <a:pt x="596966" y="154172"/>
                </a:lnTo>
                <a:lnTo>
                  <a:pt x="597494" y="154260"/>
                </a:lnTo>
                <a:lnTo>
                  <a:pt x="598023" y="154343"/>
                </a:lnTo>
                <a:lnTo>
                  <a:pt x="598553" y="154422"/>
                </a:lnTo>
                <a:lnTo>
                  <a:pt x="599084" y="154496"/>
                </a:lnTo>
                <a:lnTo>
                  <a:pt x="599616" y="154565"/>
                </a:lnTo>
                <a:lnTo>
                  <a:pt x="600148" y="154629"/>
                </a:lnTo>
                <a:lnTo>
                  <a:pt x="600682" y="154688"/>
                </a:lnTo>
                <a:lnTo>
                  <a:pt x="601216" y="154743"/>
                </a:lnTo>
                <a:lnTo>
                  <a:pt x="601751" y="154793"/>
                </a:lnTo>
                <a:lnTo>
                  <a:pt x="602287" y="154838"/>
                </a:lnTo>
                <a:lnTo>
                  <a:pt x="602824" y="154879"/>
                </a:lnTo>
                <a:lnTo>
                  <a:pt x="603361" y="154914"/>
                </a:lnTo>
                <a:lnTo>
                  <a:pt x="603900" y="154945"/>
                </a:lnTo>
                <a:lnTo>
                  <a:pt x="604439" y="154971"/>
                </a:lnTo>
                <a:lnTo>
                  <a:pt x="604979" y="154993"/>
                </a:lnTo>
                <a:lnTo>
                  <a:pt x="605520" y="155009"/>
                </a:lnTo>
                <a:lnTo>
                  <a:pt x="606062" y="155021"/>
                </a:lnTo>
                <a:lnTo>
                  <a:pt x="606605" y="155028"/>
                </a:lnTo>
                <a:lnTo>
                  <a:pt x="607148" y="155031"/>
                </a:lnTo>
                <a:lnTo>
                  <a:pt x="607683" y="155028"/>
                </a:lnTo>
                <a:lnTo>
                  <a:pt x="608213" y="155021"/>
                </a:lnTo>
                <a:lnTo>
                  <a:pt x="608739" y="155009"/>
                </a:lnTo>
                <a:lnTo>
                  <a:pt x="609260" y="154993"/>
                </a:lnTo>
                <a:lnTo>
                  <a:pt x="609776" y="154971"/>
                </a:lnTo>
                <a:lnTo>
                  <a:pt x="610288" y="154945"/>
                </a:lnTo>
                <a:lnTo>
                  <a:pt x="610795" y="154914"/>
                </a:lnTo>
                <a:lnTo>
                  <a:pt x="611298" y="154879"/>
                </a:lnTo>
                <a:lnTo>
                  <a:pt x="611796" y="154838"/>
                </a:lnTo>
                <a:lnTo>
                  <a:pt x="612289" y="154793"/>
                </a:lnTo>
                <a:lnTo>
                  <a:pt x="612778" y="154743"/>
                </a:lnTo>
                <a:lnTo>
                  <a:pt x="613262" y="154688"/>
                </a:lnTo>
                <a:lnTo>
                  <a:pt x="613741" y="154629"/>
                </a:lnTo>
                <a:lnTo>
                  <a:pt x="614216" y="154565"/>
                </a:lnTo>
                <a:lnTo>
                  <a:pt x="614687" y="154496"/>
                </a:lnTo>
                <a:lnTo>
                  <a:pt x="615152" y="154422"/>
                </a:lnTo>
                <a:lnTo>
                  <a:pt x="615613" y="154343"/>
                </a:lnTo>
                <a:lnTo>
                  <a:pt x="616070" y="154260"/>
                </a:lnTo>
                <a:lnTo>
                  <a:pt x="616521" y="154172"/>
                </a:lnTo>
                <a:lnTo>
                  <a:pt x="616968" y="154080"/>
                </a:lnTo>
                <a:lnTo>
                  <a:pt x="617411" y="153982"/>
                </a:lnTo>
                <a:lnTo>
                  <a:pt x="617849" y="153880"/>
                </a:lnTo>
                <a:lnTo>
                  <a:pt x="618282" y="153773"/>
                </a:lnTo>
                <a:lnTo>
                  <a:pt x="618711" y="153661"/>
                </a:lnTo>
                <a:lnTo>
                  <a:pt x="619135" y="153545"/>
                </a:lnTo>
                <a:lnTo>
                  <a:pt x="619553" y="153425"/>
                </a:lnTo>
                <a:lnTo>
                  <a:pt x="619965" y="153302"/>
                </a:lnTo>
                <a:lnTo>
                  <a:pt x="620372" y="153174"/>
                </a:lnTo>
                <a:lnTo>
                  <a:pt x="620773" y="153043"/>
                </a:lnTo>
                <a:lnTo>
                  <a:pt x="621169" y="152908"/>
                </a:lnTo>
                <a:lnTo>
                  <a:pt x="621559" y="152769"/>
                </a:lnTo>
                <a:lnTo>
                  <a:pt x="621943" y="152627"/>
                </a:lnTo>
                <a:lnTo>
                  <a:pt x="622322" y="152481"/>
                </a:lnTo>
                <a:lnTo>
                  <a:pt x="622695" y="152331"/>
                </a:lnTo>
                <a:lnTo>
                  <a:pt x="623063" y="152177"/>
                </a:lnTo>
                <a:lnTo>
                  <a:pt x="623425" y="152019"/>
                </a:lnTo>
                <a:lnTo>
                  <a:pt x="623781" y="151858"/>
                </a:lnTo>
                <a:lnTo>
                  <a:pt x="624132" y="151693"/>
                </a:lnTo>
                <a:lnTo>
                  <a:pt x="624477" y="151524"/>
                </a:lnTo>
                <a:lnTo>
                  <a:pt x="624817" y="151351"/>
                </a:lnTo>
                <a:lnTo>
                  <a:pt x="625151" y="151175"/>
                </a:lnTo>
                <a:lnTo>
                  <a:pt x="625479" y="150994"/>
                </a:lnTo>
                <a:lnTo>
                  <a:pt x="625802" y="150810"/>
                </a:lnTo>
                <a:lnTo>
                  <a:pt x="626120" y="150623"/>
                </a:lnTo>
                <a:lnTo>
                  <a:pt x="626431" y="150431"/>
                </a:lnTo>
                <a:lnTo>
                  <a:pt x="626737" y="150236"/>
                </a:lnTo>
                <a:lnTo>
                  <a:pt x="627038" y="150036"/>
                </a:lnTo>
                <a:lnTo>
                  <a:pt x="627333" y="149834"/>
                </a:lnTo>
                <a:lnTo>
                  <a:pt x="627623" y="149626"/>
                </a:lnTo>
                <a:lnTo>
                  <a:pt x="627911" y="149414"/>
                </a:lnTo>
                <a:lnTo>
                  <a:pt x="628196" y="149196"/>
                </a:lnTo>
                <a:lnTo>
                  <a:pt x="628479" y="148973"/>
                </a:lnTo>
                <a:lnTo>
                  <a:pt x="628758" y="148745"/>
                </a:lnTo>
                <a:lnTo>
                  <a:pt x="629035" y="148512"/>
                </a:lnTo>
                <a:lnTo>
                  <a:pt x="629309" y="148273"/>
                </a:lnTo>
                <a:lnTo>
                  <a:pt x="629580" y="148030"/>
                </a:lnTo>
                <a:lnTo>
                  <a:pt x="629848" y="147781"/>
                </a:lnTo>
                <a:lnTo>
                  <a:pt x="630114" y="147527"/>
                </a:lnTo>
                <a:lnTo>
                  <a:pt x="630376" y="147268"/>
                </a:lnTo>
                <a:lnTo>
                  <a:pt x="630636" y="147003"/>
                </a:lnTo>
                <a:lnTo>
                  <a:pt x="630894" y="146734"/>
                </a:lnTo>
                <a:lnTo>
                  <a:pt x="631148" y="146459"/>
                </a:lnTo>
                <a:lnTo>
                  <a:pt x="631399" y="146179"/>
                </a:lnTo>
                <a:lnTo>
                  <a:pt x="631648" y="145894"/>
                </a:lnTo>
                <a:lnTo>
                  <a:pt x="631894" y="145604"/>
                </a:lnTo>
                <a:lnTo>
                  <a:pt x="632137" y="145309"/>
                </a:lnTo>
                <a:lnTo>
                  <a:pt x="632377" y="145008"/>
                </a:lnTo>
                <a:lnTo>
                  <a:pt x="632615" y="144702"/>
                </a:lnTo>
                <a:lnTo>
                  <a:pt x="632850" y="144391"/>
                </a:lnTo>
                <a:lnTo>
                  <a:pt x="633082" y="144075"/>
                </a:lnTo>
                <a:lnTo>
                  <a:pt x="633311" y="143754"/>
                </a:lnTo>
                <a:lnTo>
                  <a:pt x="633537" y="143428"/>
                </a:lnTo>
                <a:lnTo>
                  <a:pt x="633763" y="143092"/>
                </a:lnTo>
                <a:lnTo>
                  <a:pt x="633989" y="142745"/>
                </a:lnTo>
                <a:lnTo>
                  <a:pt x="634216" y="142385"/>
                </a:lnTo>
                <a:lnTo>
                  <a:pt x="634445" y="142013"/>
                </a:lnTo>
                <a:lnTo>
                  <a:pt x="634674" y="141629"/>
                </a:lnTo>
                <a:lnTo>
                  <a:pt x="634904" y="141232"/>
                </a:lnTo>
                <a:lnTo>
                  <a:pt x="635136" y="140823"/>
                </a:lnTo>
                <a:lnTo>
                  <a:pt x="635368" y="140402"/>
                </a:lnTo>
                <a:lnTo>
                  <a:pt x="635601" y="139968"/>
                </a:lnTo>
                <a:lnTo>
                  <a:pt x="635836" y="139522"/>
                </a:lnTo>
                <a:lnTo>
                  <a:pt x="636071" y="139064"/>
                </a:lnTo>
                <a:lnTo>
                  <a:pt x="636307" y="138593"/>
                </a:lnTo>
                <a:lnTo>
                  <a:pt x="636544" y="138110"/>
                </a:lnTo>
                <a:lnTo>
                  <a:pt x="636782" y="137615"/>
                </a:lnTo>
                <a:lnTo>
                  <a:pt x="637022" y="137107"/>
                </a:lnTo>
                <a:lnTo>
                  <a:pt x="637262" y="136588"/>
                </a:lnTo>
                <a:lnTo>
                  <a:pt x="637503" y="136055"/>
                </a:lnTo>
                <a:lnTo>
                  <a:pt x="637745" y="135511"/>
                </a:lnTo>
                <a:lnTo>
                  <a:pt x="637988" y="134954"/>
                </a:lnTo>
                <a:lnTo>
                  <a:pt x="638232" y="134385"/>
                </a:lnTo>
                <a:lnTo>
                  <a:pt x="638477" y="133804"/>
                </a:lnTo>
                <a:lnTo>
                  <a:pt x="638723" y="133210"/>
                </a:lnTo>
                <a:lnTo>
                  <a:pt x="638970" y="132604"/>
                </a:lnTo>
                <a:lnTo>
                  <a:pt x="639218" y="131986"/>
                </a:lnTo>
                <a:lnTo>
                  <a:pt x="644617" y="117026"/>
                </a:lnTo>
                <a:lnTo>
                  <a:pt x="674833" y="34648"/>
                </a:lnTo>
                <a:lnTo>
                  <a:pt x="651385" y="34648"/>
                </a:lnTo>
                <a:lnTo>
                  <a:pt x="631402" y="95461"/>
                </a:lnTo>
                <a:lnTo>
                  <a:pt x="610935" y="34648"/>
                </a:lnTo>
                <a:lnTo>
                  <a:pt x="586843" y="34648"/>
                </a:lnTo>
                <a:lnTo>
                  <a:pt x="587704" y="36922"/>
                </a:lnTo>
                <a:lnTo>
                  <a:pt x="587214" y="36637"/>
                </a:lnTo>
                <a:lnTo>
                  <a:pt x="586614" y="36303"/>
                </a:lnTo>
                <a:lnTo>
                  <a:pt x="586011" y="35984"/>
                </a:lnTo>
                <a:lnTo>
                  <a:pt x="585407" y="35680"/>
                </a:lnTo>
                <a:close/>
                <a:moveTo>
                  <a:pt x="459900" y="59147"/>
                </a:moveTo>
                <a:lnTo>
                  <a:pt x="460094" y="58697"/>
                </a:lnTo>
                <a:lnTo>
                  <a:pt x="460293" y="58259"/>
                </a:lnTo>
                <a:lnTo>
                  <a:pt x="460497" y="57833"/>
                </a:lnTo>
                <a:lnTo>
                  <a:pt x="460705" y="57421"/>
                </a:lnTo>
                <a:lnTo>
                  <a:pt x="460918" y="57021"/>
                </a:lnTo>
                <a:lnTo>
                  <a:pt x="461135" y="56634"/>
                </a:lnTo>
                <a:lnTo>
                  <a:pt x="461357" y="56260"/>
                </a:lnTo>
                <a:lnTo>
                  <a:pt x="461583" y="55898"/>
                </a:lnTo>
                <a:lnTo>
                  <a:pt x="461813" y="55549"/>
                </a:lnTo>
                <a:lnTo>
                  <a:pt x="462048" y="55213"/>
                </a:lnTo>
                <a:lnTo>
                  <a:pt x="462288" y="54890"/>
                </a:lnTo>
                <a:lnTo>
                  <a:pt x="462532" y="54579"/>
                </a:lnTo>
                <a:lnTo>
                  <a:pt x="462780" y="54281"/>
                </a:lnTo>
                <a:lnTo>
                  <a:pt x="463033" y="53996"/>
                </a:lnTo>
                <a:lnTo>
                  <a:pt x="463290" y="53723"/>
                </a:lnTo>
                <a:lnTo>
                  <a:pt x="463552" y="53463"/>
                </a:lnTo>
                <a:lnTo>
                  <a:pt x="463819" y="53216"/>
                </a:lnTo>
                <a:lnTo>
                  <a:pt x="464090" y="52982"/>
                </a:lnTo>
                <a:lnTo>
                  <a:pt x="464365" y="52760"/>
                </a:lnTo>
                <a:lnTo>
                  <a:pt x="464645" y="52552"/>
                </a:lnTo>
                <a:lnTo>
                  <a:pt x="464931" y="52353"/>
                </a:lnTo>
                <a:lnTo>
                  <a:pt x="465227" y="52163"/>
                </a:lnTo>
                <a:lnTo>
                  <a:pt x="465532" y="51981"/>
                </a:lnTo>
                <a:lnTo>
                  <a:pt x="465847" y="51808"/>
                </a:lnTo>
                <a:lnTo>
                  <a:pt x="466170" y="51644"/>
                </a:lnTo>
                <a:lnTo>
                  <a:pt x="466503" y="51487"/>
                </a:lnTo>
                <a:lnTo>
                  <a:pt x="466845" y="51340"/>
                </a:lnTo>
                <a:lnTo>
                  <a:pt x="467196" y="51200"/>
                </a:lnTo>
                <a:lnTo>
                  <a:pt x="467557" y="51069"/>
                </a:lnTo>
                <a:lnTo>
                  <a:pt x="467926" y="50947"/>
                </a:lnTo>
                <a:lnTo>
                  <a:pt x="468305" y="50833"/>
                </a:lnTo>
                <a:lnTo>
                  <a:pt x="468694" y="50727"/>
                </a:lnTo>
                <a:lnTo>
                  <a:pt x="469091" y="50630"/>
                </a:lnTo>
                <a:lnTo>
                  <a:pt x="469498" y="50541"/>
                </a:lnTo>
                <a:lnTo>
                  <a:pt x="469914" y="50461"/>
                </a:lnTo>
                <a:lnTo>
                  <a:pt x="470339" y="50389"/>
                </a:lnTo>
                <a:lnTo>
                  <a:pt x="470773" y="50326"/>
                </a:lnTo>
                <a:lnTo>
                  <a:pt x="471217" y="50271"/>
                </a:lnTo>
                <a:lnTo>
                  <a:pt x="471670" y="50225"/>
                </a:lnTo>
                <a:lnTo>
                  <a:pt x="472132" y="50187"/>
                </a:lnTo>
                <a:lnTo>
                  <a:pt x="472603" y="50157"/>
                </a:lnTo>
                <a:lnTo>
                  <a:pt x="473083" y="50136"/>
                </a:lnTo>
                <a:lnTo>
                  <a:pt x="473573" y="50123"/>
                </a:lnTo>
                <a:lnTo>
                  <a:pt x="474072" y="50119"/>
                </a:lnTo>
                <a:lnTo>
                  <a:pt x="474808" y="50124"/>
                </a:lnTo>
                <a:lnTo>
                  <a:pt x="475523" y="50139"/>
                </a:lnTo>
                <a:lnTo>
                  <a:pt x="476219" y="50163"/>
                </a:lnTo>
                <a:lnTo>
                  <a:pt x="476895" y="50197"/>
                </a:lnTo>
                <a:lnTo>
                  <a:pt x="477551" y="50241"/>
                </a:lnTo>
                <a:lnTo>
                  <a:pt x="478187" y="50295"/>
                </a:lnTo>
                <a:lnTo>
                  <a:pt x="478803" y="50358"/>
                </a:lnTo>
                <a:lnTo>
                  <a:pt x="479399" y="50432"/>
                </a:lnTo>
                <a:lnTo>
                  <a:pt x="479976" y="50515"/>
                </a:lnTo>
                <a:lnTo>
                  <a:pt x="480532" y="50607"/>
                </a:lnTo>
                <a:lnTo>
                  <a:pt x="481069" y="50710"/>
                </a:lnTo>
                <a:lnTo>
                  <a:pt x="481586" y="50822"/>
                </a:lnTo>
                <a:lnTo>
                  <a:pt x="482083" y="50944"/>
                </a:lnTo>
                <a:lnTo>
                  <a:pt x="482560" y="51076"/>
                </a:lnTo>
                <a:lnTo>
                  <a:pt x="483018" y="51218"/>
                </a:lnTo>
                <a:lnTo>
                  <a:pt x="483455" y="51369"/>
                </a:lnTo>
                <a:lnTo>
                  <a:pt x="483873" y="51530"/>
                </a:lnTo>
                <a:lnTo>
                  <a:pt x="484270" y="51701"/>
                </a:lnTo>
                <a:lnTo>
                  <a:pt x="484648" y="51882"/>
                </a:lnTo>
                <a:lnTo>
                  <a:pt x="485006" y="52072"/>
                </a:lnTo>
                <a:lnTo>
                  <a:pt x="485344" y="52273"/>
                </a:lnTo>
                <a:lnTo>
                  <a:pt x="485662" y="52483"/>
                </a:lnTo>
                <a:lnTo>
                  <a:pt x="485961" y="52702"/>
                </a:lnTo>
                <a:lnTo>
                  <a:pt x="486239" y="52932"/>
                </a:lnTo>
                <a:lnTo>
                  <a:pt x="486502" y="53173"/>
                </a:lnTo>
                <a:lnTo>
                  <a:pt x="486754" y="53426"/>
                </a:lnTo>
                <a:lnTo>
                  <a:pt x="486995" y="53693"/>
                </a:lnTo>
                <a:lnTo>
                  <a:pt x="487224" y="53974"/>
                </a:lnTo>
                <a:lnTo>
                  <a:pt x="487442" y="54267"/>
                </a:lnTo>
                <a:lnTo>
                  <a:pt x="487649" y="54574"/>
                </a:lnTo>
                <a:lnTo>
                  <a:pt x="487845" y="54893"/>
                </a:lnTo>
                <a:lnTo>
                  <a:pt x="488030" y="55226"/>
                </a:lnTo>
                <a:lnTo>
                  <a:pt x="488203" y="55572"/>
                </a:lnTo>
                <a:lnTo>
                  <a:pt x="488366" y="55931"/>
                </a:lnTo>
                <a:lnTo>
                  <a:pt x="488517" y="56304"/>
                </a:lnTo>
                <a:lnTo>
                  <a:pt x="488657" y="56689"/>
                </a:lnTo>
                <a:lnTo>
                  <a:pt x="488785" y="57088"/>
                </a:lnTo>
                <a:lnTo>
                  <a:pt x="488903" y="57500"/>
                </a:lnTo>
                <a:lnTo>
                  <a:pt x="489009" y="57925"/>
                </a:lnTo>
                <a:lnTo>
                  <a:pt x="489104" y="58363"/>
                </a:lnTo>
                <a:lnTo>
                  <a:pt x="489188" y="58814"/>
                </a:lnTo>
                <a:lnTo>
                  <a:pt x="489261" y="59279"/>
                </a:lnTo>
                <a:lnTo>
                  <a:pt x="489323" y="59756"/>
                </a:lnTo>
                <a:lnTo>
                  <a:pt x="489373" y="60247"/>
                </a:lnTo>
                <a:lnTo>
                  <a:pt x="489412" y="60751"/>
                </a:lnTo>
                <a:lnTo>
                  <a:pt x="489440" y="61268"/>
                </a:lnTo>
                <a:lnTo>
                  <a:pt x="489457" y="61798"/>
                </a:lnTo>
                <a:lnTo>
                  <a:pt x="489462" y="62342"/>
                </a:lnTo>
                <a:lnTo>
                  <a:pt x="489462" y="64623"/>
                </a:lnTo>
                <a:lnTo>
                  <a:pt x="488935" y="64838"/>
                </a:lnTo>
                <a:lnTo>
                  <a:pt x="488374" y="65054"/>
                </a:lnTo>
                <a:lnTo>
                  <a:pt x="487779" y="65271"/>
                </a:lnTo>
                <a:lnTo>
                  <a:pt x="487150" y="65490"/>
                </a:lnTo>
                <a:lnTo>
                  <a:pt x="486488" y="65711"/>
                </a:lnTo>
                <a:lnTo>
                  <a:pt x="485791" y="65932"/>
                </a:lnTo>
                <a:lnTo>
                  <a:pt x="485061" y="66155"/>
                </a:lnTo>
                <a:lnTo>
                  <a:pt x="484297" y="66380"/>
                </a:lnTo>
                <a:lnTo>
                  <a:pt x="483498" y="66606"/>
                </a:lnTo>
                <a:lnTo>
                  <a:pt x="482667" y="66833"/>
                </a:lnTo>
                <a:lnTo>
                  <a:pt x="481801" y="67061"/>
                </a:lnTo>
                <a:lnTo>
                  <a:pt x="480901" y="67292"/>
                </a:lnTo>
                <a:lnTo>
                  <a:pt x="479968" y="67523"/>
                </a:lnTo>
                <a:lnTo>
                  <a:pt x="479000" y="67756"/>
                </a:lnTo>
                <a:lnTo>
                  <a:pt x="477999" y="67990"/>
                </a:lnTo>
                <a:lnTo>
                  <a:pt x="476964" y="68225"/>
                </a:lnTo>
                <a:lnTo>
                  <a:pt x="475895" y="68462"/>
                </a:lnTo>
                <a:lnTo>
                  <a:pt x="474792" y="68701"/>
                </a:lnTo>
                <a:lnTo>
                  <a:pt x="473656" y="68941"/>
                </a:lnTo>
                <a:lnTo>
                  <a:pt x="472485" y="69182"/>
                </a:lnTo>
                <a:lnTo>
                  <a:pt x="471281" y="69424"/>
                </a:lnTo>
                <a:lnTo>
                  <a:pt x="470043" y="69668"/>
                </a:lnTo>
                <a:lnTo>
                  <a:pt x="468771" y="69913"/>
                </a:lnTo>
                <a:lnTo>
                  <a:pt x="467465" y="70160"/>
                </a:lnTo>
                <a:lnTo>
                  <a:pt x="466494" y="70349"/>
                </a:lnTo>
                <a:lnTo>
                  <a:pt x="465542" y="70540"/>
                </a:lnTo>
                <a:lnTo>
                  <a:pt x="464610" y="70734"/>
                </a:lnTo>
                <a:lnTo>
                  <a:pt x="463697" y="70930"/>
                </a:lnTo>
                <a:lnTo>
                  <a:pt x="462803" y="71129"/>
                </a:lnTo>
                <a:lnTo>
                  <a:pt x="461928" y="71331"/>
                </a:lnTo>
                <a:lnTo>
                  <a:pt x="461072" y="71535"/>
                </a:lnTo>
                <a:lnTo>
                  <a:pt x="460235" y="71742"/>
                </a:lnTo>
                <a:lnTo>
                  <a:pt x="459418" y="71952"/>
                </a:lnTo>
                <a:lnTo>
                  <a:pt x="458620" y="72164"/>
                </a:lnTo>
                <a:lnTo>
                  <a:pt x="457840" y="72379"/>
                </a:lnTo>
                <a:lnTo>
                  <a:pt x="457080" y="72597"/>
                </a:lnTo>
                <a:lnTo>
                  <a:pt x="456340" y="72817"/>
                </a:lnTo>
                <a:lnTo>
                  <a:pt x="455618" y="73040"/>
                </a:lnTo>
                <a:lnTo>
                  <a:pt x="454916" y="73266"/>
                </a:lnTo>
                <a:lnTo>
                  <a:pt x="454232" y="73494"/>
                </a:lnTo>
                <a:lnTo>
                  <a:pt x="453568" y="73725"/>
                </a:lnTo>
                <a:lnTo>
                  <a:pt x="452923" y="73958"/>
                </a:lnTo>
                <a:lnTo>
                  <a:pt x="452297" y="74195"/>
                </a:lnTo>
                <a:lnTo>
                  <a:pt x="451691" y="74434"/>
                </a:lnTo>
                <a:lnTo>
                  <a:pt x="451103" y="74675"/>
                </a:lnTo>
                <a:lnTo>
                  <a:pt x="450535" y="74919"/>
                </a:lnTo>
                <a:lnTo>
                  <a:pt x="449986" y="75166"/>
                </a:lnTo>
                <a:lnTo>
                  <a:pt x="449456" y="75415"/>
                </a:lnTo>
                <a:lnTo>
                  <a:pt x="448940" y="75671"/>
                </a:lnTo>
                <a:lnTo>
                  <a:pt x="448434" y="75935"/>
                </a:lnTo>
                <a:lnTo>
                  <a:pt x="447938" y="76209"/>
                </a:lnTo>
                <a:lnTo>
                  <a:pt x="447451" y="76492"/>
                </a:lnTo>
                <a:lnTo>
                  <a:pt x="446974" y="76784"/>
                </a:lnTo>
                <a:lnTo>
                  <a:pt x="446507" y="77085"/>
                </a:lnTo>
                <a:lnTo>
                  <a:pt x="446050" y="77396"/>
                </a:lnTo>
                <a:lnTo>
                  <a:pt x="445602" y="77716"/>
                </a:lnTo>
                <a:lnTo>
                  <a:pt x="445163" y="78045"/>
                </a:lnTo>
                <a:lnTo>
                  <a:pt x="444734" y="78383"/>
                </a:lnTo>
                <a:lnTo>
                  <a:pt x="444315" y="78730"/>
                </a:lnTo>
                <a:lnTo>
                  <a:pt x="443906" y="79087"/>
                </a:lnTo>
                <a:lnTo>
                  <a:pt x="443506" y="79452"/>
                </a:lnTo>
                <a:lnTo>
                  <a:pt x="443116" y="79827"/>
                </a:lnTo>
                <a:lnTo>
                  <a:pt x="442736" y="80211"/>
                </a:lnTo>
                <a:lnTo>
                  <a:pt x="442365" y="80605"/>
                </a:lnTo>
                <a:lnTo>
                  <a:pt x="442004" y="81007"/>
                </a:lnTo>
                <a:lnTo>
                  <a:pt x="441652" y="81419"/>
                </a:lnTo>
                <a:lnTo>
                  <a:pt x="441311" y="81840"/>
                </a:lnTo>
                <a:lnTo>
                  <a:pt x="440978" y="82270"/>
                </a:lnTo>
                <a:lnTo>
                  <a:pt x="440656" y="82709"/>
                </a:lnTo>
                <a:lnTo>
                  <a:pt x="440343" y="83158"/>
                </a:lnTo>
                <a:lnTo>
                  <a:pt x="440040" y="83616"/>
                </a:lnTo>
                <a:lnTo>
                  <a:pt x="439746" y="84082"/>
                </a:lnTo>
                <a:lnTo>
                  <a:pt x="439464" y="84556"/>
                </a:lnTo>
                <a:lnTo>
                  <a:pt x="439193" y="85036"/>
                </a:lnTo>
                <a:lnTo>
                  <a:pt x="438934" y="85521"/>
                </a:lnTo>
                <a:lnTo>
                  <a:pt x="438688" y="86011"/>
                </a:lnTo>
                <a:lnTo>
                  <a:pt x="438453" y="86507"/>
                </a:lnTo>
                <a:lnTo>
                  <a:pt x="438230" y="87008"/>
                </a:lnTo>
                <a:lnTo>
                  <a:pt x="438020" y="87515"/>
                </a:lnTo>
                <a:lnTo>
                  <a:pt x="437821" y="88027"/>
                </a:lnTo>
                <a:lnTo>
                  <a:pt x="437635" y="88544"/>
                </a:lnTo>
                <a:lnTo>
                  <a:pt x="437460" y="89067"/>
                </a:lnTo>
                <a:lnTo>
                  <a:pt x="437298" y="89596"/>
                </a:lnTo>
                <a:lnTo>
                  <a:pt x="437148" y="90130"/>
                </a:lnTo>
                <a:lnTo>
                  <a:pt x="437009" y="90669"/>
                </a:lnTo>
                <a:lnTo>
                  <a:pt x="436883" y="91213"/>
                </a:lnTo>
                <a:lnTo>
                  <a:pt x="436769" y="91764"/>
                </a:lnTo>
                <a:lnTo>
                  <a:pt x="436666" y="92319"/>
                </a:lnTo>
                <a:lnTo>
                  <a:pt x="436576" y="92880"/>
                </a:lnTo>
                <a:lnTo>
                  <a:pt x="436498" y="93447"/>
                </a:lnTo>
                <a:lnTo>
                  <a:pt x="436432" y="94019"/>
                </a:lnTo>
                <a:lnTo>
                  <a:pt x="436378" y="94596"/>
                </a:lnTo>
                <a:lnTo>
                  <a:pt x="436336" y="95179"/>
                </a:lnTo>
                <a:lnTo>
                  <a:pt x="436305" y="95767"/>
                </a:lnTo>
                <a:lnTo>
                  <a:pt x="436287" y="96361"/>
                </a:lnTo>
                <a:lnTo>
                  <a:pt x="436281" y="96960"/>
                </a:lnTo>
                <a:lnTo>
                  <a:pt x="436295" y="97863"/>
                </a:lnTo>
                <a:lnTo>
                  <a:pt x="436334" y="98752"/>
                </a:lnTo>
                <a:lnTo>
                  <a:pt x="436400" y="99629"/>
                </a:lnTo>
                <a:lnTo>
                  <a:pt x="436493" y="100493"/>
                </a:lnTo>
                <a:lnTo>
                  <a:pt x="436612" y="101343"/>
                </a:lnTo>
                <a:lnTo>
                  <a:pt x="436757" y="102181"/>
                </a:lnTo>
                <a:lnTo>
                  <a:pt x="436929" y="103005"/>
                </a:lnTo>
                <a:lnTo>
                  <a:pt x="437127" y="103816"/>
                </a:lnTo>
                <a:lnTo>
                  <a:pt x="437352" y="104614"/>
                </a:lnTo>
                <a:lnTo>
                  <a:pt x="437603" y="105399"/>
                </a:lnTo>
                <a:lnTo>
                  <a:pt x="437881" y="106171"/>
                </a:lnTo>
                <a:lnTo>
                  <a:pt x="438185" y="106930"/>
                </a:lnTo>
                <a:lnTo>
                  <a:pt x="438516" y="107676"/>
                </a:lnTo>
                <a:lnTo>
                  <a:pt x="438872" y="108408"/>
                </a:lnTo>
                <a:lnTo>
                  <a:pt x="439256" y="109128"/>
                </a:lnTo>
                <a:lnTo>
                  <a:pt x="439666" y="109834"/>
                </a:lnTo>
                <a:lnTo>
                  <a:pt x="440102" y="110527"/>
                </a:lnTo>
                <a:lnTo>
                  <a:pt x="440565" y="111208"/>
                </a:lnTo>
                <a:lnTo>
                  <a:pt x="441054" y="111875"/>
                </a:lnTo>
                <a:lnTo>
                  <a:pt x="441569" y="112529"/>
                </a:lnTo>
                <a:lnTo>
                  <a:pt x="442111" y="113170"/>
                </a:lnTo>
                <a:lnTo>
                  <a:pt x="442680" y="113798"/>
                </a:lnTo>
                <a:lnTo>
                  <a:pt x="443275" y="114412"/>
                </a:lnTo>
                <a:lnTo>
                  <a:pt x="443896" y="115014"/>
                </a:lnTo>
                <a:lnTo>
                  <a:pt x="444540" y="115597"/>
                </a:lnTo>
                <a:lnTo>
                  <a:pt x="445204" y="116155"/>
                </a:lnTo>
                <a:lnTo>
                  <a:pt x="445887" y="116688"/>
                </a:lnTo>
                <a:lnTo>
                  <a:pt x="446590" y="117196"/>
                </a:lnTo>
                <a:lnTo>
                  <a:pt x="447312" y="117680"/>
                </a:lnTo>
                <a:lnTo>
                  <a:pt x="448053" y="118138"/>
                </a:lnTo>
                <a:lnTo>
                  <a:pt x="448814" y="118572"/>
                </a:lnTo>
                <a:lnTo>
                  <a:pt x="449595" y="118981"/>
                </a:lnTo>
                <a:lnTo>
                  <a:pt x="450394" y="119366"/>
                </a:lnTo>
                <a:lnTo>
                  <a:pt x="451214" y="119725"/>
                </a:lnTo>
                <a:lnTo>
                  <a:pt x="452052" y="120060"/>
                </a:lnTo>
                <a:lnTo>
                  <a:pt x="452911" y="120370"/>
                </a:lnTo>
                <a:lnTo>
                  <a:pt x="453788" y="120655"/>
                </a:lnTo>
                <a:lnTo>
                  <a:pt x="454685" y="120915"/>
                </a:lnTo>
                <a:lnTo>
                  <a:pt x="455602" y="121151"/>
                </a:lnTo>
                <a:lnTo>
                  <a:pt x="456538" y="121362"/>
                </a:lnTo>
                <a:lnTo>
                  <a:pt x="457493" y="121548"/>
                </a:lnTo>
                <a:lnTo>
                  <a:pt x="458468" y="121709"/>
                </a:lnTo>
                <a:lnTo>
                  <a:pt x="459462" y="121845"/>
                </a:lnTo>
                <a:lnTo>
                  <a:pt x="460476" y="121957"/>
                </a:lnTo>
                <a:lnTo>
                  <a:pt x="461509" y="122044"/>
                </a:lnTo>
                <a:lnTo>
                  <a:pt x="462562" y="122106"/>
                </a:lnTo>
                <a:lnTo>
                  <a:pt x="463634" y="122143"/>
                </a:lnTo>
                <a:lnTo>
                  <a:pt x="464725" y="122155"/>
                </a:lnTo>
                <a:lnTo>
                  <a:pt x="465348" y="122150"/>
                </a:lnTo>
                <a:lnTo>
                  <a:pt x="465968" y="122136"/>
                </a:lnTo>
                <a:lnTo>
                  <a:pt x="466585" y="122111"/>
                </a:lnTo>
                <a:lnTo>
                  <a:pt x="467198" y="122077"/>
                </a:lnTo>
                <a:lnTo>
                  <a:pt x="467809" y="122033"/>
                </a:lnTo>
                <a:lnTo>
                  <a:pt x="468417" y="121979"/>
                </a:lnTo>
                <a:lnTo>
                  <a:pt x="469021" y="121915"/>
                </a:lnTo>
                <a:lnTo>
                  <a:pt x="469623" y="121842"/>
                </a:lnTo>
                <a:lnTo>
                  <a:pt x="470221" y="121759"/>
                </a:lnTo>
                <a:lnTo>
                  <a:pt x="470816" y="121666"/>
                </a:lnTo>
                <a:lnTo>
                  <a:pt x="471408" y="121563"/>
                </a:lnTo>
                <a:lnTo>
                  <a:pt x="471997" y="121450"/>
                </a:lnTo>
                <a:lnTo>
                  <a:pt x="472583" y="121328"/>
                </a:lnTo>
                <a:lnTo>
                  <a:pt x="473166" y="121196"/>
                </a:lnTo>
                <a:lnTo>
                  <a:pt x="473746" y="121054"/>
                </a:lnTo>
                <a:lnTo>
                  <a:pt x="474323" y="120902"/>
                </a:lnTo>
                <a:lnTo>
                  <a:pt x="474897" y="120740"/>
                </a:lnTo>
                <a:lnTo>
                  <a:pt x="475467" y="120569"/>
                </a:lnTo>
                <a:lnTo>
                  <a:pt x="476035" y="120388"/>
                </a:lnTo>
                <a:lnTo>
                  <a:pt x="476599" y="120197"/>
                </a:lnTo>
                <a:lnTo>
                  <a:pt x="477161" y="119996"/>
                </a:lnTo>
                <a:lnTo>
                  <a:pt x="477719" y="119785"/>
                </a:lnTo>
                <a:lnTo>
                  <a:pt x="478274" y="119565"/>
                </a:lnTo>
                <a:lnTo>
                  <a:pt x="478826" y="119335"/>
                </a:lnTo>
                <a:lnTo>
                  <a:pt x="479375" y="119095"/>
                </a:lnTo>
                <a:lnTo>
                  <a:pt x="479922" y="118845"/>
                </a:lnTo>
                <a:lnTo>
                  <a:pt x="480465" y="118586"/>
                </a:lnTo>
                <a:lnTo>
                  <a:pt x="481006" y="118317"/>
                </a:lnTo>
                <a:lnTo>
                  <a:pt x="481544" y="118038"/>
                </a:lnTo>
                <a:lnTo>
                  <a:pt x="482080" y="117749"/>
                </a:lnTo>
                <a:lnTo>
                  <a:pt x="482612" y="117450"/>
                </a:lnTo>
                <a:lnTo>
                  <a:pt x="483142" y="117142"/>
                </a:lnTo>
                <a:lnTo>
                  <a:pt x="483668" y="116823"/>
                </a:lnTo>
                <a:lnTo>
                  <a:pt x="484192" y="116495"/>
                </a:lnTo>
                <a:lnTo>
                  <a:pt x="484714" y="116157"/>
                </a:lnTo>
                <a:lnTo>
                  <a:pt x="485232" y="115810"/>
                </a:lnTo>
                <a:lnTo>
                  <a:pt x="485748" y="115452"/>
                </a:lnTo>
                <a:lnTo>
                  <a:pt x="486261" y="115085"/>
                </a:lnTo>
                <a:lnTo>
                  <a:pt x="486771" y="114708"/>
                </a:lnTo>
                <a:lnTo>
                  <a:pt x="487278" y="114321"/>
                </a:lnTo>
                <a:lnTo>
                  <a:pt x="487782" y="113925"/>
                </a:lnTo>
                <a:lnTo>
                  <a:pt x="488284" y="113518"/>
                </a:lnTo>
                <a:lnTo>
                  <a:pt x="488783" y="113102"/>
                </a:lnTo>
                <a:lnTo>
                  <a:pt x="489279" y="112676"/>
                </a:lnTo>
                <a:lnTo>
                  <a:pt x="489772" y="112240"/>
                </a:lnTo>
                <a:lnTo>
                  <a:pt x="490263" y="111795"/>
                </a:lnTo>
                <a:lnTo>
                  <a:pt x="490750" y="111340"/>
                </a:lnTo>
                <a:lnTo>
                  <a:pt x="491235" y="110874"/>
                </a:lnTo>
                <a:lnTo>
                  <a:pt x="491256" y="110930"/>
                </a:lnTo>
                <a:lnTo>
                  <a:pt x="491278" y="110991"/>
                </a:lnTo>
                <a:lnTo>
                  <a:pt x="491301" y="111057"/>
                </a:lnTo>
                <a:lnTo>
                  <a:pt x="491325" y="111127"/>
                </a:lnTo>
                <a:lnTo>
                  <a:pt x="491350" y="111202"/>
                </a:lnTo>
                <a:lnTo>
                  <a:pt x="491376" y="111282"/>
                </a:lnTo>
                <a:lnTo>
                  <a:pt x="491404" y="111367"/>
                </a:lnTo>
                <a:lnTo>
                  <a:pt x="491432" y="111456"/>
                </a:lnTo>
                <a:lnTo>
                  <a:pt x="491462" y="111550"/>
                </a:lnTo>
                <a:lnTo>
                  <a:pt x="491493" y="111649"/>
                </a:lnTo>
                <a:lnTo>
                  <a:pt x="491524" y="111753"/>
                </a:lnTo>
                <a:lnTo>
                  <a:pt x="491557" y="111861"/>
                </a:lnTo>
                <a:lnTo>
                  <a:pt x="491592" y="111975"/>
                </a:lnTo>
                <a:lnTo>
                  <a:pt x="491627" y="112093"/>
                </a:lnTo>
                <a:lnTo>
                  <a:pt x="491663" y="112215"/>
                </a:lnTo>
                <a:lnTo>
                  <a:pt x="491701" y="112343"/>
                </a:lnTo>
                <a:lnTo>
                  <a:pt x="491739" y="112475"/>
                </a:lnTo>
                <a:lnTo>
                  <a:pt x="491779" y="112612"/>
                </a:lnTo>
                <a:lnTo>
                  <a:pt x="491820" y="112754"/>
                </a:lnTo>
                <a:lnTo>
                  <a:pt x="491862" y="112900"/>
                </a:lnTo>
                <a:lnTo>
                  <a:pt x="491905" y="113051"/>
                </a:lnTo>
                <a:lnTo>
                  <a:pt x="491949" y="113207"/>
                </a:lnTo>
                <a:lnTo>
                  <a:pt x="491994" y="113368"/>
                </a:lnTo>
                <a:lnTo>
                  <a:pt x="492041" y="113533"/>
                </a:lnTo>
                <a:lnTo>
                  <a:pt x="492148" y="113899"/>
                </a:lnTo>
                <a:lnTo>
                  <a:pt x="492253" y="114257"/>
                </a:lnTo>
                <a:lnTo>
                  <a:pt x="492357" y="114607"/>
                </a:lnTo>
                <a:lnTo>
                  <a:pt x="492459" y="114950"/>
                </a:lnTo>
                <a:lnTo>
                  <a:pt x="492561" y="115286"/>
                </a:lnTo>
                <a:lnTo>
                  <a:pt x="492660" y="115613"/>
                </a:lnTo>
                <a:lnTo>
                  <a:pt x="492759" y="115934"/>
                </a:lnTo>
                <a:lnTo>
                  <a:pt x="492856" y="116246"/>
                </a:lnTo>
                <a:lnTo>
                  <a:pt x="492951" y="116551"/>
                </a:lnTo>
                <a:lnTo>
                  <a:pt x="493045" y="116849"/>
                </a:lnTo>
                <a:lnTo>
                  <a:pt x="493138" y="117139"/>
                </a:lnTo>
                <a:lnTo>
                  <a:pt x="493229" y="117421"/>
                </a:lnTo>
                <a:lnTo>
                  <a:pt x="493319" y="117696"/>
                </a:lnTo>
                <a:lnTo>
                  <a:pt x="493408" y="117964"/>
                </a:lnTo>
                <a:lnTo>
                  <a:pt x="493495" y="118223"/>
                </a:lnTo>
                <a:lnTo>
                  <a:pt x="493581" y="118476"/>
                </a:lnTo>
                <a:lnTo>
                  <a:pt x="493665" y="118720"/>
                </a:lnTo>
                <a:lnTo>
                  <a:pt x="493748" y="118957"/>
                </a:lnTo>
                <a:lnTo>
                  <a:pt x="493830" y="119187"/>
                </a:lnTo>
                <a:lnTo>
                  <a:pt x="493910" y="119409"/>
                </a:lnTo>
                <a:lnTo>
                  <a:pt x="493989" y="119623"/>
                </a:lnTo>
                <a:lnTo>
                  <a:pt x="494066" y="119830"/>
                </a:lnTo>
                <a:lnTo>
                  <a:pt x="494142" y="120030"/>
                </a:lnTo>
                <a:lnTo>
                  <a:pt x="494216" y="120221"/>
                </a:lnTo>
                <a:lnTo>
                  <a:pt x="516617" y="120221"/>
                </a:lnTo>
                <a:lnTo>
                  <a:pt x="516372" y="119712"/>
                </a:lnTo>
                <a:lnTo>
                  <a:pt x="516133" y="119206"/>
                </a:lnTo>
                <a:lnTo>
                  <a:pt x="515901" y="118702"/>
                </a:lnTo>
                <a:lnTo>
                  <a:pt x="515676" y="118201"/>
                </a:lnTo>
                <a:lnTo>
                  <a:pt x="515457" y="117703"/>
                </a:lnTo>
                <a:lnTo>
                  <a:pt x="515245" y="117207"/>
                </a:lnTo>
                <a:lnTo>
                  <a:pt x="515039" y="116714"/>
                </a:lnTo>
                <a:lnTo>
                  <a:pt x="514840" y="116224"/>
                </a:lnTo>
                <a:lnTo>
                  <a:pt x="514647" y="115736"/>
                </a:lnTo>
                <a:lnTo>
                  <a:pt x="514461" y="115251"/>
                </a:lnTo>
                <a:lnTo>
                  <a:pt x="514282" y="114769"/>
                </a:lnTo>
                <a:lnTo>
                  <a:pt x="514109" y="114289"/>
                </a:lnTo>
                <a:lnTo>
                  <a:pt x="513943" y="113812"/>
                </a:lnTo>
                <a:lnTo>
                  <a:pt x="513783" y="113337"/>
                </a:lnTo>
                <a:lnTo>
                  <a:pt x="513630" y="112866"/>
                </a:lnTo>
                <a:lnTo>
                  <a:pt x="513483" y="112396"/>
                </a:lnTo>
                <a:lnTo>
                  <a:pt x="513343" y="111930"/>
                </a:lnTo>
                <a:lnTo>
                  <a:pt x="513210" y="111466"/>
                </a:lnTo>
                <a:lnTo>
                  <a:pt x="513083" y="111005"/>
                </a:lnTo>
                <a:lnTo>
                  <a:pt x="512963" y="110546"/>
                </a:lnTo>
                <a:lnTo>
                  <a:pt x="512849" y="110091"/>
                </a:lnTo>
                <a:lnTo>
                  <a:pt x="512742" y="109637"/>
                </a:lnTo>
                <a:lnTo>
                  <a:pt x="512642" y="109187"/>
                </a:lnTo>
                <a:lnTo>
                  <a:pt x="512548" y="108739"/>
                </a:lnTo>
                <a:lnTo>
                  <a:pt x="512459" y="108282"/>
                </a:lnTo>
                <a:lnTo>
                  <a:pt x="512374" y="107805"/>
                </a:lnTo>
                <a:lnTo>
                  <a:pt x="512293" y="107307"/>
                </a:lnTo>
                <a:lnTo>
                  <a:pt x="512215" y="106788"/>
                </a:lnTo>
                <a:lnTo>
                  <a:pt x="512142" y="106249"/>
                </a:lnTo>
                <a:lnTo>
                  <a:pt x="512072" y="105690"/>
                </a:lnTo>
                <a:lnTo>
                  <a:pt x="512006" y="105110"/>
                </a:lnTo>
                <a:lnTo>
                  <a:pt x="511944" y="104509"/>
                </a:lnTo>
                <a:lnTo>
                  <a:pt x="511885" y="103887"/>
                </a:lnTo>
                <a:lnTo>
                  <a:pt x="511830" y="103246"/>
                </a:lnTo>
                <a:lnTo>
                  <a:pt x="511779" y="102583"/>
                </a:lnTo>
                <a:lnTo>
                  <a:pt x="511732" y="101900"/>
                </a:lnTo>
                <a:lnTo>
                  <a:pt x="511689" y="101197"/>
                </a:lnTo>
                <a:lnTo>
                  <a:pt x="511649" y="100472"/>
                </a:lnTo>
                <a:lnTo>
                  <a:pt x="511613" y="99728"/>
                </a:lnTo>
                <a:lnTo>
                  <a:pt x="511581" y="98962"/>
                </a:lnTo>
                <a:lnTo>
                  <a:pt x="511553" y="98177"/>
                </a:lnTo>
                <a:lnTo>
                  <a:pt x="511528" y="97370"/>
                </a:lnTo>
                <a:lnTo>
                  <a:pt x="511507" y="96543"/>
                </a:lnTo>
                <a:lnTo>
                  <a:pt x="511490" y="95696"/>
                </a:lnTo>
                <a:lnTo>
                  <a:pt x="511477" y="94828"/>
                </a:lnTo>
                <a:lnTo>
                  <a:pt x="511468" y="93939"/>
                </a:lnTo>
                <a:lnTo>
                  <a:pt x="511462" y="93030"/>
                </a:lnTo>
                <a:lnTo>
                  <a:pt x="511460" y="92100"/>
                </a:lnTo>
                <a:lnTo>
                  <a:pt x="511702" y="65671"/>
                </a:lnTo>
                <a:lnTo>
                  <a:pt x="511697" y="64458"/>
                </a:lnTo>
                <a:lnTo>
                  <a:pt x="511681" y="63277"/>
                </a:lnTo>
                <a:lnTo>
                  <a:pt x="511655" y="62128"/>
                </a:lnTo>
                <a:lnTo>
                  <a:pt x="511618" y="61012"/>
                </a:lnTo>
                <a:lnTo>
                  <a:pt x="511571" y="59927"/>
                </a:lnTo>
                <a:lnTo>
                  <a:pt x="511513" y="58874"/>
                </a:lnTo>
                <a:lnTo>
                  <a:pt x="511445" y="57854"/>
                </a:lnTo>
                <a:lnTo>
                  <a:pt x="511366" y="56865"/>
                </a:lnTo>
                <a:lnTo>
                  <a:pt x="511277" y="55909"/>
                </a:lnTo>
                <a:lnTo>
                  <a:pt x="511177" y="54984"/>
                </a:lnTo>
                <a:lnTo>
                  <a:pt x="511067" y="54092"/>
                </a:lnTo>
                <a:lnTo>
                  <a:pt x="510946" y="53231"/>
                </a:lnTo>
                <a:lnTo>
                  <a:pt x="510815" y="52403"/>
                </a:lnTo>
                <a:lnTo>
                  <a:pt x="510674" y="51607"/>
                </a:lnTo>
                <a:lnTo>
                  <a:pt x="510521" y="50842"/>
                </a:lnTo>
                <a:lnTo>
                  <a:pt x="510359" y="50110"/>
                </a:lnTo>
                <a:lnTo>
                  <a:pt x="510186" y="49410"/>
                </a:lnTo>
                <a:lnTo>
                  <a:pt x="510002" y="48742"/>
                </a:lnTo>
                <a:lnTo>
                  <a:pt x="509808" y="48106"/>
                </a:lnTo>
                <a:lnTo>
                  <a:pt x="509603" y="47501"/>
                </a:lnTo>
                <a:lnTo>
                  <a:pt x="509388" y="46929"/>
                </a:lnTo>
                <a:lnTo>
                  <a:pt x="509163" y="46389"/>
                </a:lnTo>
                <a:lnTo>
                  <a:pt x="508927" y="45881"/>
                </a:lnTo>
                <a:lnTo>
                  <a:pt x="508680" y="45405"/>
                </a:lnTo>
                <a:lnTo>
                  <a:pt x="508421" y="44949"/>
                </a:lnTo>
                <a:lnTo>
                  <a:pt x="508146" y="44499"/>
                </a:lnTo>
                <a:lnTo>
                  <a:pt x="507856" y="44056"/>
                </a:lnTo>
                <a:lnTo>
                  <a:pt x="507551" y="43619"/>
                </a:lnTo>
                <a:lnTo>
                  <a:pt x="507231" y="43189"/>
                </a:lnTo>
                <a:lnTo>
                  <a:pt x="506895" y="42766"/>
                </a:lnTo>
                <a:lnTo>
                  <a:pt x="506544" y="42350"/>
                </a:lnTo>
                <a:lnTo>
                  <a:pt x="506178" y="41940"/>
                </a:lnTo>
                <a:lnTo>
                  <a:pt x="505796" y="41538"/>
                </a:lnTo>
                <a:lnTo>
                  <a:pt x="505400" y="41141"/>
                </a:lnTo>
                <a:lnTo>
                  <a:pt x="504988" y="40752"/>
                </a:lnTo>
                <a:lnTo>
                  <a:pt x="504561" y="40369"/>
                </a:lnTo>
                <a:lnTo>
                  <a:pt x="504118" y="39993"/>
                </a:lnTo>
                <a:lnTo>
                  <a:pt x="503661" y="39624"/>
                </a:lnTo>
                <a:lnTo>
                  <a:pt x="503188" y="39261"/>
                </a:lnTo>
                <a:lnTo>
                  <a:pt x="502699" y="38905"/>
                </a:lnTo>
                <a:lnTo>
                  <a:pt x="502196" y="38556"/>
                </a:lnTo>
                <a:lnTo>
                  <a:pt x="501677" y="38214"/>
                </a:lnTo>
                <a:lnTo>
                  <a:pt x="501144" y="37878"/>
                </a:lnTo>
                <a:lnTo>
                  <a:pt x="500594" y="37549"/>
                </a:lnTo>
                <a:lnTo>
                  <a:pt x="500030" y="37227"/>
                </a:lnTo>
                <a:lnTo>
                  <a:pt x="499450" y="36911"/>
                </a:lnTo>
                <a:lnTo>
                  <a:pt x="498855" y="36602"/>
                </a:lnTo>
                <a:lnTo>
                  <a:pt x="498245" y="36300"/>
                </a:lnTo>
                <a:lnTo>
                  <a:pt x="497614" y="36008"/>
                </a:lnTo>
                <a:lnTo>
                  <a:pt x="496956" y="35727"/>
                </a:lnTo>
                <a:lnTo>
                  <a:pt x="496271" y="35460"/>
                </a:lnTo>
                <a:lnTo>
                  <a:pt x="495559" y="35204"/>
                </a:lnTo>
                <a:lnTo>
                  <a:pt x="494821" y="34962"/>
                </a:lnTo>
                <a:lnTo>
                  <a:pt x="494055" y="34731"/>
                </a:lnTo>
                <a:lnTo>
                  <a:pt x="493263" y="34513"/>
                </a:lnTo>
                <a:lnTo>
                  <a:pt x="492444" y="34308"/>
                </a:lnTo>
                <a:lnTo>
                  <a:pt x="491598" y="34115"/>
                </a:lnTo>
                <a:lnTo>
                  <a:pt x="490725" y="33935"/>
                </a:lnTo>
                <a:lnTo>
                  <a:pt x="489825" y="33766"/>
                </a:lnTo>
                <a:lnTo>
                  <a:pt x="488898" y="33611"/>
                </a:lnTo>
                <a:lnTo>
                  <a:pt x="487945" y="33468"/>
                </a:lnTo>
                <a:lnTo>
                  <a:pt x="486965" y="33337"/>
                </a:lnTo>
                <a:lnTo>
                  <a:pt x="485957" y="33219"/>
                </a:lnTo>
                <a:lnTo>
                  <a:pt x="484923" y="33113"/>
                </a:lnTo>
                <a:lnTo>
                  <a:pt x="483862" y="33019"/>
                </a:lnTo>
                <a:lnTo>
                  <a:pt x="482775" y="32938"/>
                </a:lnTo>
                <a:lnTo>
                  <a:pt x="481660" y="32870"/>
                </a:lnTo>
                <a:lnTo>
                  <a:pt x="480518" y="32814"/>
                </a:lnTo>
                <a:lnTo>
                  <a:pt x="479350" y="32770"/>
                </a:lnTo>
                <a:lnTo>
                  <a:pt x="478155" y="32739"/>
                </a:lnTo>
                <a:lnTo>
                  <a:pt x="476933" y="32721"/>
                </a:lnTo>
                <a:lnTo>
                  <a:pt x="475684" y="32714"/>
                </a:lnTo>
                <a:lnTo>
                  <a:pt x="474308" y="32725"/>
                </a:lnTo>
                <a:lnTo>
                  <a:pt x="472961" y="32756"/>
                </a:lnTo>
                <a:lnTo>
                  <a:pt x="471642" y="32809"/>
                </a:lnTo>
                <a:lnTo>
                  <a:pt x="470352" y="32882"/>
                </a:lnTo>
                <a:lnTo>
                  <a:pt x="469091" y="32977"/>
                </a:lnTo>
                <a:lnTo>
                  <a:pt x="467858" y="33092"/>
                </a:lnTo>
                <a:lnTo>
                  <a:pt x="466653" y="33228"/>
                </a:lnTo>
                <a:lnTo>
                  <a:pt x="465477" y="33386"/>
                </a:lnTo>
                <a:lnTo>
                  <a:pt x="464330" y="33564"/>
                </a:lnTo>
                <a:lnTo>
                  <a:pt x="463211" y="33764"/>
                </a:lnTo>
                <a:lnTo>
                  <a:pt x="462121" y="33984"/>
                </a:lnTo>
                <a:lnTo>
                  <a:pt x="461059" y="34225"/>
                </a:lnTo>
                <a:lnTo>
                  <a:pt x="460026" y="34488"/>
                </a:lnTo>
                <a:lnTo>
                  <a:pt x="459021" y="34771"/>
                </a:lnTo>
                <a:lnTo>
                  <a:pt x="458045" y="35075"/>
                </a:lnTo>
                <a:lnTo>
                  <a:pt x="457097" y="35400"/>
                </a:lnTo>
                <a:lnTo>
                  <a:pt x="456178" y="35747"/>
                </a:lnTo>
                <a:lnTo>
                  <a:pt x="455288" y="36114"/>
                </a:lnTo>
                <a:lnTo>
                  <a:pt x="454426" y="36502"/>
                </a:lnTo>
                <a:lnTo>
                  <a:pt x="453592" y="36911"/>
                </a:lnTo>
                <a:lnTo>
                  <a:pt x="452787" y="37341"/>
                </a:lnTo>
                <a:lnTo>
                  <a:pt x="452011" y="37792"/>
                </a:lnTo>
                <a:lnTo>
                  <a:pt x="451263" y="38265"/>
                </a:lnTo>
                <a:lnTo>
                  <a:pt x="450544" y="38758"/>
                </a:lnTo>
                <a:lnTo>
                  <a:pt x="449847" y="39272"/>
                </a:lnTo>
                <a:lnTo>
                  <a:pt x="449168" y="39810"/>
                </a:lnTo>
                <a:lnTo>
                  <a:pt x="448506" y="40370"/>
                </a:lnTo>
                <a:lnTo>
                  <a:pt x="447862" y="40953"/>
                </a:lnTo>
                <a:lnTo>
                  <a:pt x="447235" y="41558"/>
                </a:lnTo>
                <a:lnTo>
                  <a:pt x="446626" y="42186"/>
                </a:lnTo>
                <a:lnTo>
                  <a:pt x="446033" y="42837"/>
                </a:lnTo>
                <a:lnTo>
                  <a:pt x="445458" y="43511"/>
                </a:lnTo>
                <a:lnTo>
                  <a:pt x="444901" y="44207"/>
                </a:lnTo>
                <a:lnTo>
                  <a:pt x="444360" y="44926"/>
                </a:lnTo>
                <a:lnTo>
                  <a:pt x="443837" y="45667"/>
                </a:lnTo>
                <a:lnTo>
                  <a:pt x="443332" y="46431"/>
                </a:lnTo>
                <a:lnTo>
                  <a:pt x="442844" y="47218"/>
                </a:lnTo>
                <a:lnTo>
                  <a:pt x="442373" y="48028"/>
                </a:lnTo>
                <a:lnTo>
                  <a:pt x="441919" y="48860"/>
                </a:lnTo>
                <a:lnTo>
                  <a:pt x="441483" y="49715"/>
                </a:lnTo>
                <a:lnTo>
                  <a:pt x="441064" y="50593"/>
                </a:lnTo>
                <a:lnTo>
                  <a:pt x="440663" y="51493"/>
                </a:lnTo>
                <a:lnTo>
                  <a:pt x="440279" y="52416"/>
                </a:lnTo>
                <a:lnTo>
                  <a:pt x="439912" y="53362"/>
                </a:lnTo>
                <a:lnTo>
                  <a:pt x="439562" y="54330"/>
                </a:lnTo>
                <a:lnTo>
                  <a:pt x="439230" y="55321"/>
                </a:lnTo>
                <a:lnTo>
                  <a:pt x="438916" y="56335"/>
                </a:lnTo>
                <a:lnTo>
                  <a:pt x="438618" y="57371"/>
                </a:lnTo>
                <a:lnTo>
                  <a:pt x="459165" y="61078"/>
                </a:lnTo>
                <a:lnTo>
                  <a:pt x="459342" y="60576"/>
                </a:lnTo>
                <a:lnTo>
                  <a:pt x="459523" y="60087"/>
                </a:lnTo>
                <a:lnTo>
                  <a:pt x="459709" y="59611"/>
                </a:lnTo>
                <a:lnTo>
                  <a:pt x="459900" y="59147"/>
                </a:lnTo>
                <a:close/>
                <a:moveTo>
                  <a:pt x="489449" y="85838"/>
                </a:moveTo>
                <a:lnTo>
                  <a:pt x="489438" y="86445"/>
                </a:lnTo>
                <a:lnTo>
                  <a:pt x="489424" y="87034"/>
                </a:lnTo>
                <a:lnTo>
                  <a:pt x="489407" y="87605"/>
                </a:lnTo>
                <a:lnTo>
                  <a:pt x="489387" y="88159"/>
                </a:lnTo>
                <a:lnTo>
                  <a:pt x="489364" y="88694"/>
                </a:lnTo>
                <a:lnTo>
                  <a:pt x="489338" y="89211"/>
                </a:lnTo>
                <a:lnTo>
                  <a:pt x="489309" y="89710"/>
                </a:lnTo>
                <a:lnTo>
                  <a:pt x="489276" y="90192"/>
                </a:lnTo>
                <a:lnTo>
                  <a:pt x="489241" y="90655"/>
                </a:lnTo>
                <a:lnTo>
                  <a:pt x="489202" y="91101"/>
                </a:lnTo>
                <a:lnTo>
                  <a:pt x="489161" y="91528"/>
                </a:lnTo>
                <a:lnTo>
                  <a:pt x="489116" y="91938"/>
                </a:lnTo>
                <a:lnTo>
                  <a:pt x="489068" y="92329"/>
                </a:lnTo>
                <a:lnTo>
                  <a:pt x="489018" y="92703"/>
                </a:lnTo>
                <a:lnTo>
                  <a:pt x="488964" y="93058"/>
                </a:lnTo>
                <a:lnTo>
                  <a:pt x="488907" y="93396"/>
                </a:lnTo>
                <a:lnTo>
                  <a:pt x="488847" y="93715"/>
                </a:lnTo>
                <a:lnTo>
                  <a:pt x="488784" y="94017"/>
                </a:lnTo>
                <a:lnTo>
                  <a:pt x="488718" y="94301"/>
                </a:lnTo>
                <a:lnTo>
                  <a:pt x="488648" y="94567"/>
                </a:lnTo>
                <a:lnTo>
                  <a:pt x="488576" y="94814"/>
                </a:lnTo>
                <a:lnTo>
                  <a:pt x="488464" y="95177"/>
                </a:lnTo>
                <a:lnTo>
                  <a:pt x="488342" y="95535"/>
                </a:lnTo>
                <a:lnTo>
                  <a:pt x="488210" y="95888"/>
                </a:lnTo>
                <a:lnTo>
                  <a:pt x="488068" y="96237"/>
                </a:lnTo>
                <a:lnTo>
                  <a:pt x="487916" y="96581"/>
                </a:lnTo>
                <a:lnTo>
                  <a:pt x="487755" y="96920"/>
                </a:lnTo>
                <a:lnTo>
                  <a:pt x="487584" y="97255"/>
                </a:lnTo>
                <a:lnTo>
                  <a:pt x="487403" y="97584"/>
                </a:lnTo>
                <a:lnTo>
                  <a:pt x="487213" y="97910"/>
                </a:lnTo>
                <a:lnTo>
                  <a:pt x="487012" y="98230"/>
                </a:lnTo>
                <a:lnTo>
                  <a:pt x="486802" y="98545"/>
                </a:lnTo>
                <a:lnTo>
                  <a:pt x="486582" y="98856"/>
                </a:lnTo>
                <a:lnTo>
                  <a:pt x="486352" y="99163"/>
                </a:lnTo>
                <a:lnTo>
                  <a:pt x="486112" y="99464"/>
                </a:lnTo>
                <a:lnTo>
                  <a:pt x="485863" y="99761"/>
                </a:lnTo>
                <a:lnTo>
                  <a:pt x="485604" y="100053"/>
                </a:lnTo>
                <a:lnTo>
                  <a:pt x="485335" y="100340"/>
                </a:lnTo>
                <a:lnTo>
                  <a:pt x="485056" y="100623"/>
                </a:lnTo>
                <a:lnTo>
                  <a:pt x="484767" y="100901"/>
                </a:lnTo>
                <a:lnTo>
                  <a:pt x="484469" y="101174"/>
                </a:lnTo>
                <a:lnTo>
                  <a:pt x="484161" y="101443"/>
                </a:lnTo>
                <a:lnTo>
                  <a:pt x="483843" y="101706"/>
                </a:lnTo>
                <a:lnTo>
                  <a:pt x="483515" y="101966"/>
                </a:lnTo>
                <a:lnTo>
                  <a:pt x="483177" y="102220"/>
                </a:lnTo>
                <a:lnTo>
                  <a:pt x="482713" y="102545"/>
                </a:lnTo>
                <a:lnTo>
                  <a:pt x="482247" y="102856"/>
                </a:lnTo>
                <a:lnTo>
                  <a:pt x="481779" y="103153"/>
                </a:lnTo>
                <a:lnTo>
                  <a:pt x="481308" y="103436"/>
                </a:lnTo>
                <a:lnTo>
                  <a:pt x="480836" y="103706"/>
                </a:lnTo>
                <a:lnTo>
                  <a:pt x="480362" y="103962"/>
                </a:lnTo>
                <a:lnTo>
                  <a:pt x="479886" y="104203"/>
                </a:lnTo>
                <a:lnTo>
                  <a:pt x="479408" y="104432"/>
                </a:lnTo>
                <a:lnTo>
                  <a:pt x="478928" y="104646"/>
                </a:lnTo>
                <a:lnTo>
                  <a:pt x="478446" y="104846"/>
                </a:lnTo>
                <a:lnTo>
                  <a:pt x="477962" y="105033"/>
                </a:lnTo>
                <a:lnTo>
                  <a:pt x="477477" y="105206"/>
                </a:lnTo>
                <a:lnTo>
                  <a:pt x="476989" y="105365"/>
                </a:lnTo>
                <a:lnTo>
                  <a:pt x="476499" y="105510"/>
                </a:lnTo>
                <a:lnTo>
                  <a:pt x="476007" y="105641"/>
                </a:lnTo>
                <a:lnTo>
                  <a:pt x="475514" y="105759"/>
                </a:lnTo>
                <a:lnTo>
                  <a:pt x="475018" y="105862"/>
                </a:lnTo>
                <a:lnTo>
                  <a:pt x="474520" y="105952"/>
                </a:lnTo>
                <a:lnTo>
                  <a:pt x="474021" y="106028"/>
                </a:lnTo>
                <a:lnTo>
                  <a:pt x="473519" y="106090"/>
                </a:lnTo>
                <a:lnTo>
                  <a:pt x="473016" y="106139"/>
                </a:lnTo>
                <a:lnTo>
                  <a:pt x="472510" y="106173"/>
                </a:lnTo>
                <a:lnTo>
                  <a:pt x="472003" y="106194"/>
                </a:lnTo>
                <a:lnTo>
                  <a:pt x="471494" y="106201"/>
                </a:lnTo>
                <a:lnTo>
                  <a:pt x="471040" y="106195"/>
                </a:lnTo>
                <a:lnTo>
                  <a:pt x="470594" y="106177"/>
                </a:lnTo>
                <a:lnTo>
                  <a:pt x="470154" y="106147"/>
                </a:lnTo>
                <a:lnTo>
                  <a:pt x="469721" y="106106"/>
                </a:lnTo>
                <a:lnTo>
                  <a:pt x="469295" y="106052"/>
                </a:lnTo>
                <a:lnTo>
                  <a:pt x="468875" y="105987"/>
                </a:lnTo>
                <a:lnTo>
                  <a:pt x="468462" y="105910"/>
                </a:lnTo>
                <a:lnTo>
                  <a:pt x="468056" y="105821"/>
                </a:lnTo>
                <a:lnTo>
                  <a:pt x="467656" y="105720"/>
                </a:lnTo>
                <a:lnTo>
                  <a:pt x="467263" y="105607"/>
                </a:lnTo>
                <a:lnTo>
                  <a:pt x="466877" y="105482"/>
                </a:lnTo>
                <a:lnTo>
                  <a:pt x="466498" y="105345"/>
                </a:lnTo>
                <a:lnTo>
                  <a:pt x="466125" y="105197"/>
                </a:lnTo>
                <a:lnTo>
                  <a:pt x="465759" y="105036"/>
                </a:lnTo>
                <a:lnTo>
                  <a:pt x="465400" y="104864"/>
                </a:lnTo>
                <a:lnTo>
                  <a:pt x="465048" y="104680"/>
                </a:lnTo>
                <a:lnTo>
                  <a:pt x="464702" y="104484"/>
                </a:lnTo>
                <a:lnTo>
                  <a:pt x="464363" y="104276"/>
                </a:lnTo>
                <a:lnTo>
                  <a:pt x="464030" y="104056"/>
                </a:lnTo>
                <a:lnTo>
                  <a:pt x="463705" y="103825"/>
                </a:lnTo>
                <a:lnTo>
                  <a:pt x="463386" y="103581"/>
                </a:lnTo>
                <a:lnTo>
                  <a:pt x="463073" y="103325"/>
                </a:lnTo>
                <a:lnTo>
                  <a:pt x="462768" y="103058"/>
                </a:lnTo>
                <a:lnTo>
                  <a:pt x="462469" y="102779"/>
                </a:lnTo>
                <a:lnTo>
                  <a:pt x="462180" y="102491"/>
                </a:lnTo>
                <a:lnTo>
                  <a:pt x="461903" y="102199"/>
                </a:lnTo>
                <a:lnTo>
                  <a:pt x="461638" y="101903"/>
                </a:lnTo>
                <a:lnTo>
                  <a:pt x="461386" y="101602"/>
                </a:lnTo>
                <a:lnTo>
                  <a:pt x="461146" y="101297"/>
                </a:lnTo>
                <a:lnTo>
                  <a:pt x="460918" y="100987"/>
                </a:lnTo>
                <a:lnTo>
                  <a:pt x="460702" y="100673"/>
                </a:lnTo>
                <a:lnTo>
                  <a:pt x="460499" y="100354"/>
                </a:lnTo>
                <a:lnTo>
                  <a:pt x="460309" y="100031"/>
                </a:lnTo>
                <a:lnTo>
                  <a:pt x="460130" y="99704"/>
                </a:lnTo>
                <a:lnTo>
                  <a:pt x="459964" y="99372"/>
                </a:lnTo>
                <a:lnTo>
                  <a:pt x="459810" y="99036"/>
                </a:lnTo>
                <a:lnTo>
                  <a:pt x="459668" y="98695"/>
                </a:lnTo>
                <a:lnTo>
                  <a:pt x="459539" y="98350"/>
                </a:lnTo>
                <a:lnTo>
                  <a:pt x="459422" y="98001"/>
                </a:lnTo>
                <a:lnTo>
                  <a:pt x="459318" y="97647"/>
                </a:lnTo>
                <a:lnTo>
                  <a:pt x="459225" y="97288"/>
                </a:lnTo>
                <a:lnTo>
                  <a:pt x="459145" y="96925"/>
                </a:lnTo>
                <a:lnTo>
                  <a:pt x="459078" y="96558"/>
                </a:lnTo>
                <a:lnTo>
                  <a:pt x="459022" y="96187"/>
                </a:lnTo>
                <a:lnTo>
                  <a:pt x="458979" y="95810"/>
                </a:lnTo>
                <a:lnTo>
                  <a:pt x="458948" y="95430"/>
                </a:lnTo>
                <a:lnTo>
                  <a:pt x="458930" y="95045"/>
                </a:lnTo>
                <a:lnTo>
                  <a:pt x="458924" y="94656"/>
                </a:lnTo>
                <a:lnTo>
                  <a:pt x="458931" y="94261"/>
                </a:lnTo>
                <a:lnTo>
                  <a:pt x="458954" y="93871"/>
                </a:lnTo>
                <a:lnTo>
                  <a:pt x="458993" y="93488"/>
                </a:lnTo>
                <a:lnTo>
                  <a:pt x="459047" y="93110"/>
                </a:lnTo>
                <a:lnTo>
                  <a:pt x="459116" y="92738"/>
                </a:lnTo>
                <a:lnTo>
                  <a:pt x="459201" y="92372"/>
                </a:lnTo>
                <a:lnTo>
                  <a:pt x="459301" y="92012"/>
                </a:lnTo>
                <a:lnTo>
                  <a:pt x="459416" y="91657"/>
                </a:lnTo>
                <a:lnTo>
                  <a:pt x="459547" y="91308"/>
                </a:lnTo>
                <a:lnTo>
                  <a:pt x="459693" y="90965"/>
                </a:lnTo>
                <a:lnTo>
                  <a:pt x="459855" y="90628"/>
                </a:lnTo>
                <a:lnTo>
                  <a:pt x="460032" y="90297"/>
                </a:lnTo>
                <a:lnTo>
                  <a:pt x="460224" y="89971"/>
                </a:lnTo>
                <a:lnTo>
                  <a:pt x="460432" y="89652"/>
                </a:lnTo>
                <a:lnTo>
                  <a:pt x="460655" y="89338"/>
                </a:lnTo>
                <a:lnTo>
                  <a:pt x="460893" y="89030"/>
                </a:lnTo>
                <a:lnTo>
                  <a:pt x="461147" y="88728"/>
                </a:lnTo>
                <a:lnTo>
                  <a:pt x="461416" y="88431"/>
                </a:lnTo>
                <a:lnTo>
                  <a:pt x="461701" y="88140"/>
                </a:lnTo>
                <a:lnTo>
                  <a:pt x="462001" y="87856"/>
                </a:lnTo>
                <a:lnTo>
                  <a:pt x="462317" y="87577"/>
                </a:lnTo>
                <a:lnTo>
                  <a:pt x="462648" y="87303"/>
                </a:lnTo>
                <a:lnTo>
                  <a:pt x="462994" y="87036"/>
                </a:lnTo>
                <a:lnTo>
                  <a:pt x="463355" y="86774"/>
                </a:lnTo>
                <a:lnTo>
                  <a:pt x="463608" y="86615"/>
                </a:lnTo>
                <a:lnTo>
                  <a:pt x="463884" y="86455"/>
                </a:lnTo>
                <a:lnTo>
                  <a:pt x="464183" y="86295"/>
                </a:lnTo>
                <a:lnTo>
                  <a:pt x="464504" y="86135"/>
                </a:lnTo>
                <a:lnTo>
                  <a:pt x="464847" y="85975"/>
                </a:lnTo>
                <a:lnTo>
                  <a:pt x="465214" y="85814"/>
                </a:lnTo>
                <a:lnTo>
                  <a:pt x="465603" y="85653"/>
                </a:lnTo>
                <a:lnTo>
                  <a:pt x="466014" y="85491"/>
                </a:lnTo>
                <a:lnTo>
                  <a:pt x="466449" y="85330"/>
                </a:lnTo>
                <a:lnTo>
                  <a:pt x="466906" y="85168"/>
                </a:lnTo>
                <a:lnTo>
                  <a:pt x="467386" y="85006"/>
                </a:lnTo>
                <a:lnTo>
                  <a:pt x="467888" y="84844"/>
                </a:lnTo>
                <a:lnTo>
                  <a:pt x="468413" y="84681"/>
                </a:lnTo>
                <a:lnTo>
                  <a:pt x="468961" y="84518"/>
                </a:lnTo>
                <a:lnTo>
                  <a:pt x="469531" y="84355"/>
                </a:lnTo>
                <a:lnTo>
                  <a:pt x="470124" y="84191"/>
                </a:lnTo>
                <a:lnTo>
                  <a:pt x="470740" y="84028"/>
                </a:lnTo>
                <a:lnTo>
                  <a:pt x="471378" y="83864"/>
                </a:lnTo>
                <a:lnTo>
                  <a:pt x="472039" y="83699"/>
                </a:lnTo>
                <a:lnTo>
                  <a:pt x="472722" y="83535"/>
                </a:lnTo>
                <a:lnTo>
                  <a:pt x="473429" y="83370"/>
                </a:lnTo>
                <a:lnTo>
                  <a:pt x="474158" y="83205"/>
                </a:lnTo>
                <a:lnTo>
                  <a:pt x="474909" y="83039"/>
                </a:lnTo>
                <a:lnTo>
                  <a:pt x="475684" y="82874"/>
                </a:lnTo>
                <a:lnTo>
                  <a:pt x="476461" y="82709"/>
                </a:lnTo>
                <a:lnTo>
                  <a:pt x="477220" y="82546"/>
                </a:lnTo>
                <a:lnTo>
                  <a:pt x="477961" y="82385"/>
                </a:lnTo>
                <a:lnTo>
                  <a:pt x="478685" y="82225"/>
                </a:lnTo>
                <a:lnTo>
                  <a:pt x="479392" y="82068"/>
                </a:lnTo>
                <a:lnTo>
                  <a:pt x="480080" y="81913"/>
                </a:lnTo>
                <a:lnTo>
                  <a:pt x="480751" y="81759"/>
                </a:lnTo>
                <a:lnTo>
                  <a:pt x="481405" y="81608"/>
                </a:lnTo>
                <a:lnTo>
                  <a:pt x="482041" y="81459"/>
                </a:lnTo>
                <a:lnTo>
                  <a:pt x="482659" y="81311"/>
                </a:lnTo>
                <a:lnTo>
                  <a:pt x="483259" y="81165"/>
                </a:lnTo>
                <a:lnTo>
                  <a:pt x="483842" y="81022"/>
                </a:lnTo>
                <a:lnTo>
                  <a:pt x="484407" y="80880"/>
                </a:lnTo>
                <a:lnTo>
                  <a:pt x="484955" y="80740"/>
                </a:lnTo>
                <a:lnTo>
                  <a:pt x="485485" y="80602"/>
                </a:lnTo>
                <a:lnTo>
                  <a:pt x="485998" y="80467"/>
                </a:lnTo>
                <a:lnTo>
                  <a:pt x="486492" y="80333"/>
                </a:lnTo>
                <a:lnTo>
                  <a:pt x="486970" y="80201"/>
                </a:lnTo>
                <a:lnTo>
                  <a:pt x="487429" y="80070"/>
                </a:lnTo>
                <a:lnTo>
                  <a:pt x="487871" y="79942"/>
                </a:lnTo>
                <a:lnTo>
                  <a:pt x="488295" y="79816"/>
                </a:lnTo>
                <a:lnTo>
                  <a:pt x="488702" y="79692"/>
                </a:lnTo>
                <a:lnTo>
                  <a:pt x="489091" y="79570"/>
                </a:lnTo>
                <a:lnTo>
                  <a:pt x="489462" y="79449"/>
                </a:lnTo>
                <a:lnTo>
                  <a:pt x="489462" y="83909"/>
                </a:lnTo>
                <a:lnTo>
                  <a:pt x="489461" y="84570"/>
                </a:lnTo>
                <a:lnTo>
                  <a:pt x="489456" y="85213"/>
                </a:lnTo>
                <a:lnTo>
                  <a:pt x="489449" y="85838"/>
                </a:lnTo>
                <a:close/>
                <a:moveTo>
                  <a:pt x="319278" y="120221"/>
                </a:moveTo>
                <a:lnTo>
                  <a:pt x="319278" y="34648"/>
                </a:lnTo>
                <a:lnTo>
                  <a:pt x="296636" y="34648"/>
                </a:lnTo>
                <a:lnTo>
                  <a:pt x="296636" y="120221"/>
                </a:lnTo>
                <a:lnTo>
                  <a:pt x="319278" y="120221"/>
                </a:lnTo>
                <a:close/>
                <a:moveTo>
                  <a:pt x="1263623" y="23045"/>
                </a:moveTo>
                <a:lnTo>
                  <a:pt x="1286265" y="23045"/>
                </a:lnTo>
                <a:lnTo>
                  <a:pt x="1286265" y="2095"/>
                </a:lnTo>
                <a:lnTo>
                  <a:pt x="1263623" y="2095"/>
                </a:lnTo>
                <a:lnTo>
                  <a:pt x="1263623" y="23045"/>
                </a:lnTo>
                <a:close/>
                <a:moveTo>
                  <a:pt x="781335" y="120204"/>
                </a:moveTo>
                <a:lnTo>
                  <a:pt x="782390" y="120182"/>
                </a:lnTo>
                <a:lnTo>
                  <a:pt x="783426" y="120152"/>
                </a:lnTo>
                <a:lnTo>
                  <a:pt x="784445" y="120113"/>
                </a:lnTo>
                <a:lnTo>
                  <a:pt x="785444" y="120065"/>
                </a:lnTo>
                <a:lnTo>
                  <a:pt x="786425" y="120009"/>
                </a:lnTo>
                <a:lnTo>
                  <a:pt x="787388" y="119944"/>
                </a:lnTo>
                <a:lnTo>
                  <a:pt x="788332" y="119870"/>
                </a:lnTo>
                <a:lnTo>
                  <a:pt x="789258" y="119788"/>
                </a:lnTo>
                <a:lnTo>
                  <a:pt x="790166" y="119697"/>
                </a:lnTo>
                <a:lnTo>
                  <a:pt x="791054" y="119597"/>
                </a:lnTo>
                <a:lnTo>
                  <a:pt x="791925" y="119488"/>
                </a:lnTo>
                <a:lnTo>
                  <a:pt x="792777" y="119371"/>
                </a:lnTo>
                <a:lnTo>
                  <a:pt x="793610" y="119246"/>
                </a:lnTo>
                <a:lnTo>
                  <a:pt x="794425" y="119111"/>
                </a:lnTo>
                <a:lnTo>
                  <a:pt x="795222" y="118968"/>
                </a:lnTo>
                <a:lnTo>
                  <a:pt x="796000" y="118816"/>
                </a:lnTo>
                <a:lnTo>
                  <a:pt x="796760" y="118656"/>
                </a:lnTo>
                <a:lnTo>
                  <a:pt x="797501" y="118487"/>
                </a:lnTo>
                <a:lnTo>
                  <a:pt x="798223" y="118309"/>
                </a:lnTo>
                <a:lnTo>
                  <a:pt x="798928" y="118122"/>
                </a:lnTo>
                <a:lnTo>
                  <a:pt x="799613" y="117927"/>
                </a:lnTo>
                <a:lnTo>
                  <a:pt x="800281" y="117723"/>
                </a:lnTo>
                <a:lnTo>
                  <a:pt x="801153" y="117437"/>
                </a:lnTo>
                <a:lnTo>
                  <a:pt x="802010" y="117141"/>
                </a:lnTo>
                <a:lnTo>
                  <a:pt x="802852" y="116836"/>
                </a:lnTo>
                <a:lnTo>
                  <a:pt x="803678" y="116522"/>
                </a:lnTo>
                <a:lnTo>
                  <a:pt x="804490" y="116198"/>
                </a:lnTo>
                <a:lnTo>
                  <a:pt x="805286" y="115865"/>
                </a:lnTo>
                <a:lnTo>
                  <a:pt x="806068" y="115523"/>
                </a:lnTo>
                <a:lnTo>
                  <a:pt x="806834" y="115172"/>
                </a:lnTo>
                <a:lnTo>
                  <a:pt x="807585" y="114811"/>
                </a:lnTo>
                <a:lnTo>
                  <a:pt x="808322" y="114442"/>
                </a:lnTo>
                <a:lnTo>
                  <a:pt x="809043" y="114063"/>
                </a:lnTo>
                <a:lnTo>
                  <a:pt x="809748" y="113674"/>
                </a:lnTo>
                <a:lnTo>
                  <a:pt x="810439" y="113277"/>
                </a:lnTo>
                <a:lnTo>
                  <a:pt x="811115" y="112870"/>
                </a:lnTo>
                <a:lnTo>
                  <a:pt x="811775" y="112454"/>
                </a:lnTo>
                <a:lnTo>
                  <a:pt x="812421" y="112029"/>
                </a:lnTo>
                <a:lnTo>
                  <a:pt x="813051" y="111595"/>
                </a:lnTo>
                <a:lnTo>
                  <a:pt x="813666" y="111151"/>
                </a:lnTo>
                <a:lnTo>
                  <a:pt x="814267" y="110699"/>
                </a:lnTo>
                <a:lnTo>
                  <a:pt x="814852" y="110236"/>
                </a:lnTo>
                <a:lnTo>
                  <a:pt x="815422" y="109765"/>
                </a:lnTo>
                <a:lnTo>
                  <a:pt x="815976" y="109285"/>
                </a:lnTo>
                <a:lnTo>
                  <a:pt x="816516" y="108795"/>
                </a:lnTo>
                <a:lnTo>
                  <a:pt x="817041" y="108296"/>
                </a:lnTo>
                <a:lnTo>
                  <a:pt x="817719" y="107623"/>
                </a:lnTo>
                <a:lnTo>
                  <a:pt x="818384" y="106932"/>
                </a:lnTo>
                <a:lnTo>
                  <a:pt x="819036" y="106225"/>
                </a:lnTo>
                <a:lnTo>
                  <a:pt x="819675" y="105500"/>
                </a:lnTo>
                <a:lnTo>
                  <a:pt x="820301" y="104759"/>
                </a:lnTo>
                <a:lnTo>
                  <a:pt x="820913" y="104000"/>
                </a:lnTo>
                <a:lnTo>
                  <a:pt x="821513" y="103224"/>
                </a:lnTo>
                <a:lnTo>
                  <a:pt x="822099" y="102432"/>
                </a:lnTo>
                <a:lnTo>
                  <a:pt x="822672" y="101622"/>
                </a:lnTo>
                <a:lnTo>
                  <a:pt x="823232" y="100795"/>
                </a:lnTo>
                <a:lnTo>
                  <a:pt x="823779" y="99951"/>
                </a:lnTo>
                <a:lnTo>
                  <a:pt x="824313" y="99090"/>
                </a:lnTo>
                <a:lnTo>
                  <a:pt x="824833" y="98212"/>
                </a:lnTo>
                <a:lnTo>
                  <a:pt x="825341" y="97317"/>
                </a:lnTo>
                <a:lnTo>
                  <a:pt x="825835" y="96404"/>
                </a:lnTo>
                <a:lnTo>
                  <a:pt x="826316" y="95475"/>
                </a:lnTo>
                <a:lnTo>
                  <a:pt x="826784" y="94529"/>
                </a:lnTo>
                <a:lnTo>
                  <a:pt x="827239" y="93565"/>
                </a:lnTo>
                <a:lnTo>
                  <a:pt x="827680" y="92585"/>
                </a:lnTo>
                <a:lnTo>
                  <a:pt x="828109" y="91587"/>
                </a:lnTo>
                <a:lnTo>
                  <a:pt x="828524" y="90573"/>
                </a:lnTo>
                <a:lnTo>
                  <a:pt x="828926" y="89541"/>
                </a:lnTo>
                <a:lnTo>
                  <a:pt x="829315" y="88492"/>
                </a:lnTo>
                <a:lnTo>
                  <a:pt x="829691" y="87426"/>
                </a:lnTo>
                <a:lnTo>
                  <a:pt x="829987" y="86540"/>
                </a:lnTo>
                <a:lnTo>
                  <a:pt x="830270" y="85639"/>
                </a:lnTo>
                <a:lnTo>
                  <a:pt x="830541" y="84725"/>
                </a:lnTo>
                <a:lnTo>
                  <a:pt x="830799" y="83796"/>
                </a:lnTo>
                <a:lnTo>
                  <a:pt x="831045" y="82853"/>
                </a:lnTo>
                <a:lnTo>
                  <a:pt x="831278" y="81897"/>
                </a:lnTo>
                <a:lnTo>
                  <a:pt x="831498" y="80926"/>
                </a:lnTo>
                <a:lnTo>
                  <a:pt x="831706" y="79942"/>
                </a:lnTo>
                <a:lnTo>
                  <a:pt x="831901" y="78943"/>
                </a:lnTo>
                <a:lnTo>
                  <a:pt x="832083" y="77931"/>
                </a:lnTo>
                <a:lnTo>
                  <a:pt x="832253" y="76904"/>
                </a:lnTo>
                <a:lnTo>
                  <a:pt x="832411" y="75864"/>
                </a:lnTo>
                <a:lnTo>
                  <a:pt x="832556" y="74809"/>
                </a:lnTo>
                <a:lnTo>
                  <a:pt x="832688" y="73741"/>
                </a:lnTo>
                <a:lnTo>
                  <a:pt x="832807" y="72658"/>
                </a:lnTo>
                <a:lnTo>
                  <a:pt x="832914" y="71562"/>
                </a:lnTo>
                <a:lnTo>
                  <a:pt x="833009" y="70451"/>
                </a:lnTo>
                <a:lnTo>
                  <a:pt x="833091" y="69327"/>
                </a:lnTo>
                <a:lnTo>
                  <a:pt x="833160" y="68188"/>
                </a:lnTo>
                <a:lnTo>
                  <a:pt x="833217" y="67036"/>
                </a:lnTo>
                <a:lnTo>
                  <a:pt x="833261" y="65869"/>
                </a:lnTo>
                <a:lnTo>
                  <a:pt x="833292" y="64689"/>
                </a:lnTo>
                <a:lnTo>
                  <a:pt x="833311" y="63495"/>
                </a:lnTo>
                <a:lnTo>
                  <a:pt x="833317" y="62286"/>
                </a:lnTo>
                <a:lnTo>
                  <a:pt x="833311" y="60912"/>
                </a:lnTo>
                <a:lnTo>
                  <a:pt x="833290" y="59556"/>
                </a:lnTo>
                <a:lnTo>
                  <a:pt x="833257" y="58219"/>
                </a:lnTo>
                <a:lnTo>
                  <a:pt x="833210" y="56900"/>
                </a:lnTo>
                <a:lnTo>
                  <a:pt x="833149" y="55599"/>
                </a:lnTo>
                <a:lnTo>
                  <a:pt x="833076" y="54317"/>
                </a:lnTo>
                <a:lnTo>
                  <a:pt x="832988" y="53053"/>
                </a:lnTo>
                <a:lnTo>
                  <a:pt x="832888" y="51807"/>
                </a:lnTo>
                <a:lnTo>
                  <a:pt x="832773" y="50579"/>
                </a:lnTo>
                <a:lnTo>
                  <a:pt x="832646" y="49370"/>
                </a:lnTo>
                <a:lnTo>
                  <a:pt x="832505" y="48179"/>
                </a:lnTo>
                <a:lnTo>
                  <a:pt x="832350" y="47007"/>
                </a:lnTo>
                <a:lnTo>
                  <a:pt x="832182" y="45853"/>
                </a:lnTo>
                <a:lnTo>
                  <a:pt x="832001" y="44717"/>
                </a:lnTo>
                <a:lnTo>
                  <a:pt x="831806" y="43599"/>
                </a:lnTo>
                <a:lnTo>
                  <a:pt x="831598" y="42500"/>
                </a:lnTo>
                <a:lnTo>
                  <a:pt x="831377" y="41419"/>
                </a:lnTo>
                <a:lnTo>
                  <a:pt x="831142" y="40357"/>
                </a:lnTo>
                <a:lnTo>
                  <a:pt x="830893" y="39312"/>
                </a:lnTo>
                <a:lnTo>
                  <a:pt x="830631" y="38287"/>
                </a:lnTo>
                <a:lnTo>
                  <a:pt x="830356" y="37279"/>
                </a:lnTo>
                <a:lnTo>
                  <a:pt x="830067" y="36290"/>
                </a:lnTo>
                <a:lnTo>
                  <a:pt x="829765" y="35319"/>
                </a:lnTo>
                <a:lnTo>
                  <a:pt x="829450" y="34366"/>
                </a:lnTo>
                <a:lnTo>
                  <a:pt x="829121" y="33429"/>
                </a:lnTo>
                <a:lnTo>
                  <a:pt x="828780" y="32504"/>
                </a:lnTo>
                <a:lnTo>
                  <a:pt x="828427" y="31591"/>
                </a:lnTo>
                <a:lnTo>
                  <a:pt x="828062" y="30690"/>
                </a:lnTo>
                <a:lnTo>
                  <a:pt x="827684" y="29801"/>
                </a:lnTo>
                <a:lnTo>
                  <a:pt x="827294" y="28925"/>
                </a:lnTo>
                <a:lnTo>
                  <a:pt x="826892" y="28060"/>
                </a:lnTo>
                <a:lnTo>
                  <a:pt x="826477" y="27208"/>
                </a:lnTo>
                <a:lnTo>
                  <a:pt x="826050" y="26368"/>
                </a:lnTo>
                <a:lnTo>
                  <a:pt x="825611" y="25540"/>
                </a:lnTo>
                <a:lnTo>
                  <a:pt x="825159" y="24725"/>
                </a:lnTo>
                <a:lnTo>
                  <a:pt x="824696" y="23921"/>
                </a:lnTo>
                <a:lnTo>
                  <a:pt x="824219" y="23130"/>
                </a:lnTo>
                <a:lnTo>
                  <a:pt x="823731" y="22351"/>
                </a:lnTo>
                <a:lnTo>
                  <a:pt x="823230" y="21584"/>
                </a:lnTo>
                <a:lnTo>
                  <a:pt x="822717" y="20829"/>
                </a:lnTo>
                <a:lnTo>
                  <a:pt x="822191" y="20087"/>
                </a:lnTo>
                <a:lnTo>
                  <a:pt x="821654" y="19356"/>
                </a:lnTo>
                <a:lnTo>
                  <a:pt x="821104" y="18638"/>
                </a:lnTo>
                <a:lnTo>
                  <a:pt x="820541" y="17932"/>
                </a:lnTo>
                <a:lnTo>
                  <a:pt x="819967" y="17238"/>
                </a:lnTo>
                <a:lnTo>
                  <a:pt x="819380" y="16556"/>
                </a:lnTo>
                <a:lnTo>
                  <a:pt x="818780" y="15887"/>
                </a:lnTo>
                <a:lnTo>
                  <a:pt x="818169" y="15229"/>
                </a:lnTo>
                <a:lnTo>
                  <a:pt x="817546" y="14586"/>
                </a:lnTo>
                <a:lnTo>
                  <a:pt x="816913" y="13959"/>
                </a:lnTo>
                <a:lnTo>
                  <a:pt x="816269" y="13349"/>
                </a:lnTo>
                <a:lnTo>
                  <a:pt x="815615" y="12756"/>
                </a:lnTo>
                <a:lnTo>
                  <a:pt x="814951" y="12179"/>
                </a:lnTo>
                <a:lnTo>
                  <a:pt x="814276" y="11618"/>
                </a:lnTo>
                <a:lnTo>
                  <a:pt x="813591" y="11074"/>
                </a:lnTo>
                <a:lnTo>
                  <a:pt x="812895" y="10547"/>
                </a:lnTo>
                <a:lnTo>
                  <a:pt x="812190" y="10036"/>
                </a:lnTo>
                <a:lnTo>
                  <a:pt x="811474" y="9541"/>
                </a:lnTo>
                <a:lnTo>
                  <a:pt x="810747" y="9063"/>
                </a:lnTo>
                <a:lnTo>
                  <a:pt x="810010" y="8602"/>
                </a:lnTo>
                <a:lnTo>
                  <a:pt x="809263" y="8157"/>
                </a:lnTo>
                <a:lnTo>
                  <a:pt x="808506" y="7728"/>
                </a:lnTo>
                <a:lnTo>
                  <a:pt x="807738" y="7316"/>
                </a:lnTo>
                <a:lnTo>
                  <a:pt x="806960" y="6921"/>
                </a:lnTo>
                <a:lnTo>
                  <a:pt x="806171" y="6542"/>
                </a:lnTo>
                <a:lnTo>
                  <a:pt x="805372" y="6179"/>
                </a:lnTo>
                <a:lnTo>
                  <a:pt x="804563" y="5833"/>
                </a:lnTo>
                <a:lnTo>
                  <a:pt x="803743" y="5504"/>
                </a:lnTo>
                <a:lnTo>
                  <a:pt x="802913" y="5191"/>
                </a:lnTo>
                <a:lnTo>
                  <a:pt x="802073" y="4895"/>
                </a:lnTo>
                <a:lnTo>
                  <a:pt x="801222" y="4615"/>
                </a:lnTo>
                <a:lnTo>
                  <a:pt x="800361" y="4351"/>
                </a:lnTo>
                <a:lnTo>
                  <a:pt x="799704" y="4167"/>
                </a:lnTo>
                <a:lnTo>
                  <a:pt x="799023" y="3991"/>
                </a:lnTo>
                <a:lnTo>
                  <a:pt x="798318" y="3822"/>
                </a:lnTo>
                <a:lnTo>
                  <a:pt x="797588" y="3662"/>
                </a:lnTo>
                <a:lnTo>
                  <a:pt x="796834" y="3509"/>
                </a:lnTo>
                <a:lnTo>
                  <a:pt x="796055" y="3364"/>
                </a:lnTo>
                <a:lnTo>
                  <a:pt x="795252" y="3227"/>
                </a:lnTo>
                <a:lnTo>
                  <a:pt x="794425" y="3098"/>
                </a:lnTo>
                <a:lnTo>
                  <a:pt x="793574" y="2976"/>
                </a:lnTo>
                <a:lnTo>
                  <a:pt x="792698" y="2863"/>
                </a:lnTo>
                <a:lnTo>
                  <a:pt x="791798" y="2757"/>
                </a:lnTo>
                <a:lnTo>
                  <a:pt x="790873" y="2659"/>
                </a:lnTo>
                <a:lnTo>
                  <a:pt x="789924" y="2569"/>
                </a:lnTo>
                <a:lnTo>
                  <a:pt x="788951" y="2487"/>
                </a:lnTo>
                <a:lnTo>
                  <a:pt x="787954" y="2412"/>
                </a:lnTo>
                <a:lnTo>
                  <a:pt x="786932" y="2346"/>
                </a:lnTo>
                <a:lnTo>
                  <a:pt x="785885" y="2287"/>
                </a:lnTo>
                <a:lnTo>
                  <a:pt x="784815" y="2236"/>
                </a:lnTo>
                <a:lnTo>
                  <a:pt x="783720" y="2193"/>
                </a:lnTo>
                <a:lnTo>
                  <a:pt x="782601" y="2158"/>
                </a:lnTo>
                <a:lnTo>
                  <a:pt x="781457" y="2130"/>
                </a:lnTo>
                <a:lnTo>
                  <a:pt x="780289" y="2111"/>
                </a:lnTo>
                <a:lnTo>
                  <a:pt x="779097" y="2099"/>
                </a:lnTo>
                <a:lnTo>
                  <a:pt x="777880" y="2095"/>
                </a:lnTo>
                <a:lnTo>
                  <a:pt x="734288" y="2095"/>
                </a:lnTo>
                <a:lnTo>
                  <a:pt x="734288" y="120221"/>
                </a:lnTo>
                <a:lnTo>
                  <a:pt x="779169" y="120221"/>
                </a:lnTo>
                <a:lnTo>
                  <a:pt x="780261" y="120217"/>
                </a:lnTo>
                <a:lnTo>
                  <a:pt x="781335" y="120204"/>
                </a:lnTo>
                <a:close/>
                <a:moveTo>
                  <a:pt x="772352" y="22096"/>
                </a:moveTo>
                <a:lnTo>
                  <a:pt x="773451" y="22110"/>
                </a:lnTo>
                <a:lnTo>
                  <a:pt x="774516" y="22127"/>
                </a:lnTo>
                <a:lnTo>
                  <a:pt x="775548" y="22149"/>
                </a:lnTo>
                <a:lnTo>
                  <a:pt x="776547" y="22174"/>
                </a:lnTo>
                <a:lnTo>
                  <a:pt x="777513" y="22204"/>
                </a:lnTo>
                <a:lnTo>
                  <a:pt x="778445" y="22237"/>
                </a:lnTo>
                <a:lnTo>
                  <a:pt x="779344" y="22274"/>
                </a:lnTo>
                <a:lnTo>
                  <a:pt x="780210" y="22315"/>
                </a:lnTo>
                <a:lnTo>
                  <a:pt x="781043" y="22360"/>
                </a:lnTo>
                <a:lnTo>
                  <a:pt x="781842" y="22409"/>
                </a:lnTo>
                <a:lnTo>
                  <a:pt x="782608" y="22462"/>
                </a:lnTo>
                <a:lnTo>
                  <a:pt x="783340" y="22519"/>
                </a:lnTo>
                <a:lnTo>
                  <a:pt x="784040" y="22580"/>
                </a:lnTo>
                <a:lnTo>
                  <a:pt x="784706" y="22644"/>
                </a:lnTo>
                <a:lnTo>
                  <a:pt x="785339" y="22713"/>
                </a:lnTo>
                <a:lnTo>
                  <a:pt x="785938" y="22785"/>
                </a:lnTo>
                <a:lnTo>
                  <a:pt x="786504" y="22862"/>
                </a:lnTo>
                <a:lnTo>
                  <a:pt x="787037" y="22942"/>
                </a:lnTo>
                <a:lnTo>
                  <a:pt x="787537" y="23026"/>
                </a:lnTo>
                <a:lnTo>
                  <a:pt x="788003" y="23114"/>
                </a:lnTo>
                <a:lnTo>
                  <a:pt x="788436" y="23206"/>
                </a:lnTo>
                <a:lnTo>
                  <a:pt x="788989" y="23332"/>
                </a:lnTo>
                <a:lnTo>
                  <a:pt x="789534" y="23466"/>
                </a:lnTo>
                <a:lnTo>
                  <a:pt x="790071" y="23610"/>
                </a:lnTo>
                <a:lnTo>
                  <a:pt x="790600" y="23763"/>
                </a:lnTo>
                <a:lnTo>
                  <a:pt x="791121" y="23925"/>
                </a:lnTo>
                <a:lnTo>
                  <a:pt x="791634" y="24096"/>
                </a:lnTo>
                <a:lnTo>
                  <a:pt x="792138" y="24277"/>
                </a:lnTo>
                <a:lnTo>
                  <a:pt x="792635" y="24467"/>
                </a:lnTo>
                <a:lnTo>
                  <a:pt x="793123" y="24666"/>
                </a:lnTo>
                <a:lnTo>
                  <a:pt x="793603" y="24874"/>
                </a:lnTo>
                <a:lnTo>
                  <a:pt x="794075" y="25092"/>
                </a:lnTo>
                <a:lnTo>
                  <a:pt x="794539" y="25319"/>
                </a:lnTo>
                <a:lnTo>
                  <a:pt x="794995" y="25555"/>
                </a:lnTo>
                <a:lnTo>
                  <a:pt x="795443" y="25800"/>
                </a:lnTo>
                <a:lnTo>
                  <a:pt x="795883" y="26055"/>
                </a:lnTo>
                <a:lnTo>
                  <a:pt x="796314" y="26319"/>
                </a:lnTo>
                <a:lnTo>
                  <a:pt x="796738" y="26592"/>
                </a:lnTo>
                <a:lnTo>
                  <a:pt x="797153" y="26874"/>
                </a:lnTo>
                <a:lnTo>
                  <a:pt x="797560" y="27165"/>
                </a:lnTo>
                <a:lnTo>
                  <a:pt x="797960" y="27466"/>
                </a:lnTo>
                <a:lnTo>
                  <a:pt x="798351" y="27776"/>
                </a:lnTo>
                <a:lnTo>
                  <a:pt x="798733" y="28095"/>
                </a:lnTo>
                <a:lnTo>
                  <a:pt x="799108" y="28423"/>
                </a:lnTo>
                <a:lnTo>
                  <a:pt x="799475" y="28761"/>
                </a:lnTo>
                <a:lnTo>
                  <a:pt x="799834" y="29109"/>
                </a:lnTo>
                <a:lnTo>
                  <a:pt x="800187" y="29467"/>
                </a:lnTo>
                <a:lnTo>
                  <a:pt x="800532" y="29837"/>
                </a:lnTo>
                <a:lnTo>
                  <a:pt x="800871" y="30219"/>
                </a:lnTo>
                <a:lnTo>
                  <a:pt x="801204" y="30611"/>
                </a:lnTo>
                <a:lnTo>
                  <a:pt x="801530" y="31015"/>
                </a:lnTo>
                <a:lnTo>
                  <a:pt x="801848" y="31429"/>
                </a:lnTo>
                <a:lnTo>
                  <a:pt x="802161" y="31855"/>
                </a:lnTo>
                <a:lnTo>
                  <a:pt x="802466" y="32292"/>
                </a:lnTo>
                <a:lnTo>
                  <a:pt x="802765" y="32741"/>
                </a:lnTo>
                <a:lnTo>
                  <a:pt x="803057" y="33200"/>
                </a:lnTo>
                <a:lnTo>
                  <a:pt x="803343" y="33671"/>
                </a:lnTo>
                <a:lnTo>
                  <a:pt x="803621" y="34152"/>
                </a:lnTo>
                <a:lnTo>
                  <a:pt x="803893" y="34645"/>
                </a:lnTo>
                <a:lnTo>
                  <a:pt x="804158" y="35150"/>
                </a:lnTo>
                <a:lnTo>
                  <a:pt x="804417" y="35665"/>
                </a:lnTo>
                <a:lnTo>
                  <a:pt x="804669" y="36192"/>
                </a:lnTo>
                <a:lnTo>
                  <a:pt x="804914" y="36729"/>
                </a:lnTo>
                <a:lnTo>
                  <a:pt x="805152" y="37278"/>
                </a:lnTo>
                <a:lnTo>
                  <a:pt x="805384" y="37838"/>
                </a:lnTo>
                <a:lnTo>
                  <a:pt x="805609" y="38410"/>
                </a:lnTo>
                <a:lnTo>
                  <a:pt x="805827" y="38992"/>
                </a:lnTo>
                <a:lnTo>
                  <a:pt x="806039" y="39586"/>
                </a:lnTo>
                <a:lnTo>
                  <a:pt x="806243" y="40190"/>
                </a:lnTo>
                <a:lnTo>
                  <a:pt x="806441" y="40812"/>
                </a:lnTo>
                <a:lnTo>
                  <a:pt x="806629" y="41455"/>
                </a:lnTo>
                <a:lnTo>
                  <a:pt x="806810" y="42121"/>
                </a:lnTo>
                <a:lnTo>
                  <a:pt x="806982" y="42809"/>
                </a:lnTo>
                <a:lnTo>
                  <a:pt x="807146" y="43518"/>
                </a:lnTo>
                <a:lnTo>
                  <a:pt x="807301" y="44250"/>
                </a:lnTo>
                <a:lnTo>
                  <a:pt x="807448" y="45004"/>
                </a:lnTo>
                <a:lnTo>
                  <a:pt x="807586" y="45780"/>
                </a:lnTo>
                <a:lnTo>
                  <a:pt x="807716" y="46578"/>
                </a:lnTo>
                <a:lnTo>
                  <a:pt x="807838" y="47398"/>
                </a:lnTo>
                <a:lnTo>
                  <a:pt x="807951" y="48241"/>
                </a:lnTo>
                <a:lnTo>
                  <a:pt x="808056" y="49105"/>
                </a:lnTo>
                <a:lnTo>
                  <a:pt x="808153" y="49991"/>
                </a:lnTo>
                <a:lnTo>
                  <a:pt x="808241" y="50900"/>
                </a:lnTo>
                <a:lnTo>
                  <a:pt x="808321" y="51830"/>
                </a:lnTo>
                <a:lnTo>
                  <a:pt x="808392" y="52783"/>
                </a:lnTo>
                <a:lnTo>
                  <a:pt x="808455" y="53758"/>
                </a:lnTo>
                <a:lnTo>
                  <a:pt x="808510" y="54754"/>
                </a:lnTo>
                <a:lnTo>
                  <a:pt x="808556" y="55773"/>
                </a:lnTo>
                <a:lnTo>
                  <a:pt x="808593" y="56814"/>
                </a:lnTo>
                <a:lnTo>
                  <a:pt x="808623" y="57877"/>
                </a:lnTo>
                <a:lnTo>
                  <a:pt x="808644" y="58962"/>
                </a:lnTo>
                <a:lnTo>
                  <a:pt x="808656" y="60069"/>
                </a:lnTo>
                <a:lnTo>
                  <a:pt x="808661" y="61198"/>
                </a:lnTo>
                <a:lnTo>
                  <a:pt x="808656" y="62329"/>
                </a:lnTo>
                <a:lnTo>
                  <a:pt x="808644" y="63439"/>
                </a:lnTo>
                <a:lnTo>
                  <a:pt x="808623" y="64529"/>
                </a:lnTo>
                <a:lnTo>
                  <a:pt x="808593" y="65600"/>
                </a:lnTo>
                <a:lnTo>
                  <a:pt x="808556" y="66650"/>
                </a:lnTo>
                <a:lnTo>
                  <a:pt x="808510" y="67680"/>
                </a:lnTo>
                <a:lnTo>
                  <a:pt x="808455" y="68691"/>
                </a:lnTo>
                <a:lnTo>
                  <a:pt x="808392" y="69681"/>
                </a:lnTo>
                <a:lnTo>
                  <a:pt x="808321" y="70652"/>
                </a:lnTo>
                <a:lnTo>
                  <a:pt x="808241" y="71602"/>
                </a:lnTo>
                <a:lnTo>
                  <a:pt x="808153" y="72533"/>
                </a:lnTo>
                <a:lnTo>
                  <a:pt x="808056" y="73443"/>
                </a:lnTo>
                <a:lnTo>
                  <a:pt x="807951" y="74334"/>
                </a:lnTo>
                <a:lnTo>
                  <a:pt x="807838" y="75204"/>
                </a:lnTo>
                <a:lnTo>
                  <a:pt x="807716" y="76055"/>
                </a:lnTo>
                <a:lnTo>
                  <a:pt x="807586" y="76885"/>
                </a:lnTo>
                <a:lnTo>
                  <a:pt x="807448" y="77696"/>
                </a:lnTo>
                <a:lnTo>
                  <a:pt x="807301" y="78487"/>
                </a:lnTo>
                <a:lnTo>
                  <a:pt x="807146" y="79257"/>
                </a:lnTo>
                <a:lnTo>
                  <a:pt x="806982" y="80008"/>
                </a:lnTo>
                <a:lnTo>
                  <a:pt x="806810" y="80739"/>
                </a:lnTo>
                <a:lnTo>
                  <a:pt x="806629" y="81449"/>
                </a:lnTo>
                <a:lnTo>
                  <a:pt x="806441" y="82140"/>
                </a:lnTo>
                <a:lnTo>
                  <a:pt x="806243" y="82811"/>
                </a:lnTo>
                <a:lnTo>
                  <a:pt x="806039" y="83464"/>
                </a:lnTo>
                <a:lnTo>
                  <a:pt x="805831" y="84101"/>
                </a:lnTo>
                <a:lnTo>
                  <a:pt x="805617" y="84723"/>
                </a:lnTo>
                <a:lnTo>
                  <a:pt x="805398" y="85330"/>
                </a:lnTo>
                <a:lnTo>
                  <a:pt x="805175" y="85921"/>
                </a:lnTo>
                <a:lnTo>
                  <a:pt x="804947" y="86496"/>
                </a:lnTo>
                <a:lnTo>
                  <a:pt x="804713" y="87056"/>
                </a:lnTo>
                <a:lnTo>
                  <a:pt x="804475" y="87601"/>
                </a:lnTo>
                <a:lnTo>
                  <a:pt x="804232" y="88130"/>
                </a:lnTo>
                <a:lnTo>
                  <a:pt x="803984" y="88643"/>
                </a:lnTo>
                <a:lnTo>
                  <a:pt x="803731" y="89141"/>
                </a:lnTo>
                <a:lnTo>
                  <a:pt x="803473" y="89623"/>
                </a:lnTo>
                <a:lnTo>
                  <a:pt x="803211" y="90090"/>
                </a:lnTo>
                <a:lnTo>
                  <a:pt x="802943" y="90542"/>
                </a:lnTo>
                <a:lnTo>
                  <a:pt x="802671" y="90978"/>
                </a:lnTo>
                <a:lnTo>
                  <a:pt x="802394" y="91398"/>
                </a:lnTo>
                <a:lnTo>
                  <a:pt x="802111" y="91803"/>
                </a:lnTo>
                <a:lnTo>
                  <a:pt x="801824" y="92192"/>
                </a:lnTo>
                <a:lnTo>
                  <a:pt x="801532" y="92566"/>
                </a:lnTo>
                <a:lnTo>
                  <a:pt x="801235" y="92924"/>
                </a:lnTo>
                <a:lnTo>
                  <a:pt x="800933" y="93267"/>
                </a:lnTo>
                <a:lnTo>
                  <a:pt x="800627" y="93594"/>
                </a:lnTo>
                <a:lnTo>
                  <a:pt x="800315" y="93906"/>
                </a:lnTo>
                <a:lnTo>
                  <a:pt x="799999" y="94202"/>
                </a:lnTo>
                <a:lnTo>
                  <a:pt x="799676" y="94487"/>
                </a:lnTo>
                <a:lnTo>
                  <a:pt x="799347" y="94765"/>
                </a:lnTo>
                <a:lnTo>
                  <a:pt x="799011" y="95036"/>
                </a:lnTo>
                <a:lnTo>
                  <a:pt x="798668" y="95300"/>
                </a:lnTo>
                <a:lnTo>
                  <a:pt x="798318" y="95557"/>
                </a:lnTo>
                <a:lnTo>
                  <a:pt x="797961" y="95807"/>
                </a:lnTo>
                <a:lnTo>
                  <a:pt x="797598" y="96050"/>
                </a:lnTo>
                <a:lnTo>
                  <a:pt x="797228" y="96285"/>
                </a:lnTo>
                <a:lnTo>
                  <a:pt x="796850" y="96514"/>
                </a:lnTo>
                <a:lnTo>
                  <a:pt x="796466" y="96736"/>
                </a:lnTo>
                <a:lnTo>
                  <a:pt x="796075" y="96951"/>
                </a:lnTo>
                <a:lnTo>
                  <a:pt x="795678" y="97159"/>
                </a:lnTo>
                <a:lnTo>
                  <a:pt x="795273" y="97360"/>
                </a:lnTo>
                <a:lnTo>
                  <a:pt x="794861" y="97554"/>
                </a:lnTo>
                <a:lnTo>
                  <a:pt x="794443" y="97741"/>
                </a:lnTo>
                <a:lnTo>
                  <a:pt x="794018" y="97921"/>
                </a:lnTo>
                <a:lnTo>
                  <a:pt x="793586" y="98094"/>
                </a:lnTo>
                <a:lnTo>
                  <a:pt x="793147" y="98260"/>
                </a:lnTo>
                <a:lnTo>
                  <a:pt x="792701" y="98420"/>
                </a:lnTo>
                <a:lnTo>
                  <a:pt x="792249" y="98572"/>
                </a:lnTo>
                <a:lnTo>
                  <a:pt x="791789" y="98717"/>
                </a:lnTo>
                <a:lnTo>
                  <a:pt x="791323" y="98855"/>
                </a:lnTo>
                <a:lnTo>
                  <a:pt x="790850" y="98986"/>
                </a:lnTo>
                <a:lnTo>
                  <a:pt x="790370" y="99110"/>
                </a:lnTo>
                <a:lnTo>
                  <a:pt x="789991" y="99202"/>
                </a:lnTo>
                <a:lnTo>
                  <a:pt x="789592" y="99290"/>
                </a:lnTo>
                <a:lnTo>
                  <a:pt x="789175" y="99375"/>
                </a:lnTo>
                <a:lnTo>
                  <a:pt x="788738" y="99455"/>
                </a:lnTo>
                <a:lnTo>
                  <a:pt x="788282" y="99531"/>
                </a:lnTo>
                <a:lnTo>
                  <a:pt x="787806" y="99604"/>
                </a:lnTo>
                <a:lnTo>
                  <a:pt x="787311" y="99672"/>
                </a:lnTo>
                <a:lnTo>
                  <a:pt x="786797" y="99737"/>
                </a:lnTo>
                <a:lnTo>
                  <a:pt x="786264" y="99798"/>
                </a:lnTo>
                <a:lnTo>
                  <a:pt x="785711" y="99854"/>
                </a:lnTo>
                <a:lnTo>
                  <a:pt x="785139" y="99907"/>
                </a:lnTo>
                <a:lnTo>
                  <a:pt x="784548" y="99956"/>
                </a:lnTo>
                <a:lnTo>
                  <a:pt x="783937" y="100001"/>
                </a:lnTo>
                <a:lnTo>
                  <a:pt x="783307" y="100042"/>
                </a:lnTo>
                <a:lnTo>
                  <a:pt x="782658" y="100080"/>
                </a:lnTo>
                <a:lnTo>
                  <a:pt x="781990" y="100113"/>
                </a:lnTo>
                <a:lnTo>
                  <a:pt x="781302" y="100142"/>
                </a:lnTo>
                <a:lnTo>
                  <a:pt x="780595" y="100168"/>
                </a:lnTo>
                <a:lnTo>
                  <a:pt x="779868" y="100189"/>
                </a:lnTo>
                <a:lnTo>
                  <a:pt x="779122" y="100207"/>
                </a:lnTo>
                <a:lnTo>
                  <a:pt x="778357" y="100221"/>
                </a:lnTo>
                <a:lnTo>
                  <a:pt x="777573" y="100230"/>
                </a:lnTo>
                <a:lnTo>
                  <a:pt x="776769" y="100236"/>
                </a:lnTo>
                <a:lnTo>
                  <a:pt x="775946" y="100238"/>
                </a:lnTo>
                <a:lnTo>
                  <a:pt x="758139" y="100238"/>
                </a:lnTo>
                <a:lnTo>
                  <a:pt x="758139" y="22078"/>
                </a:lnTo>
                <a:lnTo>
                  <a:pt x="768855" y="22078"/>
                </a:lnTo>
                <a:lnTo>
                  <a:pt x="770054" y="22080"/>
                </a:lnTo>
                <a:lnTo>
                  <a:pt x="771220" y="22086"/>
                </a:lnTo>
                <a:lnTo>
                  <a:pt x="772352" y="22096"/>
                </a:lnTo>
                <a:close/>
                <a:moveTo>
                  <a:pt x="947048" y="120221"/>
                </a:moveTo>
                <a:lnTo>
                  <a:pt x="947048" y="2095"/>
                </a:lnTo>
                <a:lnTo>
                  <a:pt x="924889" y="2095"/>
                </a:lnTo>
                <a:lnTo>
                  <a:pt x="924889" y="81149"/>
                </a:lnTo>
                <a:lnTo>
                  <a:pt x="876543" y="2095"/>
                </a:lnTo>
                <a:lnTo>
                  <a:pt x="853337" y="2095"/>
                </a:lnTo>
                <a:lnTo>
                  <a:pt x="853337" y="120221"/>
                </a:lnTo>
                <a:lnTo>
                  <a:pt x="875495" y="120221"/>
                </a:lnTo>
                <a:lnTo>
                  <a:pt x="875495" y="42973"/>
                </a:lnTo>
                <a:lnTo>
                  <a:pt x="923116" y="120221"/>
                </a:lnTo>
                <a:lnTo>
                  <a:pt x="947048" y="120221"/>
                </a:lnTo>
                <a:close/>
                <a:moveTo>
                  <a:pt x="1240716" y="120221"/>
                </a:moveTo>
                <a:lnTo>
                  <a:pt x="1240716" y="2095"/>
                </a:lnTo>
                <a:lnTo>
                  <a:pt x="1218074" y="2095"/>
                </a:lnTo>
                <a:lnTo>
                  <a:pt x="1218074" y="120221"/>
                </a:lnTo>
                <a:lnTo>
                  <a:pt x="1240716" y="120221"/>
                </a:lnTo>
                <a:close/>
                <a:moveTo>
                  <a:pt x="967171" y="89731"/>
                </a:moveTo>
                <a:lnTo>
                  <a:pt x="967551" y="91205"/>
                </a:lnTo>
                <a:lnTo>
                  <a:pt x="967964" y="92646"/>
                </a:lnTo>
                <a:lnTo>
                  <a:pt x="968410" y="94054"/>
                </a:lnTo>
                <a:lnTo>
                  <a:pt x="968890" y="95429"/>
                </a:lnTo>
                <a:lnTo>
                  <a:pt x="969404" y="96771"/>
                </a:lnTo>
                <a:lnTo>
                  <a:pt x="969951" y="98081"/>
                </a:lnTo>
                <a:lnTo>
                  <a:pt x="970532" y="99357"/>
                </a:lnTo>
                <a:lnTo>
                  <a:pt x="971146" y="100600"/>
                </a:lnTo>
                <a:lnTo>
                  <a:pt x="971794" y="101811"/>
                </a:lnTo>
                <a:lnTo>
                  <a:pt x="972476" y="102988"/>
                </a:lnTo>
                <a:lnTo>
                  <a:pt x="973191" y="104133"/>
                </a:lnTo>
                <a:lnTo>
                  <a:pt x="973940" y="105244"/>
                </a:lnTo>
                <a:lnTo>
                  <a:pt x="974722" y="106323"/>
                </a:lnTo>
                <a:lnTo>
                  <a:pt x="975538" y="107369"/>
                </a:lnTo>
                <a:lnTo>
                  <a:pt x="976387" y="108382"/>
                </a:lnTo>
                <a:lnTo>
                  <a:pt x="977270" y="109361"/>
                </a:lnTo>
                <a:lnTo>
                  <a:pt x="978187" y="110308"/>
                </a:lnTo>
                <a:lnTo>
                  <a:pt x="979137" y="111222"/>
                </a:lnTo>
                <a:lnTo>
                  <a:pt x="980121" y="112103"/>
                </a:lnTo>
                <a:lnTo>
                  <a:pt x="981139" y="112950"/>
                </a:lnTo>
                <a:lnTo>
                  <a:pt x="982194" y="113760"/>
                </a:lnTo>
                <a:lnTo>
                  <a:pt x="983285" y="114535"/>
                </a:lnTo>
                <a:lnTo>
                  <a:pt x="984411" y="115273"/>
                </a:lnTo>
                <a:lnTo>
                  <a:pt x="985574" y="115976"/>
                </a:lnTo>
                <a:lnTo>
                  <a:pt x="986773" y="116642"/>
                </a:lnTo>
                <a:lnTo>
                  <a:pt x="988008" y="117272"/>
                </a:lnTo>
                <a:lnTo>
                  <a:pt x="989280" y="117867"/>
                </a:lnTo>
                <a:lnTo>
                  <a:pt x="990587" y="118425"/>
                </a:lnTo>
                <a:lnTo>
                  <a:pt x="991930" y="118947"/>
                </a:lnTo>
                <a:lnTo>
                  <a:pt x="993310" y="119434"/>
                </a:lnTo>
                <a:lnTo>
                  <a:pt x="994725" y="119884"/>
                </a:lnTo>
                <a:lnTo>
                  <a:pt x="996177" y="120298"/>
                </a:lnTo>
                <a:lnTo>
                  <a:pt x="997665" y="120676"/>
                </a:lnTo>
                <a:lnTo>
                  <a:pt x="999189" y="121019"/>
                </a:lnTo>
                <a:lnTo>
                  <a:pt x="1000748" y="121325"/>
                </a:lnTo>
                <a:lnTo>
                  <a:pt x="1002344" y="121595"/>
                </a:lnTo>
                <a:lnTo>
                  <a:pt x="1003977" y="121829"/>
                </a:lnTo>
                <a:lnTo>
                  <a:pt x="1005645" y="122027"/>
                </a:lnTo>
                <a:lnTo>
                  <a:pt x="1007349" y="122189"/>
                </a:lnTo>
                <a:lnTo>
                  <a:pt x="1009089" y="122315"/>
                </a:lnTo>
                <a:lnTo>
                  <a:pt x="1010866" y="122405"/>
                </a:lnTo>
                <a:lnTo>
                  <a:pt x="1012679" y="122460"/>
                </a:lnTo>
                <a:lnTo>
                  <a:pt x="1014527" y="122478"/>
                </a:lnTo>
                <a:lnTo>
                  <a:pt x="1015801" y="122470"/>
                </a:lnTo>
                <a:lnTo>
                  <a:pt x="1017057" y="122448"/>
                </a:lnTo>
                <a:lnTo>
                  <a:pt x="1018295" y="122410"/>
                </a:lnTo>
                <a:lnTo>
                  <a:pt x="1019516" y="122358"/>
                </a:lnTo>
                <a:lnTo>
                  <a:pt x="1020719" y="122290"/>
                </a:lnTo>
                <a:lnTo>
                  <a:pt x="1021905" y="122208"/>
                </a:lnTo>
                <a:lnTo>
                  <a:pt x="1023073" y="122110"/>
                </a:lnTo>
                <a:lnTo>
                  <a:pt x="1024223" y="121998"/>
                </a:lnTo>
                <a:lnTo>
                  <a:pt x="1025356" y="121870"/>
                </a:lnTo>
                <a:lnTo>
                  <a:pt x="1026471" y="121728"/>
                </a:lnTo>
                <a:lnTo>
                  <a:pt x="1027569" y="121570"/>
                </a:lnTo>
                <a:lnTo>
                  <a:pt x="1028648" y="121398"/>
                </a:lnTo>
                <a:lnTo>
                  <a:pt x="1029711" y="121210"/>
                </a:lnTo>
                <a:lnTo>
                  <a:pt x="1030755" y="121008"/>
                </a:lnTo>
                <a:lnTo>
                  <a:pt x="1031782" y="120791"/>
                </a:lnTo>
                <a:lnTo>
                  <a:pt x="1032791" y="120558"/>
                </a:lnTo>
                <a:lnTo>
                  <a:pt x="1033783" y="120311"/>
                </a:lnTo>
                <a:lnTo>
                  <a:pt x="1034757" y="120048"/>
                </a:lnTo>
                <a:lnTo>
                  <a:pt x="1035714" y="119771"/>
                </a:lnTo>
                <a:lnTo>
                  <a:pt x="1036652" y="119479"/>
                </a:lnTo>
                <a:lnTo>
                  <a:pt x="1037574" y="119171"/>
                </a:lnTo>
                <a:lnTo>
                  <a:pt x="1038477" y="118849"/>
                </a:lnTo>
                <a:lnTo>
                  <a:pt x="1039363" y="118511"/>
                </a:lnTo>
                <a:lnTo>
                  <a:pt x="1040231" y="118159"/>
                </a:lnTo>
                <a:lnTo>
                  <a:pt x="1041083" y="117791"/>
                </a:lnTo>
                <a:lnTo>
                  <a:pt x="1041918" y="117408"/>
                </a:lnTo>
                <a:lnTo>
                  <a:pt x="1042737" y="117008"/>
                </a:lnTo>
                <a:lnTo>
                  <a:pt x="1043540" y="116593"/>
                </a:lnTo>
                <a:lnTo>
                  <a:pt x="1044326" y="116162"/>
                </a:lnTo>
                <a:lnTo>
                  <a:pt x="1045096" y="115715"/>
                </a:lnTo>
                <a:lnTo>
                  <a:pt x="1045850" y="115252"/>
                </a:lnTo>
                <a:lnTo>
                  <a:pt x="1046588" y="114773"/>
                </a:lnTo>
                <a:lnTo>
                  <a:pt x="1047310" y="114279"/>
                </a:lnTo>
                <a:lnTo>
                  <a:pt x="1048015" y="113768"/>
                </a:lnTo>
                <a:lnTo>
                  <a:pt x="1048704" y="113242"/>
                </a:lnTo>
                <a:lnTo>
                  <a:pt x="1049377" y="112700"/>
                </a:lnTo>
                <a:lnTo>
                  <a:pt x="1050034" y="112142"/>
                </a:lnTo>
                <a:lnTo>
                  <a:pt x="1050674" y="111568"/>
                </a:lnTo>
                <a:lnTo>
                  <a:pt x="1051298" y="110979"/>
                </a:lnTo>
                <a:lnTo>
                  <a:pt x="1051906" y="110373"/>
                </a:lnTo>
                <a:lnTo>
                  <a:pt x="1052498" y="109752"/>
                </a:lnTo>
                <a:lnTo>
                  <a:pt x="1053073" y="109115"/>
                </a:lnTo>
                <a:lnTo>
                  <a:pt x="1053633" y="108462"/>
                </a:lnTo>
                <a:lnTo>
                  <a:pt x="1054176" y="107793"/>
                </a:lnTo>
                <a:lnTo>
                  <a:pt x="1054703" y="107109"/>
                </a:lnTo>
                <a:lnTo>
                  <a:pt x="1055213" y="106408"/>
                </a:lnTo>
                <a:lnTo>
                  <a:pt x="1055708" y="105692"/>
                </a:lnTo>
                <a:lnTo>
                  <a:pt x="1056186" y="104960"/>
                </a:lnTo>
                <a:lnTo>
                  <a:pt x="1056646" y="104217"/>
                </a:lnTo>
                <a:lnTo>
                  <a:pt x="1057087" y="103470"/>
                </a:lnTo>
                <a:lnTo>
                  <a:pt x="1057508" y="102719"/>
                </a:lnTo>
                <a:lnTo>
                  <a:pt x="1057909" y="101963"/>
                </a:lnTo>
                <a:lnTo>
                  <a:pt x="1058291" y="101203"/>
                </a:lnTo>
                <a:lnTo>
                  <a:pt x="1058653" y="100438"/>
                </a:lnTo>
                <a:lnTo>
                  <a:pt x="1058996" y="99669"/>
                </a:lnTo>
                <a:lnTo>
                  <a:pt x="1059319" y="98896"/>
                </a:lnTo>
                <a:lnTo>
                  <a:pt x="1059623" y="98117"/>
                </a:lnTo>
                <a:lnTo>
                  <a:pt x="1059907" y="97335"/>
                </a:lnTo>
                <a:lnTo>
                  <a:pt x="1060171" y="96548"/>
                </a:lnTo>
                <a:lnTo>
                  <a:pt x="1060416" y="95756"/>
                </a:lnTo>
                <a:lnTo>
                  <a:pt x="1060641" y="94960"/>
                </a:lnTo>
                <a:lnTo>
                  <a:pt x="1060847" y="94160"/>
                </a:lnTo>
                <a:lnTo>
                  <a:pt x="1061033" y="93354"/>
                </a:lnTo>
                <a:lnTo>
                  <a:pt x="1061199" y="92545"/>
                </a:lnTo>
                <a:lnTo>
                  <a:pt x="1061346" y="91731"/>
                </a:lnTo>
                <a:lnTo>
                  <a:pt x="1061474" y="90913"/>
                </a:lnTo>
                <a:lnTo>
                  <a:pt x="1061581" y="90090"/>
                </a:lnTo>
                <a:lnTo>
                  <a:pt x="1061669" y="89262"/>
                </a:lnTo>
                <a:lnTo>
                  <a:pt x="1061738" y="88430"/>
                </a:lnTo>
                <a:lnTo>
                  <a:pt x="1061787" y="87594"/>
                </a:lnTo>
                <a:lnTo>
                  <a:pt x="1061816" y="86753"/>
                </a:lnTo>
                <a:lnTo>
                  <a:pt x="1061826" y="85908"/>
                </a:lnTo>
                <a:lnTo>
                  <a:pt x="1061818" y="84979"/>
                </a:lnTo>
                <a:lnTo>
                  <a:pt x="1061793" y="84063"/>
                </a:lnTo>
                <a:lnTo>
                  <a:pt x="1061752" y="83158"/>
                </a:lnTo>
                <a:lnTo>
                  <a:pt x="1061695" y="82267"/>
                </a:lnTo>
                <a:lnTo>
                  <a:pt x="1061622" y="81388"/>
                </a:lnTo>
                <a:lnTo>
                  <a:pt x="1061531" y="80521"/>
                </a:lnTo>
                <a:lnTo>
                  <a:pt x="1061425" y="79667"/>
                </a:lnTo>
                <a:lnTo>
                  <a:pt x="1061302" y="78826"/>
                </a:lnTo>
                <a:lnTo>
                  <a:pt x="1061163" y="77996"/>
                </a:lnTo>
                <a:lnTo>
                  <a:pt x="1061008" y="77180"/>
                </a:lnTo>
                <a:lnTo>
                  <a:pt x="1060836" y="76376"/>
                </a:lnTo>
                <a:lnTo>
                  <a:pt x="1060648" y="75584"/>
                </a:lnTo>
                <a:lnTo>
                  <a:pt x="1060443" y="74805"/>
                </a:lnTo>
                <a:lnTo>
                  <a:pt x="1060222" y="74038"/>
                </a:lnTo>
                <a:lnTo>
                  <a:pt x="1059985" y="73284"/>
                </a:lnTo>
                <a:lnTo>
                  <a:pt x="1059731" y="72542"/>
                </a:lnTo>
                <a:lnTo>
                  <a:pt x="1059461" y="71813"/>
                </a:lnTo>
                <a:lnTo>
                  <a:pt x="1059175" y="71096"/>
                </a:lnTo>
                <a:lnTo>
                  <a:pt x="1058872" y="70392"/>
                </a:lnTo>
                <a:lnTo>
                  <a:pt x="1058553" y="69700"/>
                </a:lnTo>
                <a:lnTo>
                  <a:pt x="1058217" y="69021"/>
                </a:lnTo>
                <a:lnTo>
                  <a:pt x="1057865" y="68354"/>
                </a:lnTo>
                <a:lnTo>
                  <a:pt x="1057497" y="67700"/>
                </a:lnTo>
                <a:lnTo>
                  <a:pt x="1057112" y="67058"/>
                </a:lnTo>
                <a:lnTo>
                  <a:pt x="1056713" y="66428"/>
                </a:lnTo>
                <a:lnTo>
                  <a:pt x="1056302" y="65809"/>
                </a:lnTo>
                <a:lnTo>
                  <a:pt x="1055877" y="65201"/>
                </a:lnTo>
                <a:lnTo>
                  <a:pt x="1055440" y="64604"/>
                </a:lnTo>
                <a:lnTo>
                  <a:pt x="1054991" y="64019"/>
                </a:lnTo>
                <a:lnTo>
                  <a:pt x="1054529" y="63445"/>
                </a:lnTo>
                <a:lnTo>
                  <a:pt x="1054054" y="62882"/>
                </a:lnTo>
                <a:lnTo>
                  <a:pt x="1053567" y="62330"/>
                </a:lnTo>
                <a:lnTo>
                  <a:pt x="1053067" y="61790"/>
                </a:lnTo>
                <a:lnTo>
                  <a:pt x="1052555" y="61261"/>
                </a:lnTo>
                <a:lnTo>
                  <a:pt x="1052030" y="60743"/>
                </a:lnTo>
                <a:lnTo>
                  <a:pt x="1051492" y="60236"/>
                </a:lnTo>
                <a:lnTo>
                  <a:pt x="1050942" y="59740"/>
                </a:lnTo>
                <a:lnTo>
                  <a:pt x="1050379" y="59256"/>
                </a:lnTo>
                <a:lnTo>
                  <a:pt x="1049804" y="58783"/>
                </a:lnTo>
                <a:lnTo>
                  <a:pt x="1049216" y="58321"/>
                </a:lnTo>
                <a:lnTo>
                  <a:pt x="1048615" y="57870"/>
                </a:lnTo>
                <a:lnTo>
                  <a:pt x="1048002" y="57431"/>
                </a:lnTo>
                <a:lnTo>
                  <a:pt x="1047376" y="57002"/>
                </a:lnTo>
                <a:lnTo>
                  <a:pt x="1046738" y="56585"/>
                </a:lnTo>
                <a:lnTo>
                  <a:pt x="1046087" y="56180"/>
                </a:lnTo>
                <a:lnTo>
                  <a:pt x="1045424" y="55785"/>
                </a:lnTo>
                <a:lnTo>
                  <a:pt x="1044747" y="55401"/>
                </a:lnTo>
                <a:lnTo>
                  <a:pt x="1044059" y="55029"/>
                </a:lnTo>
                <a:lnTo>
                  <a:pt x="1043348" y="54663"/>
                </a:lnTo>
                <a:lnTo>
                  <a:pt x="1042606" y="54298"/>
                </a:lnTo>
                <a:lnTo>
                  <a:pt x="1041832" y="53933"/>
                </a:lnTo>
                <a:lnTo>
                  <a:pt x="1041027" y="53570"/>
                </a:lnTo>
                <a:lnTo>
                  <a:pt x="1040190" y="53208"/>
                </a:lnTo>
                <a:lnTo>
                  <a:pt x="1039322" y="52846"/>
                </a:lnTo>
                <a:lnTo>
                  <a:pt x="1038423" y="52486"/>
                </a:lnTo>
                <a:lnTo>
                  <a:pt x="1037492" y="52127"/>
                </a:lnTo>
                <a:lnTo>
                  <a:pt x="1036529" y="51768"/>
                </a:lnTo>
                <a:lnTo>
                  <a:pt x="1035535" y="51411"/>
                </a:lnTo>
                <a:lnTo>
                  <a:pt x="1034510" y="51054"/>
                </a:lnTo>
                <a:lnTo>
                  <a:pt x="1033453" y="50699"/>
                </a:lnTo>
                <a:lnTo>
                  <a:pt x="1032364" y="50344"/>
                </a:lnTo>
                <a:lnTo>
                  <a:pt x="1031244" y="49991"/>
                </a:lnTo>
                <a:lnTo>
                  <a:pt x="1030093" y="49639"/>
                </a:lnTo>
                <a:lnTo>
                  <a:pt x="1028910" y="49287"/>
                </a:lnTo>
                <a:lnTo>
                  <a:pt x="1027696" y="48937"/>
                </a:lnTo>
                <a:lnTo>
                  <a:pt x="1026450" y="48587"/>
                </a:lnTo>
                <a:lnTo>
                  <a:pt x="1025173" y="48239"/>
                </a:lnTo>
                <a:lnTo>
                  <a:pt x="1023864" y="47891"/>
                </a:lnTo>
                <a:lnTo>
                  <a:pt x="1022524" y="47544"/>
                </a:lnTo>
                <a:lnTo>
                  <a:pt x="1021152" y="47199"/>
                </a:lnTo>
                <a:lnTo>
                  <a:pt x="1019749" y="46854"/>
                </a:lnTo>
                <a:lnTo>
                  <a:pt x="1018314" y="46511"/>
                </a:lnTo>
                <a:lnTo>
                  <a:pt x="1016886" y="46168"/>
                </a:lnTo>
                <a:lnTo>
                  <a:pt x="1015503" y="45827"/>
                </a:lnTo>
                <a:lnTo>
                  <a:pt x="1014165" y="45487"/>
                </a:lnTo>
                <a:lnTo>
                  <a:pt x="1012871" y="45148"/>
                </a:lnTo>
                <a:lnTo>
                  <a:pt x="1011622" y="44810"/>
                </a:lnTo>
                <a:lnTo>
                  <a:pt x="1010418" y="44473"/>
                </a:lnTo>
                <a:lnTo>
                  <a:pt x="1009258" y="44137"/>
                </a:lnTo>
                <a:lnTo>
                  <a:pt x="1008144" y="43802"/>
                </a:lnTo>
                <a:lnTo>
                  <a:pt x="1007074" y="43469"/>
                </a:lnTo>
                <a:lnTo>
                  <a:pt x="1006049" y="43137"/>
                </a:lnTo>
                <a:lnTo>
                  <a:pt x="1005068" y="42806"/>
                </a:lnTo>
                <a:lnTo>
                  <a:pt x="1004133" y="42476"/>
                </a:lnTo>
                <a:lnTo>
                  <a:pt x="1003242" y="42147"/>
                </a:lnTo>
                <a:lnTo>
                  <a:pt x="1002396" y="41819"/>
                </a:lnTo>
                <a:lnTo>
                  <a:pt x="1001595" y="41492"/>
                </a:lnTo>
                <a:lnTo>
                  <a:pt x="1000838" y="41167"/>
                </a:lnTo>
                <a:lnTo>
                  <a:pt x="1000126" y="40843"/>
                </a:lnTo>
                <a:lnTo>
                  <a:pt x="999459" y="40519"/>
                </a:lnTo>
                <a:lnTo>
                  <a:pt x="998837" y="40197"/>
                </a:lnTo>
                <a:lnTo>
                  <a:pt x="998260" y="39876"/>
                </a:lnTo>
                <a:lnTo>
                  <a:pt x="997727" y="39557"/>
                </a:lnTo>
                <a:lnTo>
                  <a:pt x="997239" y="39238"/>
                </a:lnTo>
                <a:lnTo>
                  <a:pt x="996796" y="38920"/>
                </a:lnTo>
                <a:lnTo>
                  <a:pt x="996397" y="38604"/>
                </a:lnTo>
                <a:lnTo>
                  <a:pt x="996108" y="38354"/>
                </a:lnTo>
                <a:lnTo>
                  <a:pt x="995831" y="38099"/>
                </a:lnTo>
                <a:lnTo>
                  <a:pt x="995566" y="37840"/>
                </a:lnTo>
                <a:lnTo>
                  <a:pt x="995314" y="37577"/>
                </a:lnTo>
                <a:lnTo>
                  <a:pt x="995074" y="37309"/>
                </a:lnTo>
                <a:lnTo>
                  <a:pt x="994846" y="37038"/>
                </a:lnTo>
                <a:lnTo>
                  <a:pt x="994631" y="36762"/>
                </a:lnTo>
                <a:lnTo>
                  <a:pt x="994428" y="36482"/>
                </a:lnTo>
                <a:lnTo>
                  <a:pt x="994237" y="36198"/>
                </a:lnTo>
                <a:lnTo>
                  <a:pt x="994058" y="35909"/>
                </a:lnTo>
                <a:lnTo>
                  <a:pt x="993892" y="35617"/>
                </a:lnTo>
                <a:lnTo>
                  <a:pt x="993738" y="35320"/>
                </a:lnTo>
                <a:lnTo>
                  <a:pt x="993597" y="35019"/>
                </a:lnTo>
                <a:lnTo>
                  <a:pt x="993467" y="34714"/>
                </a:lnTo>
                <a:lnTo>
                  <a:pt x="993350" y="34404"/>
                </a:lnTo>
                <a:lnTo>
                  <a:pt x="993246" y="34091"/>
                </a:lnTo>
                <a:lnTo>
                  <a:pt x="993154" y="33773"/>
                </a:lnTo>
                <a:lnTo>
                  <a:pt x="993073" y="33451"/>
                </a:lnTo>
                <a:lnTo>
                  <a:pt x="993006" y="33125"/>
                </a:lnTo>
                <a:lnTo>
                  <a:pt x="992950" y="32794"/>
                </a:lnTo>
                <a:lnTo>
                  <a:pt x="992907" y="32459"/>
                </a:lnTo>
                <a:lnTo>
                  <a:pt x="992877" y="32121"/>
                </a:lnTo>
                <a:lnTo>
                  <a:pt x="992858" y="31777"/>
                </a:lnTo>
                <a:lnTo>
                  <a:pt x="992852" y="31430"/>
                </a:lnTo>
                <a:lnTo>
                  <a:pt x="992858" y="31050"/>
                </a:lnTo>
                <a:lnTo>
                  <a:pt x="992878" y="30677"/>
                </a:lnTo>
                <a:lnTo>
                  <a:pt x="992911" y="30310"/>
                </a:lnTo>
                <a:lnTo>
                  <a:pt x="992957" y="29950"/>
                </a:lnTo>
                <a:lnTo>
                  <a:pt x="993016" y="29596"/>
                </a:lnTo>
                <a:lnTo>
                  <a:pt x="993089" y="29248"/>
                </a:lnTo>
                <a:lnTo>
                  <a:pt x="993174" y="28907"/>
                </a:lnTo>
                <a:lnTo>
                  <a:pt x="993273" y="28573"/>
                </a:lnTo>
                <a:lnTo>
                  <a:pt x="993384" y="28245"/>
                </a:lnTo>
                <a:lnTo>
                  <a:pt x="993509" y="27923"/>
                </a:lnTo>
                <a:lnTo>
                  <a:pt x="993647" y="27608"/>
                </a:lnTo>
                <a:lnTo>
                  <a:pt x="993799" y="27299"/>
                </a:lnTo>
                <a:lnTo>
                  <a:pt x="993963" y="26996"/>
                </a:lnTo>
                <a:lnTo>
                  <a:pt x="994141" y="26700"/>
                </a:lnTo>
                <a:lnTo>
                  <a:pt x="994331" y="26411"/>
                </a:lnTo>
                <a:lnTo>
                  <a:pt x="994535" y="26128"/>
                </a:lnTo>
                <a:lnTo>
                  <a:pt x="994752" y="25851"/>
                </a:lnTo>
                <a:lnTo>
                  <a:pt x="994982" y="25581"/>
                </a:lnTo>
                <a:lnTo>
                  <a:pt x="995225" y="25317"/>
                </a:lnTo>
                <a:lnTo>
                  <a:pt x="995482" y="25060"/>
                </a:lnTo>
                <a:lnTo>
                  <a:pt x="995751" y="24809"/>
                </a:lnTo>
                <a:lnTo>
                  <a:pt x="996034" y="24565"/>
                </a:lnTo>
                <a:lnTo>
                  <a:pt x="996330" y="24327"/>
                </a:lnTo>
                <a:lnTo>
                  <a:pt x="996639" y="24095"/>
                </a:lnTo>
                <a:lnTo>
                  <a:pt x="997137" y="23746"/>
                </a:lnTo>
                <a:lnTo>
                  <a:pt x="997651" y="23413"/>
                </a:lnTo>
                <a:lnTo>
                  <a:pt x="998180" y="23094"/>
                </a:lnTo>
                <a:lnTo>
                  <a:pt x="998725" y="22789"/>
                </a:lnTo>
                <a:lnTo>
                  <a:pt x="999286" y="22500"/>
                </a:lnTo>
                <a:lnTo>
                  <a:pt x="999862" y="22226"/>
                </a:lnTo>
                <a:lnTo>
                  <a:pt x="1000454" y="21966"/>
                </a:lnTo>
                <a:lnTo>
                  <a:pt x="1001062" y="21721"/>
                </a:lnTo>
                <a:lnTo>
                  <a:pt x="1001685" y="21491"/>
                </a:lnTo>
                <a:lnTo>
                  <a:pt x="1002324" y="21276"/>
                </a:lnTo>
                <a:lnTo>
                  <a:pt x="1002979" y="21076"/>
                </a:lnTo>
                <a:lnTo>
                  <a:pt x="1003649" y="20890"/>
                </a:lnTo>
                <a:lnTo>
                  <a:pt x="1004335" y="20720"/>
                </a:lnTo>
                <a:lnTo>
                  <a:pt x="1005037" y="20564"/>
                </a:lnTo>
                <a:lnTo>
                  <a:pt x="1005754" y="20423"/>
                </a:lnTo>
                <a:lnTo>
                  <a:pt x="1006487" y="20297"/>
                </a:lnTo>
                <a:lnTo>
                  <a:pt x="1007236" y="20186"/>
                </a:lnTo>
                <a:lnTo>
                  <a:pt x="1008000" y="20089"/>
                </a:lnTo>
                <a:lnTo>
                  <a:pt x="1008780" y="20007"/>
                </a:lnTo>
                <a:lnTo>
                  <a:pt x="1009576" y="19941"/>
                </a:lnTo>
                <a:lnTo>
                  <a:pt x="1010388" y="19889"/>
                </a:lnTo>
                <a:lnTo>
                  <a:pt x="1011215" y="19852"/>
                </a:lnTo>
                <a:lnTo>
                  <a:pt x="1012057" y="19829"/>
                </a:lnTo>
                <a:lnTo>
                  <a:pt x="1012916" y="19822"/>
                </a:lnTo>
                <a:lnTo>
                  <a:pt x="1013746" y="19829"/>
                </a:lnTo>
                <a:lnTo>
                  <a:pt x="1014559" y="19850"/>
                </a:lnTo>
                <a:lnTo>
                  <a:pt x="1015355" y="19884"/>
                </a:lnTo>
                <a:lnTo>
                  <a:pt x="1016133" y="19933"/>
                </a:lnTo>
                <a:lnTo>
                  <a:pt x="1016894" y="19995"/>
                </a:lnTo>
                <a:lnTo>
                  <a:pt x="1017637" y="20071"/>
                </a:lnTo>
                <a:lnTo>
                  <a:pt x="1018363" y="20161"/>
                </a:lnTo>
                <a:lnTo>
                  <a:pt x="1019071" y="20265"/>
                </a:lnTo>
                <a:lnTo>
                  <a:pt x="1019762" y="20383"/>
                </a:lnTo>
                <a:lnTo>
                  <a:pt x="1020435" y="20514"/>
                </a:lnTo>
                <a:lnTo>
                  <a:pt x="1021091" y="20660"/>
                </a:lnTo>
                <a:lnTo>
                  <a:pt x="1021729" y="20819"/>
                </a:lnTo>
                <a:lnTo>
                  <a:pt x="1022350" y="20992"/>
                </a:lnTo>
                <a:lnTo>
                  <a:pt x="1022953" y="21179"/>
                </a:lnTo>
                <a:lnTo>
                  <a:pt x="1023539" y="21380"/>
                </a:lnTo>
                <a:lnTo>
                  <a:pt x="1024107" y="21595"/>
                </a:lnTo>
                <a:lnTo>
                  <a:pt x="1024658" y="21823"/>
                </a:lnTo>
                <a:lnTo>
                  <a:pt x="1025191" y="22066"/>
                </a:lnTo>
                <a:lnTo>
                  <a:pt x="1025707" y="22322"/>
                </a:lnTo>
                <a:lnTo>
                  <a:pt x="1026205" y="22592"/>
                </a:lnTo>
                <a:lnTo>
                  <a:pt x="1026686" y="22876"/>
                </a:lnTo>
                <a:lnTo>
                  <a:pt x="1027150" y="23174"/>
                </a:lnTo>
                <a:lnTo>
                  <a:pt x="1027595" y="23485"/>
                </a:lnTo>
                <a:lnTo>
                  <a:pt x="1028024" y="23811"/>
                </a:lnTo>
                <a:lnTo>
                  <a:pt x="1028437" y="24152"/>
                </a:lnTo>
                <a:lnTo>
                  <a:pt x="1028839" y="24511"/>
                </a:lnTo>
                <a:lnTo>
                  <a:pt x="1029228" y="24888"/>
                </a:lnTo>
                <a:lnTo>
                  <a:pt x="1029605" y="25282"/>
                </a:lnTo>
                <a:lnTo>
                  <a:pt x="1029970" y="25695"/>
                </a:lnTo>
                <a:lnTo>
                  <a:pt x="1030323" y="26125"/>
                </a:lnTo>
                <a:lnTo>
                  <a:pt x="1030663" y="26573"/>
                </a:lnTo>
                <a:lnTo>
                  <a:pt x="1030992" y="27038"/>
                </a:lnTo>
                <a:lnTo>
                  <a:pt x="1031308" y="27522"/>
                </a:lnTo>
                <a:lnTo>
                  <a:pt x="1031612" y="28023"/>
                </a:lnTo>
                <a:lnTo>
                  <a:pt x="1031904" y="28542"/>
                </a:lnTo>
                <a:lnTo>
                  <a:pt x="1032184" y="29078"/>
                </a:lnTo>
                <a:lnTo>
                  <a:pt x="1032451" y="29633"/>
                </a:lnTo>
                <a:lnTo>
                  <a:pt x="1032707" y="30205"/>
                </a:lnTo>
                <a:lnTo>
                  <a:pt x="1032950" y="30795"/>
                </a:lnTo>
                <a:lnTo>
                  <a:pt x="1033181" y="31403"/>
                </a:lnTo>
                <a:lnTo>
                  <a:pt x="1033400" y="32028"/>
                </a:lnTo>
                <a:lnTo>
                  <a:pt x="1033606" y="32672"/>
                </a:lnTo>
                <a:lnTo>
                  <a:pt x="1033801" y="33333"/>
                </a:lnTo>
                <a:lnTo>
                  <a:pt x="1033983" y="34011"/>
                </a:lnTo>
                <a:lnTo>
                  <a:pt x="1034153" y="34708"/>
                </a:lnTo>
                <a:lnTo>
                  <a:pt x="1034311" y="35422"/>
                </a:lnTo>
                <a:lnTo>
                  <a:pt x="1034457" y="36155"/>
                </a:lnTo>
                <a:lnTo>
                  <a:pt x="1034591" y="36904"/>
                </a:lnTo>
                <a:lnTo>
                  <a:pt x="1058442" y="35937"/>
                </a:lnTo>
                <a:lnTo>
                  <a:pt x="1058376" y="34586"/>
                </a:lnTo>
                <a:lnTo>
                  <a:pt x="1058274" y="33258"/>
                </a:lnTo>
                <a:lnTo>
                  <a:pt x="1058134" y="31953"/>
                </a:lnTo>
                <a:lnTo>
                  <a:pt x="1057957" y="30670"/>
                </a:lnTo>
                <a:lnTo>
                  <a:pt x="1057743" y="29410"/>
                </a:lnTo>
                <a:lnTo>
                  <a:pt x="1057493" y="28172"/>
                </a:lnTo>
                <a:lnTo>
                  <a:pt x="1057205" y="26958"/>
                </a:lnTo>
                <a:lnTo>
                  <a:pt x="1056880" y="25766"/>
                </a:lnTo>
                <a:lnTo>
                  <a:pt x="1056517" y="24597"/>
                </a:lnTo>
                <a:lnTo>
                  <a:pt x="1056118" y="23451"/>
                </a:lnTo>
                <a:lnTo>
                  <a:pt x="1055682" y="22328"/>
                </a:lnTo>
                <a:lnTo>
                  <a:pt x="1055209" y="21227"/>
                </a:lnTo>
                <a:lnTo>
                  <a:pt x="1054698" y="20149"/>
                </a:lnTo>
                <a:lnTo>
                  <a:pt x="1054151" y="19094"/>
                </a:lnTo>
                <a:lnTo>
                  <a:pt x="1053566" y="18062"/>
                </a:lnTo>
                <a:lnTo>
                  <a:pt x="1052945" y="17052"/>
                </a:lnTo>
                <a:lnTo>
                  <a:pt x="1052286" y="16065"/>
                </a:lnTo>
                <a:lnTo>
                  <a:pt x="1051590" y="15101"/>
                </a:lnTo>
                <a:lnTo>
                  <a:pt x="1050857" y="14160"/>
                </a:lnTo>
                <a:lnTo>
                  <a:pt x="1050088" y="13242"/>
                </a:lnTo>
                <a:lnTo>
                  <a:pt x="1049281" y="12346"/>
                </a:lnTo>
                <a:lnTo>
                  <a:pt x="1048437" y="11473"/>
                </a:lnTo>
                <a:lnTo>
                  <a:pt x="1047555" y="10623"/>
                </a:lnTo>
                <a:lnTo>
                  <a:pt x="1046637" y="9795"/>
                </a:lnTo>
                <a:lnTo>
                  <a:pt x="1045681" y="8996"/>
                </a:lnTo>
                <a:lnTo>
                  <a:pt x="1044687" y="8231"/>
                </a:lnTo>
                <a:lnTo>
                  <a:pt x="1043655" y="7499"/>
                </a:lnTo>
                <a:lnTo>
                  <a:pt x="1042585" y="6802"/>
                </a:lnTo>
                <a:lnTo>
                  <a:pt x="1041476" y="6139"/>
                </a:lnTo>
                <a:lnTo>
                  <a:pt x="1040330" y="5510"/>
                </a:lnTo>
                <a:lnTo>
                  <a:pt x="1039145" y="4915"/>
                </a:lnTo>
                <a:lnTo>
                  <a:pt x="1037921" y="4353"/>
                </a:lnTo>
                <a:lnTo>
                  <a:pt x="1036660" y="3826"/>
                </a:lnTo>
                <a:lnTo>
                  <a:pt x="1035361" y="3333"/>
                </a:lnTo>
                <a:lnTo>
                  <a:pt x="1034023" y="2874"/>
                </a:lnTo>
                <a:lnTo>
                  <a:pt x="1032647" y="2449"/>
                </a:lnTo>
                <a:lnTo>
                  <a:pt x="1031233" y="2058"/>
                </a:lnTo>
                <a:lnTo>
                  <a:pt x="1029781" y="1701"/>
                </a:lnTo>
                <a:lnTo>
                  <a:pt x="1028290" y="1377"/>
                </a:lnTo>
                <a:lnTo>
                  <a:pt x="1026762" y="1088"/>
                </a:lnTo>
                <a:lnTo>
                  <a:pt x="1025195" y="833"/>
                </a:lnTo>
                <a:lnTo>
                  <a:pt x="1023590" y="612"/>
                </a:lnTo>
                <a:lnTo>
                  <a:pt x="1021946" y="425"/>
                </a:lnTo>
                <a:lnTo>
                  <a:pt x="1020265" y="272"/>
                </a:lnTo>
                <a:lnTo>
                  <a:pt x="1018545" y="153"/>
                </a:lnTo>
                <a:lnTo>
                  <a:pt x="1016788" y="68"/>
                </a:lnTo>
                <a:lnTo>
                  <a:pt x="1014992" y="17"/>
                </a:lnTo>
                <a:lnTo>
                  <a:pt x="1013157" y="0"/>
                </a:lnTo>
                <a:lnTo>
                  <a:pt x="1012030" y="7"/>
                </a:lnTo>
                <a:lnTo>
                  <a:pt x="1010915" y="29"/>
                </a:lnTo>
                <a:lnTo>
                  <a:pt x="1009815" y="64"/>
                </a:lnTo>
                <a:lnTo>
                  <a:pt x="1008729" y="114"/>
                </a:lnTo>
                <a:lnTo>
                  <a:pt x="1007657" y="179"/>
                </a:lnTo>
                <a:lnTo>
                  <a:pt x="1006598" y="257"/>
                </a:lnTo>
                <a:lnTo>
                  <a:pt x="1005553" y="350"/>
                </a:lnTo>
                <a:lnTo>
                  <a:pt x="1004522" y="458"/>
                </a:lnTo>
                <a:lnTo>
                  <a:pt x="1003505" y="579"/>
                </a:lnTo>
                <a:lnTo>
                  <a:pt x="1002502" y="715"/>
                </a:lnTo>
                <a:lnTo>
                  <a:pt x="1001512" y="865"/>
                </a:lnTo>
                <a:lnTo>
                  <a:pt x="1000537" y="1030"/>
                </a:lnTo>
                <a:lnTo>
                  <a:pt x="999575" y="1209"/>
                </a:lnTo>
                <a:lnTo>
                  <a:pt x="998627" y="1402"/>
                </a:lnTo>
                <a:lnTo>
                  <a:pt x="997693" y="1609"/>
                </a:lnTo>
                <a:lnTo>
                  <a:pt x="996773" y="1831"/>
                </a:lnTo>
                <a:lnTo>
                  <a:pt x="995867" y="2067"/>
                </a:lnTo>
                <a:lnTo>
                  <a:pt x="994975" y="2317"/>
                </a:lnTo>
                <a:lnTo>
                  <a:pt x="994096" y="2582"/>
                </a:lnTo>
                <a:lnTo>
                  <a:pt x="993231" y="2861"/>
                </a:lnTo>
                <a:lnTo>
                  <a:pt x="992380" y="3154"/>
                </a:lnTo>
                <a:lnTo>
                  <a:pt x="991543" y="3462"/>
                </a:lnTo>
                <a:lnTo>
                  <a:pt x="990720" y="3783"/>
                </a:lnTo>
                <a:lnTo>
                  <a:pt x="989911" y="4120"/>
                </a:lnTo>
                <a:lnTo>
                  <a:pt x="989116" y="4469"/>
                </a:lnTo>
                <a:lnTo>
                  <a:pt x="988337" y="4832"/>
                </a:lnTo>
                <a:lnTo>
                  <a:pt x="987574" y="5207"/>
                </a:lnTo>
                <a:lnTo>
                  <a:pt x="986827" y="5596"/>
                </a:lnTo>
                <a:lnTo>
                  <a:pt x="986095" y="5998"/>
                </a:lnTo>
                <a:lnTo>
                  <a:pt x="985378" y="6413"/>
                </a:lnTo>
                <a:lnTo>
                  <a:pt x="984678" y="6841"/>
                </a:lnTo>
                <a:lnTo>
                  <a:pt x="983993" y="7282"/>
                </a:lnTo>
                <a:lnTo>
                  <a:pt x="983324" y="7736"/>
                </a:lnTo>
                <a:lnTo>
                  <a:pt x="982670" y="8203"/>
                </a:lnTo>
                <a:lnTo>
                  <a:pt x="982032" y="8683"/>
                </a:lnTo>
                <a:lnTo>
                  <a:pt x="981410" y="9176"/>
                </a:lnTo>
                <a:lnTo>
                  <a:pt x="980803" y="9682"/>
                </a:lnTo>
                <a:lnTo>
                  <a:pt x="980212" y="10201"/>
                </a:lnTo>
                <a:lnTo>
                  <a:pt x="979637" y="10733"/>
                </a:lnTo>
                <a:lnTo>
                  <a:pt x="979078" y="11279"/>
                </a:lnTo>
                <a:lnTo>
                  <a:pt x="978534" y="11837"/>
                </a:lnTo>
                <a:lnTo>
                  <a:pt x="978006" y="12408"/>
                </a:lnTo>
                <a:lnTo>
                  <a:pt x="977493" y="12993"/>
                </a:lnTo>
                <a:lnTo>
                  <a:pt x="976996" y="13590"/>
                </a:lnTo>
                <a:lnTo>
                  <a:pt x="976515" y="14201"/>
                </a:lnTo>
                <a:lnTo>
                  <a:pt x="976049" y="14824"/>
                </a:lnTo>
                <a:lnTo>
                  <a:pt x="975599" y="15461"/>
                </a:lnTo>
                <a:lnTo>
                  <a:pt x="975165" y="16110"/>
                </a:lnTo>
                <a:lnTo>
                  <a:pt x="974748" y="16768"/>
                </a:lnTo>
                <a:lnTo>
                  <a:pt x="974348" y="17430"/>
                </a:lnTo>
                <a:lnTo>
                  <a:pt x="973966" y="18097"/>
                </a:lnTo>
                <a:lnTo>
                  <a:pt x="973602" y="18767"/>
                </a:lnTo>
                <a:lnTo>
                  <a:pt x="973255" y="19441"/>
                </a:lnTo>
                <a:lnTo>
                  <a:pt x="972927" y="20119"/>
                </a:lnTo>
                <a:lnTo>
                  <a:pt x="972616" y="20802"/>
                </a:lnTo>
                <a:lnTo>
                  <a:pt x="972323" y="21488"/>
                </a:lnTo>
                <a:lnTo>
                  <a:pt x="972047" y="22179"/>
                </a:lnTo>
                <a:lnTo>
                  <a:pt x="971790" y="22873"/>
                </a:lnTo>
                <a:lnTo>
                  <a:pt x="971550" y="23572"/>
                </a:lnTo>
                <a:lnTo>
                  <a:pt x="971328" y="24275"/>
                </a:lnTo>
                <a:lnTo>
                  <a:pt x="971123" y="24981"/>
                </a:lnTo>
                <a:lnTo>
                  <a:pt x="970937" y="25692"/>
                </a:lnTo>
                <a:lnTo>
                  <a:pt x="970768" y="26407"/>
                </a:lnTo>
                <a:lnTo>
                  <a:pt x="970617" y="27126"/>
                </a:lnTo>
                <a:lnTo>
                  <a:pt x="970484" y="27849"/>
                </a:lnTo>
                <a:lnTo>
                  <a:pt x="970368" y="28576"/>
                </a:lnTo>
                <a:lnTo>
                  <a:pt x="970271" y="29307"/>
                </a:lnTo>
                <a:lnTo>
                  <a:pt x="970191" y="30043"/>
                </a:lnTo>
                <a:lnTo>
                  <a:pt x="970128" y="30782"/>
                </a:lnTo>
                <a:lnTo>
                  <a:pt x="970084" y="31525"/>
                </a:lnTo>
                <a:lnTo>
                  <a:pt x="970057" y="32273"/>
                </a:lnTo>
                <a:lnTo>
                  <a:pt x="970049" y="33024"/>
                </a:lnTo>
                <a:lnTo>
                  <a:pt x="970067" y="34187"/>
                </a:lnTo>
                <a:lnTo>
                  <a:pt x="970124" y="35336"/>
                </a:lnTo>
                <a:lnTo>
                  <a:pt x="970218" y="36469"/>
                </a:lnTo>
                <a:lnTo>
                  <a:pt x="970351" y="37588"/>
                </a:lnTo>
                <a:lnTo>
                  <a:pt x="970521" y="38692"/>
                </a:lnTo>
                <a:lnTo>
                  <a:pt x="970728" y="39781"/>
                </a:lnTo>
                <a:lnTo>
                  <a:pt x="970974" y="40855"/>
                </a:lnTo>
                <a:lnTo>
                  <a:pt x="971257" y="41914"/>
                </a:lnTo>
                <a:lnTo>
                  <a:pt x="971578" y="42959"/>
                </a:lnTo>
                <a:lnTo>
                  <a:pt x="971937" y="43988"/>
                </a:lnTo>
                <a:lnTo>
                  <a:pt x="972334" y="45003"/>
                </a:lnTo>
                <a:lnTo>
                  <a:pt x="972768" y="46003"/>
                </a:lnTo>
                <a:lnTo>
                  <a:pt x="973240" y="46988"/>
                </a:lnTo>
                <a:lnTo>
                  <a:pt x="973750" y="47958"/>
                </a:lnTo>
                <a:lnTo>
                  <a:pt x="974298" y="48913"/>
                </a:lnTo>
                <a:lnTo>
                  <a:pt x="974883" y="49854"/>
                </a:lnTo>
                <a:lnTo>
                  <a:pt x="975506" y="50779"/>
                </a:lnTo>
                <a:lnTo>
                  <a:pt x="976167" y="51690"/>
                </a:lnTo>
                <a:lnTo>
                  <a:pt x="976866" y="52586"/>
                </a:lnTo>
                <a:lnTo>
                  <a:pt x="977603" y="53467"/>
                </a:lnTo>
                <a:lnTo>
                  <a:pt x="978377" y="54333"/>
                </a:lnTo>
                <a:lnTo>
                  <a:pt x="979189" y="55184"/>
                </a:lnTo>
                <a:lnTo>
                  <a:pt x="980039" y="56021"/>
                </a:lnTo>
                <a:lnTo>
                  <a:pt x="980926" y="56842"/>
                </a:lnTo>
                <a:lnTo>
                  <a:pt x="981591" y="57417"/>
                </a:lnTo>
                <a:lnTo>
                  <a:pt x="982295" y="57985"/>
                </a:lnTo>
                <a:lnTo>
                  <a:pt x="983039" y="58544"/>
                </a:lnTo>
                <a:lnTo>
                  <a:pt x="983823" y="59097"/>
                </a:lnTo>
                <a:lnTo>
                  <a:pt x="984646" y="59641"/>
                </a:lnTo>
                <a:lnTo>
                  <a:pt x="985509" y="60178"/>
                </a:lnTo>
                <a:lnTo>
                  <a:pt x="986412" y="60708"/>
                </a:lnTo>
                <a:lnTo>
                  <a:pt x="987355" y="61230"/>
                </a:lnTo>
                <a:lnTo>
                  <a:pt x="988337" y="61744"/>
                </a:lnTo>
                <a:lnTo>
                  <a:pt x="989359" y="62251"/>
                </a:lnTo>
                <a:lnTo>
                  <a:pt x="990421" y="62750"/>
                </a:lnTo>
                <a:lnTo>
                  <a:pt x="991522" y="63242"/>
                </a:lnTo>
                <a:lnTo>
                  <a:pt x="992664" y="63726"/>
                </a:lnTo>
                <a:lnTo>
                  <a:pt x="993845" y="64202"/>
                </a:lnTo>
                <a:lnTo>
                  <a:pt x="995065" y="64671"/>
                </a:lnTo>
                <a:lnTo>
                  <a:pt x="996326" y="65133"/>
                </a:lnTo>
                <a:lnTo>
                  <a:pt x="997626" y="65587"/>
                </a:lnTo>
                <a:lnTo>
                  <a:pt x="998966" y="66033"/>
                </a:lnTo>
                <a:lnTo>
                  <a:pt x="1000345" y="66471"/>
                </a:lnTo>
                <a:lnTo>
                  <a:pt x="1001765" y="66903"/>
                </a:lnTo>
                <a:lnTo>
                  <a:pt x="1003224" y="67326"/>
                </a:lnTo>
                <a:lnTo>
                  <a:pt x="1004723" y="67742"/>
                </a:lnTo>
                <a:lnTo>
                  <a:pt x="1006261" y="68150"/>
                </a:lnTo>
                <a:lnTo>
                  <a:pt x="1007839" y="68551"/>
                </a:lnTo>
                <a:lnTo>
                  <a:pt x="1009063" y="68857"/>
                </a:lnTo>
                <a:lnTo>
                  <a:pt x="1010249" y="69154"/>
                </a:lnTo>
                <a:lnTo>
                  <a:pt x="1011399" y="69444"/>
                </a:lnTo>
                <a:lnTo>
                  <a:pt x="1012511" y="69726"/>
                </a:lnTo>
                <a:lnTo>
                  <a:pt x="1013585" y="70001"/>
                </a:lnTo>
                <a:lnTo>
                  <a:pt x="1014623" y="70267"/>
                </a:lnTo>
                <a:lnTo>
                  <a:pt x="1015623" y="70525"/>
                </a:lnTo>
                <a:lnTo>
                  <a:pt x="1016586" y="70776"/>
                </a:lnTo>
                <a:lnTo>
                  <a:pt x="1017512" y="71019"/>
                </a:lnTo>
                <a:lnTo>
                  <a:pt x="1018401" y="71254"/>
                </a:lnTo>
                <a:lnTo>
                  <a:pt x="1019253" y="71481"/>
                </a:lnTo>
                <a:lnTo>
                  <a:pt x="1020067" y="71700"/>
                </a:lnTo>
                <a:lnTo>
                  <a:pt x="1020844" y="71911"/>
                </a:lnTo>
                <a:lnTo>
                  <a:pt x="1021584" y="72115"/>
                </a:lnTo>
                <a:lnTo>
                  <a:pt x="1022287" y="72311"/>
                </a:lnTo>
                <a:lnTo>
                  <a:pt x="1022952" y="72498"/>
                </a:lnTo>
                <a:lnTo>
                  <a:pt x="1023580" y="72678"/>
                </a:lnTo>
                <a:lnTo>
                  <a:pt x="1024171" y="72850"/>
                </a:lnTo>
                <a:lnTo>
                  <a:pt x="1024725" y="73015"/>
                </a:lnTo>
                <a:lnTo>
                  <a:pt x="1025242" y="73171"/>
                </a:lnTo>
                <a:lnTo>
                  <a:pt x="1025721" y="73320"/>
                </a:lnTo>
                <a:lnTo>
                  <a:pt x="1026163" y="73460"/>
                </a:lnTo>
                <a:lnTo>
                  <a:pt x="1026568" y="73593"/>
                </a:lnTo>
                <a:lnTo>
                  <a:pt x="1026936" y="73718"/>
                </a:lnTo>
                <a:lnTo>
                  <a:pt x="1027440" y="73901"/>
                </a:lnTo>
                <a:lnTo>
                  <a:pt x="1027931" y="74087"/>
                </a:lnTo>
                <a:lnTo>
                  <a:pt x="1028410" y="74276"/>
                </a:lnTo>
                <a:lnTo>
                  <a:pt x="1028876" y="74467"/>
                </a:lnTo>
                <a:lnTo>
                  <a:pt x="1029329" y="74661"/>
                </a:lnTo>
                <a:lnTo>
                  <a:pt x="1029769" y="74858"/>
                </a:lnTo>
                <a:lnTo>
                  <a:pt x="1030196" y="75057"/>
                </a:lnTo>
                <a:lnTo>
                  <a:pt x="1030611" y="75259"/>
                </a:lnTo>
                <a:lnTo>
                  <a:pt x="1031013" y="75464"/>
                </a:lnTo>
                <a:lnTo>
                  <a:pt x="1031403" y="75671"/>
                </a:lnTo>
                <a:lnTo>
                  <a:pt x="1031779" y="75881"/>
                </a:lnTo>
                <a:lnTo>
                  <a:pt x="1032143" y="76093"/>
                </a:lnTo>
                <a:lnTo>
                  <a:pt x="1032495" y="76309"/>
                </a:lnTo>
                <a:lnTo>
                  <a:pt x="1032833" y="76527"/>
                </a:lnTo>
                <a:lnTo>
                  <a:pt x="1033159" y="76747"/>
                </a:lnTo>
                <a:lnTo>
                  <a:pt x="1033472" y="76970"/>
                </a:lnTo>
                <a:lnTo>
                  <a:pt x="1033772" y="77196"/>
                </a:lnTo>
                <a:lnTo>
                  <a:pt x="1034060" y="77425"/>
                </a:lnTo>
                <a:lnTo>
                  <a:pt x="1034334" y="77656"/>
                </a:lnTo>
                <a:lnTo>
                  <a:pt x="1034597" y="77890"/>
                </a:lnTo>
                <a:lnTo>
                  <a:pt x="1034846" y="78127"/>
                </a:lnTo>
                <a:lnTo>
                  <a:pt x="1035083" y="78366"/>
                </a:lnTo>
                <a:lnTo>
                  <a:pt x="1035306" y="78608"/>
                </a:lnTo>
                <a:lnTo>
                  <a:pt x="1035518" y="78852"/>
                </a:lnTo>
                <a:lnTo>
                  <a:pt x="1035718" y="79100"/>
                </a:lnTo>
                <a:lnTo>
                  <a:pt x="1035910" y="79353"/>
                </a:lnTo>
                <a:lnTo>
                  <a:pt x="1036094" y="79609"/>
                </a:lnTo>
                <a:lnTo>
                  <a:pt x="1036269" y="79870"/>
                </a:lnTo>
                <a:lnTo>
                  <a:pt x="1036435" y="80135"/>
                </a:lnTo>
                <a:lnTo>
                  <a:pt x="1036593" y="80405"/>
                </a:lnTo>
                <a:lnTo>
                  <a:pt x="1036742" y="80679"/>
                </a:lnTo>
                <a:lnTo>
                  <a:pt x="1036883" y="80958"/>
                </a:lnTo>
                <a:lnTo>
                  <a:pt x="1037015" y="81240"/>
                </a:lnTo>
                <a:lnTo>
                  <a:pt x="1037139" y="81527"/>
                </a:lnTo>
                <a:lnTo>
                  <a:pt x="1037254" y="81819"/>
                </a:lnTo>
                <a:lnTo>
                  <a:pt x="1037361" y="82115"/>
                </a:lnTo>
                <a:lnTo>
                  <a:pt x="1037459" y="82415"/>
                </a:lnTo>
                <a:lnTo>
                  <a:pt x="1037549" y="82719"/>
                </a:lnTo>
                <a:lnTo>
                  <a:pt x="1037630" y="83028"/>
                </a:lnTo>
                <a:lnTo>
                  <a:pt x="1037702" y="83341"/>
                </a:lnTo>
                <a:lnTo>
                  <a:pt x="1037766" y="83659"/>
                </a:lnTo>
                <a:lnTo>
                  <a:pt x="1037822" y="83981"/>
                </a:lnTo>
                <a:lnTo>
                  <a:pt x="1037869" y="84307"/>
                </a:lnTo>
                <a:lnTo>
                  <a:pt x="1037907" y="84638"/>
                </a:lnTo>
                <a:lnTo>
                  <a:pt x="1037937" y="84973"/>
                </a:lnTo>
                <a:lnTo>
                  <a:pt x="1037958" y="85312"/>
                </a:lnTo>
                <a:lnTo>
                  <a:pt x="1037971" y="85656"/>
                </a:lnTo>
                <a:lnTo>
                  <a:pt x="1037975" y="86004"/>
                </a:lnTo>
                <a:lnTo>
                  <a:pt x="1037965" y="86547"/>
                </a:lnTo>
                <a:lnTo>
                  <a:pt x="1037935" y="87084"/>
                </a:lnTo>
                <a:lnTo>
                  <a:pt x="1037884" y="87615"/>
                </a:lnTo>
                <a:lnTo>
                  <a:pt x="1037813" y="88141"/>
                </a:lnTo>
                <a:lnTo>
                  <a:pt x="1037722" y="88661"/>
                </a:lnTo>
                <a:lnTo>
                  <a:pt x="1037610" y="89175"/>
                </a:lnTo>
                <a:lnTo>
                  <a:pt x="1037478" y="89683"/>
                </a:lnTo>
                <a:lnTo>
                  <a:pt x="1037326" y="90186"/>
                </a:lnTo>
                <a:lnTo>
                  <a:pt x="1037154" y="90682"/>
                </a:lnTo>
                <a:lnTo>
                  <a:pt x="1036961" y="91173"/>
                </a:lnTo>
                <a:lnTo>
                  <a:pt x="1036748" y="91659"/>
                </a:lnTo>
                <a:lnTo>
                  <a:pt x="1036515" y="92138"/>
                </a:lnTo>
                <a:lnTo>
                  <a:pt x="1036261" y="92612"/>
                </a:lnTo>
                <a:lnTo>
                  <a:pt x="1035987" y="93080"/>
                </a:lnTo>
                <a:lnTo>
                  <a:pt x="1035693" y="93542"/>
                </a:lnTo>
                <a:lnTo>
                  <a:pt x="1035379" y="93999"/>
                </a:lnTo>
                <a:lnTo>
                  <a:pt x="1035044" y="94449"/>
                </a:lnTo>
                <a:lnTo>
                  <a:pt x="1034689" y="94894"/>
                </a:lnTo>
                <a:lnTo>
                  <a:pt x="1034314" y="95334"/>
                </a:lnTo>
                <a:lnTo>
                  <a:pt x="1033918" y="95767"/>
                </a:lnTo>
                <a:lnTo>
                  <a:pt x="1033503" y="96195"/>
                </a:lnTo>
                <a:lnTo>
                  <a:pt x="1033066" y="96617"/>
                </a:lnTo>
                <a:lnTo>
                  <a:pt x="1032610" y="97033"/>
                </a:lnTo>
                <a:lnTo>
                  <a:pt x="1032133" y="97443"/>
                </a:lnTo>
                <a:lnTo>
                  <a:pt x="1031637" y="97842"/>
                </a:lnTo>
                <a:lnTo>
                  <a:pt x="1031120" y="98224"/>
                </a:lnTo>
                <a:lnTo>
                  <a:pt x="1030584" y="98589"/>
                </a:lnTo>
                <a:lnTo>
                  <a:pt x="1030028" y="98937"/>
                </a:lnTo>
                <a:lnTo>
                  <a:pt x="1029453" y="99268"/>
                </a:lnTo>
                <a:lnTo>
                  <a:pt x="1028857" y="99583"/>
                </a:lnTo>
                <a:lnTo>
                  <a:pt x="1028242" y="99880"/>
                </a:lnTo>
                <a:lnTo>
                  <a:pt x="1027608" y="100160"/>
                </a:lnTo>
                <a:lnTo>
                  <a:pt x="1026953" y="100423"/>
                </a:lnTo>
                <a:lnTo>
                  <a:pt x="1026279" y="100669"/>
                </a:lnTo>
                <a:lnTo>
                  <a:pt x="1025585" y="100898"/>
                </a:lnTo>
                <a:lnTo>
                  <a:pt x="1024871" y="101111"/>
                </a:lnTo>
                <a:lnTo>
                  <a:pt x="1024138" y="101306"/>
                </a:lnTo>
                <a:lnTo>
                  <a:pt x="1023385" y="101484"/>
                </a:lnTo>
                <a:lnTo>
                  <a:pt x="1022612" y="101646"/>
                </a:lnTo>
                <a:lnTo>
                  <a:pt x="1021819" y="101790"/>
                </a:lnTo>
                <a:lnTo>
                  <a:pt x="1021007" y="101917"/>
                </a:lnTo>
                <a:lnTo>
                  <a:pt x="1020175" y="102028"/>
                </a:lnTo>
                <a:lnTo>
                  <a:pt x="1019323" y="102121"/>
                </a:lnTo>
                <a:lnTo>
                  <a:pt x="1018452" y="102197"/>
                </a:lnTo>
                <a:lnTo>
                  <a:pt x="1017561" y="102257"/>
                </a:lnTo>
                <a:lnTo>
                  <a:pt x="1016650" y="102299"/>
                </a:lnTo>
                <a:lnTo>
                  <a:pt x="1015719" y="102325"/>
                </a:lnTo>
                <a:lnTo>
                  <a:pt x="1014769" y="102333"/>
                </a:lnTo>
                <a:lnTo>
                  <a:pt x="1013870" y="102324"/>
                </a:lnTo>
                <a:lnTo>
                  <a:pt x="1012987" y="102295"/>
                </a:lnTo>
                <a:lnTo>
                  <a:pt x="1012119" y="102247"/>
                </a:lnTo>
                <a:lnTo>
                  <a:pt x="1011267" y="102181"/>
                </a:lnTo>
                <a:lnTo>
                  <a:pt x="1010431" y="102095"/>
                </a:lnTo>
                <a:lnTo>
                  <a:pt x="1009609" y="101990"/>
                </a:lnTo>
                <a:lnTo>
                  <a:pt x="1008804" y="101866"/>
                </a:lnTo>
                <a:lnTo>
                  <a:pt x="1008014" y="101722"/>
                </a:lnTo>
                <a:lnTo>
                  <a:pt x="1007239" y="101560"/>
                </a:lnTo>
                <a:lnTo>
                  <a:pt x="1006480" y="101379"/>
                </a:lnTo>
                <a:lnTo>
                  <a:pt x="1005737" y="101178"/>
                </a:lnTo>
                <a:lnTo>
                  <a:pt x="1005009" y="100959"/>
                </a:lnTo>
                <a:lnTo>
                  <a:pt x="1004297" y="100720"/>
                </a:lnTo>
                <a:lnTo>
                  <a:pt x="1003600" y="100463"/>
                </a:lnTo>
                <a:lnTo>
                  <a:pt x="1002918" y="100186"/>
                </a:lnTo>
                <a:lnTo>
                  <a:pt x="1002253" y="99890"/>
                </a:lnTo>
                <a:lnTo>
                  <a:pt x="1001602" y="99575"/>
                </a:lnTo>
                <a:lnTo>
                  <a:pt x="1000968" y="99241"/>
                </a:lnTo>
                <a:lnTo>
                  <a:pt x="1000348" y="98888"/>
                </a:lnTo>
                <a:lnTo>
                  <a:pt x="999745" y="98516"/>
                </a:lnTo>
                <a:lnTo>
                  <a:pt x="999156" y="98125"/>
                </a:lnTo>
                <a:lnTo>
                  <a:pt x="998584" y="97714"/>
                </a:lnTo>
                <a:lnTo>
                  <a:pt x="998027" y="97285"/>
                </a:lnTo>
                <a:lnTo>
                  <a:pt x="997485" y="96836"/>
                </a:lnTo>
                <a:lnTo>
                  <a:pt x="996959" y="96367"/>
                </a:lnTo>
                <a:lnTo>
                  <a:pt x="996447" y="95877"/>
                </a:lnTo>
                <a:lnTo>
                  <a:pt x="995951" y="95364"/>
                </a:lnTo>
                <a:lnTo>
                  <a:pt x="995470" y="94830"/>
                </a:lnTo>
                <a:lnTo>
                  <a:pt x="995003" y="94275"/>
                </a:lnTo>
                <a:lnTo>
                  <a:pt x="994552" y="93697"/>
                </a:lnTo>
                <a:lnTo>
                  <a:pt x="994115" y="93099"/>
                </a:lnTo>
                <a:lnTo>
                  <a:pt x="993693" y="92478"/>
                </a:lnTo>
                <a:lnTo>
                  <a:pt x="993287" y="91836"/>
                </a:lnTo>
                <a:lnTo>
                  <a:pt x="992895" y="91172"/>
                </a:lnTo>
                <a:lnTo>
                  <a:pt x="992519" y="90487"/>
                </a:lnTo>
                <a:lnTo>
                  <a:pt x="992157" y="89780"/>
                </a:lnTo>
                <a:lnTo>
                  <a:pt x="991810" y="89052"/>
                </a:lnTo>
                <a:lnTo>
                  <a:pt x="991478" y="88301"/>
                </a:lnTo>
                <a:lnTo>
                  <a:pt x="991162" y="87530"/>
                </a:lnTo>
                <a:lnTo>
                  <a:pt x="990860" y="86736"/>
                </a:lnTo>
                <a:lnTo>
                  <a:pt x="990573" y="85921"/>
                </a:lnTo>
                <a:lnTo>
                  <a:pt x="990301" y="85084"/>
                </a:lnTo>
                <a:lnTo>
                  <a:pt x="990044" y="84226"/>
                </a:lnTo>
                <a:lnTo>
                  <a:pt x="989802" y="83346"/>
                </a:lnTo>
                <a:lnTo>
                  <a:pt x="989575" y="82445"/>
                </a:lnTo>
                <a:lnTo>
                  <a:pt x="989363" y="81522"/>
                </a:lnTo>
                <a:lnTo>
                  <a:pt x="989166" y="80577"/>
                </a:lnTo>
                <a:lnTo>
                  <a:pt x="988984" y="79610"/>
                </a:lnTo>
                <a:lnTo>
                  <a:pt x="965778" y="81867"/>
                </a:lnTo>
                <a:lnTo>
                  <a:pt x="965989" y="83505"/>
                </a:lnTo>
                <a:lnTo>
                  <a:pt x="966235" y="85111"/>
                </a:lnTo>
                <a:lnTo>
                  <a:pt x="966513" y="86684"/>
                </a:lnTo>
                <a:lnTo>
                  <a:pt x="966825" y="88224"/>
                </a:lnTo>
                <a:lnTo>
                  <a:pt x="967171" y="89731"/>
                </a:lnTo>
                <a:close/>
                <a:moveTo>
                  <a:pt x="1501377" y="34648"/>
                </a:moveTo>
                <a:lnTo>
                  <a:pt x="1490982" y="34648"/>
                </a:lnTo>
                <a:lnTo>
                  <a:pt x="1490982" y="52698"/>
                </a:lnTo>
                <a:lnTo>
                  <a:pt x="1501377" y="52698"/>
                </a:lnTo>
                <a:lnTo>
                  <a:pt x="1501377" y="90005"/>
                </a:lnTo>
                <a:lnTo>
                  <a:pt x="1501378" y="90991"/>
                </a:lnTo>
                <a:lnTo>
                  <a:pt x="1501382" y="91950"/>
                </a:lnTo>
                <a:lnTo>
                  <a:pt x="1501388" y="92880"/>
                </a:lnTo>
                <a:lnTo>
                  <a:pt x="1501397" y="93783"/>
                </a:lnTo>
                <a:lnTo>
                  <a:pt x="1501408" y="94658"/>
                </a:lnTo>
                <a:lnTo>
                  <a:pt x="1501422" y="95504"/>
                </a:lnTo>
                <a:lnTo>
                  <a:pt x="1501438" y="96323"/>
                </a:lnTo>
                <a:lnTo>
                  <a:pt x="1501457" y="97114"/>
                </a:lnTo>
                <a:lnTo>
                  <a:pt x="1501479" y="97876"/>
                </a:lnTo>
                <a:lnTo>
                  <a:pt x="1501503" y="98611"/>
                </a:lnTo>
                <a:lnTo>
                  <a:pt x="1501529" y="99318"/>
                </a:lnTo>
                <a:lnTo>
                  <a:pt x="1501558" y="99996"/>
                </a:lnTo>
                <a:lnTo>
                  <a:pt x="1501590" y="100647"/>
                </a:lnTo>
                <a:lnTo>
                  <a:pt x="1501624" y="101270"/>
                </a:lnTo>
                <a:lnTo>
                  <a:pt x="1501660" y="101865"/>
                </a:lnTo>
                <a:lnTo>
                  <a:pt x="1501699" y="102432"/>
                </a:lnTo>
                <a:lnTo>
                  <a:pt x="1501741" y="102971"/>
                </a:lnTo>
                <a:lnTo>
                  <a:pt x="1501785" y="103481"/>
                </a:lnTo>
                <a:lnTo>
                  <a:pt x="1501831" y="103964"/>
                </a:lnTo>
                <a:lnTo>
                  <a:pt x="1501880" y="104419"/>
                </a:lnTo>
                <a:lnTo>
                  <a:pt x="1501932" y="104846"/>
                </a:lnTo>
                <a:lnTo>
                  <a:pt x="1501986" y="105245"/>
                </a:lnTo>
                <a:lnTo>
                  <a:pt x="1502043" y="105616"/>
                </a:lnTo>
                <a:lnTo>
                  <a:pt x="1502102" y="105959"/>
                </a:lnTo>
                <a:lnTo>
                  <a:pt x="1502178" y="106419"/>
                </a:lnTo>
                <a:lnTo>
                  <a:pt x="1502259" y="106870"/>
                </a:lnTo>
                <a:lnTo>
                  <a:pt x="1502346" y="107313"/>
                </a:lnTo>
                <a:lnTo>
                  <a:pt x="1502437" y="107749"/>
                </a:lnTo>
                <a:lnTo>
                  <a:pt x="1502532" y="108176"/>
                </a:lnTo>
                <a:lnTo>
                  <a:pt x="1502633" y="108596"/>
                </a:lnTo>
                <a:lnTo>
                  <a:pt x="1502739" y="109007"/>
                </a:lnTo>
                <a:lnTo>
                  <a:pt x="1502850" y="109411"/>
                </a:lnTo>
                <a:lnTo>
                  <a:pt x="1502965" y="109806"/>
                </a:lnTo>
                <a:lnTo>
                  <a:pt x="1503085" y="110194"/>
                </a:lnTo>
                <a:lnTo>
                  <a:pt x="1503211" y="110573"/>
                </a:lnTo>
                <a:lnTo>
                  <a:pt x="1503341" y="110945"/>
                </a:lnTo>
                <a:lnTo>
                  <a:pt x="1503476" y="111309"/>
                </a:lnTo>
                <a:lnTo>
                  <a:pt x="1503616" y="111664"/>
                </a:lnTo>
                <a:lnTo>
                  <a:pt x="1503761" y="112012"/>
                </a:lnTo>
                <a:lnTo>
                  <a:pt x="1503910" y="112352"/>
                </a:lnTo>
                <a:lnTo>
                  <a:pt x="1504065" y="112683"/>
                </a:lnTo>
                <a:lnTo>
                  <a:pt x="1504225" y="113007"/>
                </a:lnTo>
                <a:lnTo>
                  <a:pt x="1504389" y="113323"/>
                </a:lnTo>
                <a:lnTo>
                  <a:pt x="1504558" y="113631"/>
                </a:lnTo>
                <a:lnTo>
                  <a:pt x="1504733" y="113931"/>
                </a:lnTo>
                <a:lnTo>
                  <a:pt x="1504912" y="114223"/>
                </a:lnTo>
                <a:lnTo>
                  <a:pt x="1505096" y="114506"/>
                </a:lnTo>
                <a:lnTo>
                  <a:pt x="1505285" y="114782"/>
                </a:lnTo>
                <a:lnTo>
                  <a:pt x="1505481" y="115052"/>
                </a:lnTo>
                <a:lnTo>
                  <a:pt x="1505686" y="115318"/>
                </a:lnTo>
                <a:lnTo>
                  <a:pt x="1505900" y="115579"/>
                </a:lnTo>
                <a:lnTo>
                  <a:pt x="1506123" y="115837"/>
                </a:lnTo>
                <a:lnTo>
                  <a:pt x="1506355" y="116090"/>
                </a:lnTo>
                <a:lnTo>
                  <a:pt x="1506597" y="116339"/>
                </a:lnTo>
                <a:lnTo>
                  <a:pt x="1506847" y="116583"/>
                </a:lnTo>
                <a:lnTo>
                  <a:pt x="1507107" y="116824"/>
                </a:lnTo>
                <a:lnTo>
                  <a:pt x="1507375" y="117060"/>
                </a:lnTo>
                <a:lnTo>
                  <a:pt x="1507653" y="117292"/>
                </a:lnTo>
                <a:lnTo>
                  <a:pt x="1507940" y="117520"/>
                </a:lnTo>
                <a:lnTo>
                  <a:pt x="1508236" y="117744"/>
                </a:lnTo>
                <a:lnTo>
                  <a:pt x="1508541" y="117963"/>
                </a:lnTo>
                <a:lnTo>
                  <a:pt x="1508855" y="118178"/>
                </a:lnTo>
                <a:lnTo>
                  <a:pt x="1509178" y="118389"/>
                </a:lnTo>
                <a:lnTo>
                  <a:pt x="1509511" y="118596"/>
                </a:lnTo>
                <a:lnTo>
                  <a:pt x="1509852" y="118799"/>
                </a:lnTo>
                <a:lnTo>
                  <a:pt x="1510203" y="118998"/>
                </a:lnTo>
                <a:lnTo>
                  <a:pt x="1510562" y="119192"/>
                </a:lnTo>
                <a:lnTo>
                  <a:pt x="1510931" y="119382"/>
                </a:lnTo>
                <a:lnTo>
                  <a:pt x="1511309" y="119568"/>
                </a:lnTo>
                <a:lnTo>
                  <a:pt x="1511695" y="119750"/>
                </a:lnTo>
                <a:lnTo>
                  <a:pt x="1512091" y="119927"/>
                </a:lnTo>
                <a:lnTo>
                  <a:pt x="1512496" y="120101"/>
                </a:lnTo>
                <a:lnTo>
                  <a:pt x="1512908" y="120268"/>
                </a:lnTo>
                <a:lnTo>
                  <a:pt x="1513324" y="120429"/>
                </a:lnTo>
                <a:lnTo>
                  <a:pt x="1513744" y="120582"/>
                </a:lnTo>
                <a:lnTo>
                  <a:pt x="1514168" y="120728"/>
                </a:lnTo>
                <a:lnTo>
                  <a:pt x="1514597" y="120867"/>
                </a:lnTo>
                <a:lnTo>
                  <a:pt x="1515030" y="120999"/>
                </a:lnTo>
                <a:lnTo>
                  <a:pt x="1515466" y="121124"/>
                </a:lnTo>
                <a:lnTo>
                  <a:pt x="1515908" y="121242"/>
                </a:lnTo>
                <a:lnTo>
                  <a:pt x="1516353" y="121353"/>
                </a:lnTo>
                <a:lnTo>
                  <a:pt x="1516802" y="121456"/>
                </a:lnTo>
                <a:lnTo>
                  <a:pt x="1517256" y="121552"/>
                </a:lnTo>
                <a:lnTo>
                  <a:pt x="1517714" y="121642"/>
                </a:lnTo>
                <a:lnTo>
                  <a:pt x="1518176" y="121724"/>
                </a:lnTo>
                <a:lnTo>
                  <a:pt x="1518642" y="121799"/>
                </a:lnTo>
                <a:lnTo>
                  <a:pt x="1519113" y="121866"/>
                </a:lnTo>
                <a:lnTo>
                  <a:pt x="1519587" y="121927"/>
                </a:lnTo>
                <a:lnTo>
                  <a:pt x="1520066" y="121980"/>
                </a:lnTo>
                <a:lnTo>
                  <a:pt x="1520549" y="122027"/>
                </a:lnTo>
                <a:lnTo>
                  <a:pt x="1521036" y="122066"/>
                </a:lnTo>
                <a:lnTo>
                  <a:pt x="1521528" y="122098"/>
                </a:lnTo>
                <a:lnTo>
                  <a:pt x="1522023" y="122123"/>
                </a:lnTo>
                <a:lnTo>
                  <a:pt x="1522523" y="122141"/>
                </a:lnTo>
                <a:lnTo>
                  <a:pt x="1523027" y="122152"/>
                </a:lnTo>
                <a:lnTo>
                  <a:pt x="1523536" y="122155"/>
                </a:lnTo>
                <a:lnTo>
                  <a:pt x="1524365" y="122149"/>
                </a:lnTo>
                <a:lnTo>
                  <a:pt x="1525186" y="122132"/>
                </a:lnTo>
                <a:lnTo>
                  <a:pt x="1526001" y="122102"/>
                </a:lnTo>
                <a:lnTo>
                  <a:pt x="1526808" y="122061"/>
                </a:lnTo>
                <a:lnTo>
                  <a:pt x="1527608" y="122008"/>
                </a:lnTo>
                <a:lnTo>
                  <a:pt x="1528400" y="121943"/>
                </a:lnTo>
                <a:lnTo>
                  <a:pt x="1529186" y="121866"/>
                </a:lnTo>
                <a:lnTo>
                  <a:pt x="1529964" y="121778"/>
                </a:lnTo>
                <a:lnTo>
                  <a:pt x="1530735" y="121677"/>
                </a:lnTo>
                <a:lnTo>
                  <a:pt x="1531498" y="121565"/>
                </a:lnTo>
                <a:lnTo>
                  <a:pt x="1532254" y="121441"/>
                </a:lnTo>
                <a:lnTo>
                  <a:pt x="1533003" y="121305"/>
                </a:lnTo>
                <a:lnTo>
                  <a:pt x="1533745" y="121158"/>
                </a:lnTo>
                <a:lnTo>
                  <a:pt x="1534480" y="120999"/>
                </a:lnTo>
                <a:lnTo>
                  <a:pt x="1535207" y="120827"/>
                </a:lnTo>
                <a:lnTo>
                  <a:pt x="1535927" y="120644"/>
                </a:lnTo>
                <a:lnTo>
                  <a:pt x="1536639" y="120450"/>
                </a:lnTo>
                <a:lnTo>
                  <a:pt x="1537344" y="120243"/>
                </a:lnTo>
                <a:lnTo>
                  <a:pt x="1538043" y="120025"/>
                </a:lnTo>
                <a:lnTo>
                  <a:pt x="1538733" y="119795"/>
                </a:lnTo>
                <a:lnTo>
                  <a:pt x="1539417" y="119553"/>
                </a:lnTo>
                <a:lnTo>
                  <a:pt x="1540093" y="119299"/>
                </a:lnTo>
                <a:lnTo>
                  <a:pt x="1540762" y="119033"/>
                </a:lnTo>
                <a:lnTo>
                  <a:pt x="1541424" y="118756"/>
                </a:lnTo>
                <a:lnTo>
                  <a:pt x="1539490" y="101125"/>
                </a:lnTo>
                <a:lnTo>
                  <a:pt x="1538998" y="101302"/>
                </a:lnTo>
                <a:lnTo>
                  <a:pt x="1538516" y="101472"/>
                </a:lnTo>
                <a:lnTo>
                  <a:pt x="1538043" y="101634"/>
                </a:lnTo>
                <a:lnTo>
                  <a:pt x="1537581" y="101789"/>
                </a:lnTo>
                <a:lnTo>
                  <a:pt x="1537128" y="101937"/>
                </a:lnTo>
                <a:lnTo>
                  <a:pt x="1536685" y="102076"/>
                </a:lnTo>
                <a:lnTo>
                  <a:pt x="1536252" y="102209"/>
                </a:lnTo>
                <a:lnTo>
                  <a:pt x="1535828" y="102333"/>
                </a:lnTo>
                <a:lnTo>
                  <a:pt x="1535414" y="102450"/>
                </a:lnTo>
                <a:lnTo>
                  <a:pt x="1535011" y="102560"/>
                </a:lnTo>
                <a:lnTo>
                  <a:pt x="1534616" y="102662"/>
                </a:lnTo>
                <a:lnTo>
                  <a:pt x="1534232" y="102756"/>
                </a:lnTo>
                <a:lnTo>
                  <a:pt x="1533858" y="102843"/>
                </a:lnTo>
                <a:lnTo>
                  <a:pt x="1533493" y="102922"/>
                </a:lnTo>
                <a:lnTo>
                  <a:pt x="1533138" y="102994"/>
                </a:lnTo>
                <a:lnTo>
                  <a:pt x="1532793" y="103058"/>
                </a:lnTo>
                <a:lnTo>
                  <a:pt x="1532458" y="103115"/>
                </a:lnTo>
                <a:lnTo>
                  <a:pt x="1532132" y="103164"/>
                </a:lnTo>
                <a:lnTo>
                  <a:pt x="1531816" y="103206"/>
                </a:lnTo>
                <a:lnTo>
                  <a:pt x="1531510" y="103240"/>
                </a:lnTo>
                <a:lnTo>
                  <a:pt x="1531214" y="103266"/>
                </a:lnTo>
                <a:lnTo>
                  <a:pt x="1530928" y="103285"/>
                </a:lnTo>
                <a:lnTo>
                  <a:pt x="1530651" y="103296"/>
                </a:lnTo>
                <a:lnTo>
                  <a:pt x="1530385" y="103300"/>
                </a:lnTo>
                <a:lnTo>
                  <a:pt x="1530198" y="103298"/>
                </a:lnTo>
                <a:lnTo>
                  <a:pt x="1530013" y="103292"/>
                </a:lnTo>
                <a:lnTo>
                  <a:pt x="1529831" y="103283"/>
                </a:lnTo>
                <a:lnTo>
                  <a:pt x="1529652" y="103269"/>
                </a:lnTo>
                <a:lnTo>
                  <a:pt x="1529474" y="103251"/>
                </a:lnTo>
                <a:lnTo>
                  <a:pt x="1529299" y="103230"/>
                </a:lnTo>
                <a:lnTo>
                  <a:pt x="1529127" y="103204"/>
                </a:lnTo>
                <a:lnTo>
                  <a:pt x="1528957" y="103175"/>
                </a:lnTo>
                <a:lnTo>
                  <a:pt x="1528789" y="103142"/>
                </a:lnTo>
                <a:lnTo>
                  <a:pt x="1528623" y="103105"/>
                </a:lnTo>
                <a:lnTo>
                  <a:pt x="1528460" y="103064"/>
                </a:lnTo>
                <a:lnTo>
                  <a:pt x="1528300" y="103019"/>
                </a:lnTo>
                <a:lnTo>
                  <a:pt x="1528141" y="102970"/>
                </a:lnTo>
                <a:lnTo>
                  <a:pt x="1527985" y="102917"/>
                </a:lnTo>
                <a:lnTo>
                  <a:pt x="1527832" y="102860"/>
                </a:lnTo>
                <a:lnTo>
                  <a:pt x="1527681" y="102800"/>
                </a:lnTo>
                <a:lnTo>
                  <a:pt x="1527532" y="102735"/>
                </a:lnTo>
                <a:lnTo>
                  <a:pt x="1527386" y="102667"/>
                </a:lnTo>
                <a:lnTo>
                  <a:pt x="1527242" y="102595"/>
                </a:lnTo>
                <a:lnTo>
                  <a:pt x="1527100" y="102518"/>
                </a:lnTo>
                <a:lnTo>
                  <a:pt x="1526961" y="102438"/>
                </a:lnTo>
                <a:lnTo>
                  <a:pt x="1526824" y="102354"/>
                </a:lnTo>
                <a:lnTo>
                  <a:pt x="1526689" y="102266"/>
                </a:lnTo>
                <a:lnTo>
                  <a:pt x="1526557" y="102175"/>
                </a:lnTo>
                <a:lnTo>
                  <a:pt x="1526428" y="102080"/>
                </a:lnTo>
                <a:lnTo>
                  <a:pt x="1526303" y="101982"/>
                </a:lnTo>
                <a:lnTo>
                  <a:pt x="1526182" y="101883"/>
                </a:lnTo>
                <a:lnTo>
                  <a:pt x="1526065" y="101782"/>
                </a:lnTo>
                <a:lnTo>
                  <a:pt x="1525951" y="101679"/>
                </a:lnTo>
                <a:lnTo>
                  <a:pt x="1525842" y="101573"/>
                </a:lnTo>
                <a:lnTo>
                  <a:pt x="1525737" y="101466"/>
                </a:lnTo>
                <a:lnTo>
                  <a:pt x="1525635" y="101356"/>
                </a:lnTo>
                <a:lnTo>
                  <a:pt x="1525537" y="101244"/>
                </a:lnTo>
                <a:lnTo>
                  <a:pt x="1525444" y="101130"/>
                </a:lnTo>
                <a:lnTo>
                  <a:pt x="1525354" y="101015"/>
                </a:lnTo>
                <a:lnTo>
                  <a:pt x="1525268" y="100897"/>
                </a:lnTo>
                <a:lnTo>
                  <a:pt x="1525186" y="100777"/>
                </a:lnTo>
                <a:lnTo>
                  <a:pt x="1525108" y="100655"/>
                </a:lnTo>
                <a:lnTo>
                  <a:pt x="1525034" y="100530"/>
                </a:lnTo>
                <a:lnTo>
                  <a:pt x="1524964" y="100404"/>
                </a:lnTo>
                <a:lnTo>
                  <a:pt x="1524897" y="100276"/>
                </a:lnTo>
                <a:lnTo>
                  <a:pt x="1524835" y="100145"/>
                </a:lnTo>
                <a:lnTo>
                  <a:pt x="1524776" y="100013"/>
                </a:lnTo>
                <a:lnTo>
                  <a:pt x="1524722" y="99878"/>
                </a:lnTo>
                <a:lnTo>
                  <a:pt x="1524671" y="99742"/>
                </a:lnTo>
                <a:lnTo>
                  <a:pt x="1524624" y="99603"/>
                </a:lnTo>
                <a:lnTo>
                  <a:pt x="1524582" y="99462"/>
                </a:lnTo>
                <a:lnTo>
                  <a:pt x="1524543" y="99319"/>
                </a:lnTo>
                <a:lnTo>
                  <a:pt x="1524507" y="99160"/>
                </a:lnTo>
                <a:lnTo>
                  <a:pt x="1524472" y="98970"/>
                </a:lnTo>
                <a:lnTo>
                  <a:pt x="1524439" y="98750"/>
                </a:lnTo>
                <a:lnTo>
                  <a:pt x="1524407" y="98500"/>
                </a:lnTo>
                <a:lnTo>
                  <a:pt x="1524377" y="98219"/>
                </a:lnTo>
                <a:lnTo>
                  <a:pt x="1524349" y="97909"/>
                </a:lnTo>
                <a:lnTo>
                  <a:pt x="1524322" y="97567"/>
                </a:lnTo>
                <a:lnTo>
                  <a:pt x="1524297" y="97196"/>
                </a:lnTo>
                <a:lnTo>
                  <a:pt x="1524273" y="96794"/>
                </a:lnTo>
                <a:lnTo>
                  <a:pt x="1524250" y="96362"/>
                </a:lnTo>
                <a:lnTo>
                  <a:pt x="1524230" y="95899"/>
                </a:lnTo>
                <a:lnTo>
                  <a:pt x="1524210" y="95407"/>
                </a:lnTo>
                <a:lnTo>
                  <a:pt x="1524193" y="94884"/>
                </a:lnTo>
                <a:lnTo>
                  <a:pt x="1524177" y="94330"/>
                </a:lnTo>
                <a:lnTo>
                  <a:pt x="1524162" y="93747"/>
                </a:lnTo>
                <a:lnTo>
                  <a:pt x="1524149" y="93133"/>
                </a:lnTo>
                <a:lnTo>
                  <a:pt x="1524137" y="92488"/>
                </a:lnTo>
                <a:lnTo>
                  <a:pt x="1524127" y="91814"/>
                </a:lnTo>
                <a:lnTo>
                  <a:pt x="1524119" y="91109"/>
                </a:lnTo>
                <a:lnTo>
                  <a:pt x="1524112" y="90373"/>
                </a:lnTo>
                <a:lnTo>
                  <a:pt x="1524107" y="89608"/>
                </a:lnTo>
                <a:lnTo>
                  <a:pt x="1524103" y="88812"/>
                </a:lnTo>
                <a:lnTo>
                  <a:pt x="1524100" y="87986"/>
                </a:lnTo>
                <a:lnTo>
                  <a:pt x="1524100" y="87129"/>
                </a:lnTo>
                <a:lnTo>
                  <a:pt x="1524100" y="52698"/>
                </a:lnTo>
                <a:lnTo>
                  <a:pt x="1539570" y="52698"/>
                </a:lnTo>
                <a:lnTo>
                  <a:pt x="1539570" y="34648"/>
                </a:lnTo>
                <a:lnTo>
                  <a:pt x="1524100" y="34648"/>
                </a:lnTo>
                <a:lnTo>
                  <a:pt x="1524100" y="4190"/>
                </a:lnTo>
                <a:lnTo>
                  <a:pt x="1501377" y="17566"/>
                </a:lnTo>
                <a:lnTo>
                  <a:pt x="1501377" y="34648"/>
                </a:lnTo>
                <a:close/>
                <a:moveTo>
                  <a:pt x="1478089" y="64634"/>
                </a:moveTo>
                <a:lnTo>
                  <a:pt x="1478073" y="63864"/>
                </a:lnTo>
                <a:lnTo>
                  <a:pt x="1478054" y="63110"/>
                </a:lnTo>
                <a:lnTo>
                  <a:pt x="1478030" y="62372"/>
                </a:lnTo>
                <a:lnTo>
                  <a:pt x="1478002" y="61650"/>
                </a:lnTo>
                <a:lnTo>
                  <a:pt x="1477969" y="60943"/>
                </a:lnTo>
                <a:lnTo>
                  <a:pt x="1477933" y="60253"/>
                </a:lnTo>
                <a:lnTo>
                  <a:pt x="1477891" y="59579"/>
                </a:lnTo>
                <a:lnTo>
                  <a:pt x="1477846" y="58920"/>
                </a:lnTo>
                <a:lnTo>
                  <a:pt x="1477796" y="58278"/>
                </a:lnTo>
                <a:lnTo>
                  <a:pt x="1477742" y="57651"/>
                </a:lnTo>
                <a:lnTo>
                  <a:pt x="1477683" y="57040"/>
                </a:lnTo>
                <a:lnTo>
                  <a:pt x="1477620" y="56446"/>
                </a:lnTo>
                <a:lnTo>
                  <a:pt x="1477553" y="55867"/>
                </a:lnTo>
                <a:lnTo>
                  <a:pt x="1477482" y="55304"/>
                </a:lnTo>
                <a:lnTo>
                  <a:pt x="1477406" y="54757"/>
                </a:lnTo>
                <a:lnTo>
                  <a:pt x="1477325" y="54226"/>
                </a:lnTo>
                <a:lnTo>
                  <a:pt x="1477241" y="53711"/>
                </a:lnTo>
                <a:lnTo>
                  <a:pt x="1477152" y="53213"/>
                </a:lnTo>
                <a:lnTo>
                  <a:pt x="1477059" y="52729"/>
                </a:lnTo>
                <a:lnTo>
                  <a:pt x="1476961" y="52262"/>
                </a:lnTo>
                <a:lnTo>
                  <a:pt x="1476859" y="51811"/>
                </a:lnTo>
                <a:lnTo>
                  <a:pt x="1476752" y="51370"/>
                </a:lnTo>
                <a:lnTo>
                  <a:pt x="1476638" y="50933"/>
                </a:lnTo>
                <a:lnTo>
                  <a:pt x="1476517" y="50499"/>
                </a:lnTo>
                <a:lnTo>
                  <a:pt x="1476389" y="50070"/>
                </a:lnTo>
                <a:lnTo>
                  <a:pt x="1476255" y="49644"/>
                </a:lnTo>
                <a:lnTo>
                  <a:pt x="1476114" y="49223"/>
                </a:lnTo>
                <a:lnTo>
                  <a:pt x="1475966" y="48805"/>
                </a:lnTo>
                <a:lnTo>
                  <a:pt x="1475812" y="48391"/>
                </a:lnTo>
                <a:lnTo>
                  <a:pt x="1475651" y="47981"/>
                </a:lnTo>
                <a:lnTo>
                  <a:pt x="1475483" y="47575"/>
                </a:lnTo>
                <a:lnTo>
                  <a:pt x="1475308" y="47173"/>
                </a:lnTo>
                <a:lnTo>
                  <a:pt x="1475127" y="46775"/>
                </a:lnTo>
                <a:lnTo>
                  <a:pt x="1474939" y="46381"/>
                </a:lnTo>
                <a:lnTo>
                  <a:pt x="1474744" y="45991"/>
                </a:lnTo>
                <a:lnTo>
                  <a:pt x="1474543" y="45604"/>
                </a:lnTo>
                <a:lnTo>
                  <a:pt x="1474334" y="45222"/>
                </a:lnTo>
                <a:lnTo>
                  <a:pt x="1474120" y="44843"/>
                </a:lnTo>
                <a:lnTo>
                  <a:pt x="1473898" y="44469"/>
                </a:lnTo>
                <a:lnTo>
                  <a:pt x="1473670" y="44098"/>
                </a:lnTo>
                <a:lnTo>
                  <a:pt x="1473435" y="43731"/>
                </a:lnTo>
                <a:lnTo>
                  <a:pt x="1473193" y="43368"/>
                </a:lnTo>
                <a:lnTo>
                  <a:pt x="1472945" y="43009"/>
                </a:lnTo>
                <a:lnTo>
                  <a:pt x="1472689" y="42654"/>
                </a:lnTo>
                <a:lnTo>
                  <a:pt x="1472427" y="42303"/>
                </a:lnTo>
                <a:lnTo>
                  <a:pt x="1472157" y="41957"/>
                </a:lnTo>
                <a:lnTo>
                  <a:pt x="1471876" y="41615"/>
                </a:lnTo>
                <a:lnTo>
                  <a:pt x="1471585" y="41279"/>
                </a:lnTo>
                <a:lnTo>
                  <a:pt x="1471283" y="40948"/>
                </a:lnTo>
                <a:lnTo>
                  <a:pt x="1470970" y="40622"/>
                </a:lnTo>
                <a:lnTo>
                  <a:pt x="1470647" y="40301"/>
                </a:lnTo>
                <a:lnTo>
                  <a:pt x="1470314" y="39986"/>
                </a:lnTo>
                <a:lnTo>
                  <a:pt x="1469970" y="39675"/>
                </a:lnTo>
                <a:lnTo>
                  <a:pt x="1469615" y="39370"/>
                </a:lnTo>
                <a:lnTo>
                  <a:pt x="1469251" y="39070"/>
                </a:lnTo>
                <a:lnTo>
                  <a:pt x="1468875" y="38775"/>
                </a:lnTo>
                <a:lnTo>
                  <a:pt x="1468489" y="38486"/>
                </a:lnTo>
                <a:lnTo>
                  <a:pt x="1468093" y="38201"/>
                </a:lnTo>
                <a:lnTo>
                  <a:pt x="1467686" y="37922"/>
                </a:lnTo>
                <a:lnTo>
                  <a:pt x="1467269" y="37648"/>
                </a:lnTo>
                <a:lnTo>
                  <a:pt x="1466841" y="37379"/>
                </a:lnTo>
                <a:lnTo>
                  <a:pt x="1466402" y="37115"/>
                </a:lnTo>
                <a:lnTo>
                  <a:pt x="1465954" y="36857"/>
                </a:lnTo>
                <a:lnTo>
                  <a:pt x="1465494" y="36603"/>
                </a:lnTo>
                <a:lnTo>
                  <a:pt x="1465024" y="36355"/>
                </a:lnTo>
                <a:lnTo>
                  <a:pt x="1464544" y="36112"/>
                </a:lnTo>
                <a:lnTo>
                  <a:pt x="1464053" y="35874"/>
                </a:lnTo>
                <a:lnTo>
                  <a:pt x="1463552" y="35641"/>
                </a:lnTo>
                <a:lnTo>
                  <a:pt x="1463040" y="35414"/>
                </a:lnTo>
                <a:lnTo>
                  <a:pt x="1462521" y="35193"/>
                </a:lnTo>
                <a:lnTo>
                  <a:pt x="1461997" y="34983"/>
                </a:lnTo>
                <a:lnTo>
                  <a:pt x="1461469" y="34781"/>
                </a:lnTo>
                <a:lnTo>
                  <a:pt x="1460936" y="34589"/>
                </a:lnTo>
                <a:lnTo>
                  <a:pt x="1460399" y="34406"/>
                </a:lnTo>
                <a:lnTo>
                  <a:pt x="1459857" y="34233"/>
                </a:lnTo>
                <a:lnTo>
                  <a:pt x="1459311" y="34069"/>
                </a:lnTo>
                <a:lnTo>
                  <a:pt x="1458761" y="33914"/>
                </a:lnTo>
                <a:lnTo>
                  <a:pt x="1458206" y="33769"/>
                </a:lnTo>
                <a:lnTo>
                  <a:pt x="1457646" y="33633"/>
                </a:lnTo>
                <a:lnTo>
                  <a:pt x="1457082" y="33506"/>
                </a:lnTo>
                <a:lnTo>
                  <a:pt x="1456513" y="33389"/>
                </a:lnTo>
                <a:lnTo>
                  <a:pt x="1455940" y="33281"/>
                </a:lnTo>
                <a:lnTo>
                  <a:pt x="1455363" y="33183"/>
                </a:lnTo>
                <a:lnTo>
                  <a:pt x="1454781" y="33094"/>
                </a:lnTo>
                <a:lnTo>
                  <a:pt x="1454195" y="33014"/>
                </a:lnTo>
                <a:lnTo>
                  <a:pt x="1453604" y="32944"/>
                </a:lnTo>
                <a:lnTo>
                  <a:pt x="1453008" y="32883"/>
                </a:lnTo>
                <a:lnTo>
                  <a:pt x="1452408" y="32832"/>
                </a:lnTo>
                <a:lnTo>
                  <a:pt x="1451804" y="32789"/>
                </a:lnTo>
                <a:lnTo>
                  <a:pt x="1451195" y="32757"/>
                </a:lnTo>
                <a:lnTo>
                  <a:pt x="1450582" y="32733"/>
                </a:lnTo>
                <a:lnTo>
                  <a:pt x="1449964" y="32719"/>
                </a:lnTo>
                <a:lnTo>
                  <a:pt x="1449342" y="32714"/>
                </a:lnTo>
                <a:lnTo>
                  <a:pt x="1447935" y="32740"/>
                </a:lnTo>
                <a:lnTo>
                  <a:pt x="1446549" y="32815"/>
                </a:lnTo>
                <a:lnTo>
                  <a:pt x="1445182" y="32941"/>
                </a:lnTo>
                <a:lnTo>
                  <a:pt x="1443836" y="33117"/>
                </a:lnTo>
                <a:lnTo>
                  <a:pt x="1442510" y="33344"/>
                </a:lnTo>
                <a:lnTo>
                  <a:pt x="1441204" y="33621"/>
                </a:lnTo>
                <a:lnTo>
                  <a:pt x="1439918" y="33948"/>
                </a:lnTo>
                <a:lnTo>
                  <a:pt x="1438652" y="34326"/>
                </a:lnTo>
                <a:lnTo>
                  <a:pt x="1437407" y="34754"/>
                </a:lnTo>
                <a:lnTo>
                  <a:pt x="1436181" y="35232"/>
                </a:lnTo>
                <a:lnTo>
                  <a:pt x="1434976" y="35761"/>
                </a:lnTo>
                <a:lnTo>
                  <a:pt x="1433791" y="36340"/>
                </a:lnTo>
                <a:lnTo>
                  <a:pt x="1432626" y="36970"/>
                </a:lnTo>
                <a:lnTo>
                  <a:pt x="1431481" y="37650"/>
                </a:lnTo>
                <a:lnTo>
                  <a:pt x="1430356" y="38380"/>
                </a:lnTo>
                <a:lnTo>
                  <a:pt x="1429251" y="39161"/>
                </a:lnTo>
                <a:lnTo>
                  <a:pt x="1428167" y="39992"/>
                </a:lnTo>
                <a:lnTo>
                  <a:pt x="1427103" y="40873"/>
                </a:lnTo>
                <a:lnTo>
                  <a:pt x="1426059" y="41805"/>
                </a:lnTo>
                <a:lnTo>
                  <a:pt x="1425035" y="42787"/>
                </a:lnTo>
                <a:lnTo>
                  <a:pt x="1424031" y="43819"/>
                </a:lnTo>
                <a:lnTo>
                  <a:pt x="1423047" y="44902"/>
                </a:lnTo>
                <a:lnTo>
                  <a:pt x="1422083" y="46035"/>
                </a:lnTo>
                <a:lnTo>
                  <a:pt x="1421140" y="47218"/>
                </a:lnTo>
                <a:lnTo>
                  <a:pt x="1421140" y="34648"/>
                </a:lnTo>
                <a:lnTo>
                  <a:pt x="1400109" y="34648"/>
                </a:lnTo>
                <a:lnTo>
                  <a:pt x="1400109" y="120221"/>
                </a:lnTo>
                <a:lnTo>
                  <a:pt x="1422752" y="120221"/>
                </a:lnTo>
                <a:lnTo>
                  <a:pt x="1422752" y="81509"/>
                </a:lnTo>
                <a:lnTo>
                  <a:pt x="1422755" y="80331"/>
                </a:lnTo>
                <a:lnTo>
                  <a:pt x="1422764" y="79184"/>
                </a:lnTo>
                <a:lnTo>
                  <a:pt x="1422779" y="78068"/>
                </a:lnTo>
                <a:lnTo>
                  <a:pt x="1422800" y="76984"/>
                </a:lnTo>
                <a:lnTo>
                  <a:pt x="1422827" y="75931"/>
                </a:lnTo>
                <a:lnTo>
                  <a:pt x="1422860" y="74909"/>
                </a:lnTo>
                <a:lnTo>
                  <a:pt x="1422899" y="73918"/>
                </a:lnTo>
                <a:lnTo>
                  <a:pt x="1422944" y="72959"/>
                </a:lnTo>
                <a:lnTo>
                  <a:pt x="1422995" y="72031"/>
                </a:lnTo>
                <a:lnTo>
                  <a:pt x="1423052" y="71135"/>
                </a:lnTo>
                <a:lnTo>
                  <a:pt x="1423115" y="70270"/>
                </a:lnTo>
                <a:lnTo>
                  <a:pt x="1423185" y="69436"/>
                </a:lnTo>
                <a:lnTo>
                  <a:pt x="1423260" y="68633"/>
                </a:lnTo>
                <a:lnTo>
                  <a:pt x="1423341" y="67862"/>
                </a:lnTo>
                <a:lnTo>
                  <a:pt x="1423428" y="67122"/>
                </a:lnTo>
                <a:lnTo>
                  <a:pt x="1423522" y="66413"/>
                </a:lnTo>
                <a:lnTo>
                  <a:pt x="1423621" y="65736"/>
                </a:lnTo>
                <a:lnTo>
                  <a:pt x="1423726" y="65090"/>
                </a:lnTo>
                <a:lnTo>
                  <a:pt x="1423837" y="64475"/>
                </a:lnTo>
                <a:lnTo>
                  <a:pt x="1423955" y="63891"/>
                </a:lnTo>
                <a:lnTo>
                  <a:pt x="1424078" y="63339"/>
                </a:lnTo>
                <a:lnTo>
                  <a:pt x="1424207" y="62819"/>
                </a:lnTo>
                <a:lnTo>
                  <a:pt x="1424343" y="62329"/>
                </a:lnTo>
                <a:lnTo>
                  <a:pt x="1424484" y="61871"/>
                </a:lnTo>
                <a:lnTo>
                  <a:pt x="1424633" y="61432"/>
                </a:lnTo>
                <a:lnTo>
                  <a:pt x="1424793" y="61000"/>
                </a:lnTo>
                <a:lnTo>
                  <a:pt x="1424963" y="60575"/>
                </a:lnTo>
                <a:lnTo>
                  <a:pt x="1425143" y="60158"/>
                </a:lnTo>
                <a:lnTo>
                  <a:pt x="1425333" y="59748"/>
                </a:lnTo>
                <a:lnTo>
                  <a:pt x="1425534" y="59345"/>
                </a:lnTo>
                <a:lnTo>
                  <a:pt x="1425745" y="58950"/>
                </a:lnTo>
                <a:lnTo>
                  <a:pt x="1425966" y="58562"/>
                </a:lnTo>
                <a:lnTo>
                  <a:pt x="1426197" y="58181"/>
                </a:lnTo>
                <a:lnTo>
                  <a:pt x="1426438" y="57807"/>
                </a:lnTo>
                <a:lnTo>
                  <a:pt x="1426690" y="57441"/>
                </a:lnTo>
                <a:lnTo>
                  <a:pt x="1426952" y="57081"/>
                </a:lnTo>
                <a:lnTo>
                  <a:pt x="1427224" y="56730"/>
                </a:lnTo>
                <a:lnTo>
                  <a:pt x="1427506" y="56385"/>
                </a:lnTo>
                <a:lnTo>
                  <a:pt x="1427798" y="56048"/>
                </a:lnTo>
                <a:lnTo>
                  <a:pt x="1428101" y="55718"/>
                </a:lnTo>
                <a:lnTo>
                  <a:pt x="1428414" y="55395"/>
                </a:lnTo>
                <a:lnTo>
                  <a:pt x="1428737" y="55080"/>
                </a:lnTo>
                <a:lnTo>
                  <a:pt x="1429070" y="54771"/>
                </a:lnTo>
                <a:lnTo>
                  <a:pt x="1429414" y="54471"/>
                </a:lnTo>
                <a:lnTo>
                  <a:pt x="1429767" y="54177"/>
                </a:lnTo>
                <a:lnTo>
                  <a:pt x="1430131" y="53891"/>
                </a:lnTo>
                <a:lnTo>
                  <a:pt x="1430506" y="53611"/>
                </a:lnTo>
                <a:lnTo>
                  <a:pt x="1430890" y="53340"/>
                </a:lnTo>
                <a:lnTo>
                  <a:pt x="1431281" y="53077"/>
                </a:lnTo>
                <a:lnTo>
                  <a:pt x="1431677" y="52825"/>
                </a:lnTo>
                <a:lnTo>
                  <a:pt x="1432077" y="52585"/>
                </a:lnTo>
                <a:lnTo>
                  <a:pt x="1432481" y="52356"/>
                </a:lnTo>
                <a:lnTo>
                  <a:pt x="1432890" y="52138"/>
                </a:lnTo>
                <a:lnTo>
                  <a:pt x="1433302" y="51931"/>
                </a:lnTo>
                <a:lnTo>
                  <a:pt x="1433719" y="51735"/>
                </a:lnTo>
                <a:lnTo>
                  <a:pt x="1434140" y="51550"/>
                </a:lnTo>
                <a:lnTo>
                  <a:pt x="1434565" y="51377"/>
                </a:lnTo>
                <a:lnTo>
                  <a:pt x="1434994" y="51215"/>
                </a:lnTo>
                <a:lnTo>
                  <a:pt x="1435428" y="51064"/>
                </a:lnTo>
                <a:lnTo>
                  <a:pt x="1435866" y="50924"/>
                </a:lnTo>
                <a:lnTo>
                  <a:pt x="1436307" y="50796"/>
                </a:lnTo>
                <a:lnTo>
                  <a:pt x="1436754" y="50678"/>
                </a:lnTo>
                <a:lnTo>
                  <a:pt x="1437204" y="50572"/>
                </a:lnTo>
                <a:lnTo>
                  <a:pt x="1437658" y="50477"/>
                </a:lnTo>
                <a:lnTo>
                  <a:pt x="1438117" y="50393"/>
                </a:lnTo>
                <a:lnTo>
                  <a:pt x="1438580" y="50320"/>
                </a:lnTo>
                <a:lnTo>
                  <a:pt x="1439047" y="50259"/>
                </a:lnTo>
                <a:lnTo>
                  <a:pt x="1439518" y="50209"/>
                </a:lnTo>
                <a:lnTo>
                  <a:pt x="1439994" y="50169"/>
                </a:lnTo>
                <a:lnTo>
                  <a:pt x="1440474" y="50141"/>
                </a:lnTo>
                <a:lnTo>
                  <a:pt x="1440957" y="50125"/>
                </a:lnTo>
                <a:lnTo>
                  <a:pt x="1441446" y="50119"/>
                </a:lnTo>
                <a:lnTo>
                  <a:pt x="1441826" y="50123"/>
                </a:lnTo>
                <a:lnTo>
                  <a:pt x="1442202" y="50135"/>
                </a:lnTo>
                <a:lnTo>
                  <a:pt x="1442573" y="50154"/>
                </a:lnTo>
                <a:lnTo>
                  <a:pt x="1442940" y="50182"/>
                </a:lnTo>
                <a:lnTo>
                  <a:pt x="1443302" y="50217"/>
                </a:lnTo>
                <a:lnTo>
                  <a:pt x="1443659" y="50260"/>
                </a:lnTo>
                <a:lnTo>
                  <a:pt x="1444012" y="50311"/>
                </a:lnTo>
                <a:lnTo>
                  <a:pt x="1444360" y="50369"/>
                </a:lnTo>
                <a:lnTo>
                  <a:pt x="1444703" y="50436"/>
                </a:lnTo>
                <a:lnTo>
                  <a:pt x="1445042" y="50510"/>
                </a:lnTo>
                <a:lnTo>
                  <a:pt x="1445376" y="50593"/>
                </a:lnTo>
                <a:lnTo>
                  <a:pt x="1445706" y="50683"/>
                </a:lnTo>
                <a:lnTo>
                  <a:pt x="1446031" y="50780"/>
                </a:lnTo>
                <a:lnTo>
                  <a:pt x="1446351" y="50886"/>
                </a:lnTo>
                <a:lnTo>
                  <a:pt x="1446667" y="50999"/>
                </a:lnTo>
                <a:lnTo>
                  <a:pt x="1446978" y="51121"/>
                </a:lnTo>
                <a:lnTo>
                  <a:pt x="1447285" y="51250"/>
                </a:lnTo>
                <a:lnTo>
                  <a:pt x="1447587" y="51387"/>
                </a:lnTo>
                <a:lnTo>
                  <a:pt x="1447884" y="51532"/>
                </a:lnTo>
                <a:lnTo>
                  <a:pt x="1448177" y="51684"/>
                </a:lnTo>
                <a:lnTo>
                  <a:pt x="1448465" y="51845"/>
                </a:lnTo>
                <a:lnTo>
                  <a:pt x="1448749" y="52013"/>
                </a:lnTo>
                <a:lnTo>
                  <a:pt x="1449028" y="52189"/>
                </a:lnTo>
                <a:lnTo>
                  <a:pt x="1449302" y="52373"/>
                </a:lnTo>
                <a:lnTo>
                  <a:pt x="1449571" y="52564"/>
                </a:lnTo>
                <a:lnTo>
                  <a:pt x="1449833" y="52761"/>
                </a:lnTo>
                <a:lnTo>
                  <a:pt x="1450089" y="52964"/>
                </a:lnTo>
                <a:lnTo>
                  <a:pt x="1450339" y="53174"/>
                </a:lnTo>
                <a:lnTo>
                  <a:pt x="1450583" y="53390"/>
                </a:lnTo>
                <a:lnTo>
                  <a:pt x="1450820" y="53613"/>
                </a:lnTo>
                <a:lnTo>
                  <a:pt x="1451051" y="53841"/>
                </a:lnTo>
                <a:lnTo>
                  <a:pt x="1451276" y="54076"/>
                </a:lnTo>
                <a:lnTo>
                  <a:pt x="1451494" y="54318"/>
                </a:lnTo>
                <a:lnTo>
                  <a:pt x="1451707" y="54565"/>
                </a:lnTo>
                <a:lnTo>
                  <a:pt x="1451912" y="54819"/>
                </a:lnTo>
                <a:lnTo>
                  <a:pt x="1452112" y="55079"/>
                </a:lnTo>
                <a:lnTo>
                  <a:pt x="1452305" y="55345"/>
                </a:lnTo>
                <a:lnTo>
                  <a:pt x="1452492" y="55618"/>
                </a:lnTo>
                <a:lnTo>
                  <a:pt x="1452673" y="55897"/>
                </a:lnTo>
                <a:lnTo>
                  <a:pt x="1452847" y="56182"/>
                </a:lnTo>
                <a:lnTo>
                  <a:pt x="1453015" y="56474"/>
                </a:lnTo>
                <a:lnTo>
                  <a:pt x="1453177" y="56772"/>
                </a:lnTo>
                <a:lnTo>
                  <a:pt x="1453333" y="57076"/>
                </a:lnTo>
                <a:lnTo>
                  <a:pt x="1453482" y="57386"/>
                </a:lnTo>
                <a:lnTo>
                  <a:pt x="1453625" y="57703"/>
                </a:lnTo>
                <a:lnTo>
                  <a:pt x="1453761" y="58026"/>
                </a:lnTo>
                <a:lnTo>
                  <a:pt x="1453892" y="58355"/>
                </a:lnTo>
                <a:lnTo>
                  <a:pt x="1454016" y="58691"/>
                </a:lnTo>
                <a:lnTo>
                  <a:pt x="1454134" y="59046"/>
                </a:lnTo>
                <a:lnTo>
                  <a:pt x="1454247" y="59436"/>
                </a:lnTo>
                <a:lnTo>
                  <a:pt x="1454355" y="59859"/>
                </a:lnTo>
                <a:lnTo>
                  <a:pt x="1454459" y="60317"/>
                </a:lnTo>
                <a:lnTo>
                  <a:pt x="1454557" y="60808"/>
                </a:lnTo>
                <a:lnTo>
                  <a:pt x="1454650" y="61334"/>
                </a:lnTo>
                <a:lnTo>
                  <a:pt x="1454738" y="61893"/>
                </a:lnTo>
                <a:lnTo>
                  <a:pt x="1454821" y="62487"/>
                </a:lnTo>
                <a:lnTo>
                  <a:pt x="1454899" y="63114"/>
                </a:lnTo>
                <a:lnTo>
                  <a:pt x="1454972" y="63775"/>
                </a:lnTo>
                <a:lnTo>
                  <a:pt x="1455040" y="64470"/>
                </a:lnTo>
                <a:lnTo>
                  <a:pt x="1455103" y="65200"/>
                </a:lnTo>
                <a:lnTo>
                  <a:pt x="1455161" y="65963"/>
                </a:lnTo>
                <a:lnTo>
                  <a:pt x="1455214" y="66760"/>
                </a:lnTo>
                <a:lnTo>
                  <a:pt x="1455262" y="67591"/>
                </a:lnTo>
                <a:lnTo>
                  <a:pt x="1455305" y="68456"/>
                </a:lnTo>
                <a:lnTo>
                  <a:pt x="1455343" y="69355"/>
                </a:lnTo>
                <a:lnTo>
                  <a:pt x="1455375" y="70288"/>
                </a:lnTo>
                <a:lnTo>
                  <a:pt x="1455403" y="71255"/>
                </a:lnTo>
                <a:lnTo>
                  <a:pt x="1455426" y="72256"/>
                </a:lnTo>
                <a:lnTo>
                  <a:pt x="1455443" y="73291"/>
                </a:lnTo>
                <a:lnTo>
                  <a:pt x="1455456" y="74359"/>
                </a:lnTo>
                <a:lnTo>
                  <a:pt x="1455463" y="75462"/>
                </a:lnTo>
                <a:lnTo>
                  <a:pt x="1455466" y="76599"/>
                </a:lnTo>
                <a:lnTo>
                  <a:pt x="1455466" y="120221"/>
                </a:lnTo>
                <a:lnTo>
                  <a:pt x="1478108" y="120221"/>
                </a:lnTo>
                <a:lnTo>
                  <a:pt x="1478108" y="67040"/>
                </a:lnTo>
                <a:lnTo>
                  <a:pt x="1478106" y="66222"/>
                </a:lnTo>
                <a:lnTo>
                  <a:pt x="1478100" y="65420"/>
                </a:lnTo>
                <a:lnTo>
                  <a:pt x="1478089" y="64634"/>
                </a:lnTo>
                <a:close/>
                <a:moveTo>
                  <a:pt x="1200103" y="55552"/>
                </a:moveTo>
                <a:lnTo>
                  <a:pt x="1199686" y="54514"/>
                </a:lnTo>
                <a:lnTo>
                  <a:pt x="1199251" y="53501"/>
                </a:lnTo>
                <a:lnTo>
                  <a:pt x="1198798" y="52512"/>
                </a:lnTo>
                <a:lnTo>
                  <a:pt x="1198327" y="51547"/>
                </a:lnTo>
                <a:lnTo>
                  <a:pt x="1197838" y="50607"/>
                </a:lnTo>
                <a:lnTo>
                  <a:pt x="1197330" y="49691"/>
                </a:lnTo>
                <a:lnTo>
                  <a:pt x="1196805" y="48800"/>
                </a:lnTo>
                <a:lnTo>
                  <a:pt x="1196262" y="47933"/>
                </a:lnTo>
                <a:lnTo>
                  <a:pt x="1195701" y="47091"/>
                </a:lnTo>
                <a:lnTo>
                  <a:pt x="1195121" y="46273"/>
                </a:lnTo>
                <a:lnTo>
                  <a:pt x="1194524" y="45480"/>
                </a:lnTo>
                <a:lnTo>
                  <a:pt x="1193908" y="44711"/>
                </a:lnTo>
                <a:lnTo>
                  <a:pt x="1193275" y="43967"/>
                </a:lnTo>
                <a:lnTo>
                  <a:pt x="1192623" y="43247"/>
                </a:lnTo>
                <a:lnTo>
                  <a:pt x="1191954" y="42552"/>
                </a:lnTo>
                <a:lnTo>
                  <a:pt x="1191266" y="41881"/>
                </a:lnTo>
                <a:lnTo>
                  <a:pt x="1190560" y="41235"/>
                </a:lnTo>
                <a:lnTo>
                  <a:pt x="1189837" y="40613"/>
                </a:lnTo>
                <a:lnTo>
                  <a:pt x="1189095" y="40016"/>
                </a:lnTo>
                <a:lnTo>
                  <a:pt x="1188335" y="39443"/>
                </a:lnTo>
                <a:lnTo>
                  <a:pt x="1187555" y="38894"/>
                </a:lnTo>
                <a:lnTo>
                  <a:pt x="1186753" y="38368"/>
                </a:lnTo>
                <a:lnTo>
                  <a:pt x="1185928" y="37866"/>
                </a:lnTo>
                <a:lnTo>
                  <a:pt x="1185082" y="37387"/>
                </a:lnTo>
                <a:lnTo>
                  <a:pt x="1184213" y="36931"/>
                </a:lnTo>
                <a:lnTo>
                  <a:pt x="1183322" y="36499"/>
                </a:lnTo>
                <a:lnTo>
                  <a:pt x="1182408" y="36090"/>
                </a:lnTo>
                <a:lnTo>
                  <a:pt x="1181473" y="35705"/>
                </a:lnTo>
                <a:lnTo>
                  <a:pt x="1180515" y="35343"/>
                </a:lnTo>
                <a:lnTo>
                  <a:pt x="1179535" y="35004"/>
                </a:lnTo>
                <a:lnTo>
                  <a:pt x="1178532" y="34688"/>
                </a:lnTo>
                <a:lnTo>
                  <a:pt x="1177507" y="34396"/>
                </a:lnTo>
                <a:lnTo>
                  <a:pt x="1176461" y="34128"/>
                </a:lnTo>
                <a:lnTo>
                  <a:pt x="1175392" y="33882"/>
                </a:lnTo>
                <a:lnTo>
                  <a:pt x="1174300" y="33661"/>
                </a:lnTo>
                <a:lnTo>
                  <a:pt x="1173187" y="33462"/>
                </a:lnTo>
                <a:lnTo>
                  <a:pt x="1172051" y="33287"/>
                </a:lnTo>
                <a:lnTo>
                  <a:pt x="1170893" y="33135"/>
                </a:lnTo>
                <a:lnTo>
                  <a:pt x="1169712" y="33006"/>
                </a:lnTo>
                <a:lnTo>
                  <a:pt x="1168510" y="32901"/>
                </a:lnTo>
                <a:lnTo>
                  <a:pt x="1167285" y="32820"/>
                </a:lnTo>
                <a:lnTo>
                  <a:pt x="1166038" y="32761"/>
                </a:lnTo>
                <a:lnTo>
                  <a:pt x="1164769" y="32726"/>
                </a:lnTo>
                <a:lnTo>
                  <a:pt x="1163477" y="32714"/>
                </a:lnTo>
                <a:lnTo>
                  <a:pt x="1161899" y="32735"/>
                </a:lnTo>
                <a:lnTo>
                  <a:pt x="1160349" y="32796"/>
                </a:lnTo>
                <a:lnTo>
                  <a:pt x="1158826" y="32899"/>
                </a:lnTo>
                <a:lnTo>
                  <a:pt x="1157331" y="33042"/>
                </a:lnTo>
                <a:lnTo>
                  <a:pt x="1155863" y="33227"/>
                </a:lnTo>
                <a:lnTo>
                  <a:pt x="1154422" y="33452"/>
                </a:lnTo>
                <a:lnTo>
                  <a:pt x="1153009" y="33719"/>
                </a:lnTo>
                <a:lnTo>
                  <a:pt x="1151623" y="34026"/>
                </a:lnTo>
                <a:lnTo>
                  <a:pt x="1150265" y="34374"/>
                </a:lnTo>
                <a:lnTo>
                  <a:pt x="1148934" y="34764"/>
                </a:lnTo>
                <a:lnTo>
                  <a:pt x="1147630" y="35194"/>
                </a:lnTo>
                <a:lnTo>
                  <a:pt x="1146354" y="35666"/>
                </a:lnTo>
                <a:lnTo>
                  <a:pt x="1145106" y="36178"/>
                </a:lnTo>
                <a:lnTo>
                  <a:pt x="1143884" y="36731"/>
                </a:lnTo>
                <a:lnTo>
                  <a:pt x="1142691" y="37326"/>
                </a:lnTo>
                <a:lnTo>
                  <a:pt x="1141524" y="37961"/>
                </a:lnTo>
                <a:lnTo>
                  <a:pt x="1140385" y="38637"/>
                </a:lnTo>
                <a:lnTo>
                  <a:pt x="1139274" y="39354"/>
                </a:lnTo>
                <a:lnTo>
                  <a:pt x="1138189" y="40113"/>
                </a:lnTo>
                <a:lnTo>
                  <a:pt x="1137133" y="40912"/>
                </a:lnTo>
                <a:lnTo>
                  <a:pt x="1136103" y="41752"/>
                </a:lnTo>
                <a:lnTo>
                  <a:pt x="1135101" y="42634"/>
                </a:lnTo>
                <a:lnTo>
                  <a:pt x="1134127" y="43556"/>
                </a:lnTo>
                <a:lnTo>
                  <a:pt x="1133180" y="44519"/>
                </a:lnTo>
                <a:lnTo>
                  <a:pt x="1132266" y="45519"/>
                </a:lnTo>
                <a:lnTo>
                  <a:pt x="1131391" y="46552"/>
                </a:lnTo>
                <a:lnTo>
                  <a:pt x="1130555" y="47617"/>
                </a:lnTo>
                <a:lnTo>
                  <a:pt x="1129758" y="48715"/>
                </a:lnTo>
                <a:lnTo>
                  <a:pt x="1128999" y="49845"/>
                </a:lnTo>
                <a:lnTo>
                  <a:pt x="1128280" y="51008"/>
                </a:lnTo>
                <a:lnTo>
                  <a:pt x="1127599" y="52204"/>
                </a:lnTo>
                <a:lnTo>
                  <a:pt x="1126958" y="53432"/>
                </a:lnTo>
                <a:lnTo>
                  <a:pt x="1126355" y="54692"/>
                </a:lnTo>
                <a:lnTo>
                  <a:pt x="1125791" y="55986"/>
                </a:lnTo>
                <a:lnTo>
                  <a:pt x="1125266" y="57312"/>
                </a:lnTo>
                <a:lnTo>
                  <a:pt x="1124780" y="58670"/>
                </a:lnTo>
                <a:lnTo>
                  <a:pt x="1124332" y="60062"/>
                </a:lnTo>
                <a:lnTo>
                  <a:pt x="1123924" y="61485"/>
                </a:lnTo>
                <a:lnTo>
                  <a:pt x="1123555" y="62942"/>
                </a:lnTo>
                <a:lnTo>
                  <a:pt x="1123224" y="64431"/>
                </a:lnTo>
                <a:lnTo>
                  <a:pt x="1122932" y="65952"/>
                </a:lnTo>
                <a:lnTo>
                  <a:pt x="1122680" y="67506"/>
                </a:lnTo>
                <a:lnTo>
                  <a:pt x="1122466" y="69093"/>
                </a:lnTo>
                <a:lnTo>
                  <a:pt x="1122291" y="70712"/>
                </a:lnTo>
                <a:lnTo>
                  <a:pt x="1122155" y="72364"/>
                </a:lnTo>
                <a:lnTo>
                  <a:pt x="1122057" y="74049"/>
                </a:lnTo>
                <a:lnTo>
                  <a:pt x="1121999" y="75766"/>
                </a:lnTo>
                <a:lnTo>
                  <a:pt x="1121980" y="77515"/>
                </a:lnTo>
                <a:lnTo>
                  <a:pt x="1121999" y="79245"/>
                </a:lnTo>
                <a:lnTo>
                  <a:pt x="1122057" y="80944"/>
                </a:lnTo>
                <a:lnTo>
                  <a:pt x="1122154" y="82611"/>
                </a:lnTo>
                <a:lnTo>
                  <a:pt x="1122290" y="84246"/>
                </a:lnTo>
                <a:lnTo>
                  <a:pt x="1122464" y="85849"/>
                </a:lnTo>
                <a:lnTo>
                  <a:pt x="1122677" y="87421"/>
                </a:lnTo>
                <a:lnTo>
                  <a:pt x="1122929" y="88962"/>
                </a:lnTo>
                <a:lnTo>
                  <a:pt x="1123220" y="90470"/>
                </a:lnTo>
                <a:lnTo>
                  <a:pt x="1123549" y="91948"/>
                </a:lnTo>
                <a:lnTo>
                  <a:pt x="1123917" y="93393"/>
                </a:lnTo>
                <a:lnTo>
                  <a:pt x="1124324" y="94807"/>
                </a:lnTo>
                <a:lnTo>
                  <a:pt x="1124770" y="96189"/>
                </a:lnTo>
                <a:lnTo>
                  <a:pt x="1125254" y="97540"/>
                </a:lnTo>
                <a:lnTo>
                  <a:pt x="1125777" y="98859"/>
                </a:lnTo>
                <a:lnTo>
                  <a:pt x="1126339" y="100146"/>
                </a:lnTo>
                <a:lnTo>
                  <a:pt x="1126940" y="101402"/>
                </a:lnTo>
                <a:lnTo>
                  <a:pt x="1127579" y="102626"/>
                </a:lnTo>
                <a:lnTo>
                  <a:pt x="1128257" y="103819"/>
                </a:lnTo>
                <a:lnTo>
                  <a:pt x="1128974" y="104980"/>
                </a:lnTo>
                <a:lnTo>
                  <a:pt x="1129730" y="106109"/>
                </a:lnTo>
                <a:lnTo>
                  <a:pt x="1130524" y="107207"/>
                </a:lnTo>
                <a:lnTo>
                  <a:pt x="1131357" y="108273"/>
                </a:lnTo>
                <a:lnTo>
                  <a:pt x="1132229" y="109307"/>
                </a:lnTo>
                <a:lnTo>
                  <a:pt x="1133140" y="110310"/>
                </a:lnTo>
                <a:lnTo>
                  <a:pt x="1134083" y="111277"/>
                </a:lnTo>
                <a:lnTo>
                  <a:pt x="1135052" y="112202"/>
                </a:lnTo>
                <a:lnTo>
                  <a:pt x="1136049" y="113086"/>
                </a:lnTo>
                <a:lnTo>
                  <a:pt x="1137071" y="113930"/>
                </a:lnTo>
                <a:lnTo>
                  <a:pt x="1138120" y="114732"/>
                </a:lnTo>
                <a:lnTo>
                  <a:pt x="1139195" y="115492"/>
                </a:lnTo>
                <a:lnTo>
                  <a:pt x="1140297" y="116212"/>
                </a:lnTo>
                <a:lnTo>
                  <a:pt x="1141426" y="116891"/>
                </a:lnTo>
                <a:lnTo>
                  <a:pt x="1142580" y="117528"/>
                </a:lnTo>
                <a:lnTo>
                  <a:pt x="1143762" y="118125"/>
                </a:lnTo>
                <a:lnTo>
                  <a:pt x="1144969" y="118680"/>
                </a:lnTo>
                <a:lnTo>
                  <a:pt x="1146203" y="119194"/>
                </a:lnTo>
                <a:lnTo>
                  <a:pt x="1147464" y="119667"/>
                </a:lnTo>
                <a:lnTo>
                  <a:pt x="1148751" y="120099"/>
                </a:lnTo>
                <a:lnTo>
                  <a:pt x="1150064" y="120490"/>
                </a:lnTo>
                <a:lnTo>
                  <a:pt x="1151404" y="120839"/>
                </a:lnTo>
                <a:lnTo>
                  <a:pt x="1152770" y="121148"/>
                </a:lnTo>
                <a:lnTo>
                  <a:pt x="1154163" y="121415"/>
                </a:lnTo>
                <a:lnTo>
                  <a:pt x="1155582" y="121641"/>
                </a:lnTo>
                <a:lnTo>
                  <a:pt x="1157027" y="121826"/>
                </a:lnTo>
                <a:lnTo>
                  <a:pt x="1158499" y="121970"/>
                </a:lnTo>
                <a:lnTo>
                  <a:pt x="1159998" y="122073"/>
                </a:lnTo>
                <a:lnTo>
                  <a:pt x="1161523" y="122135"/>
                </a:lnTo>
                <a:lnTo>
                  <a:pt x="1163074" y="122155"/>
                </a:lnTo>
                <a:lnTo>
                  <a:pt x="1164439" y="122142"/>
                </a:lnTo>
                <a:lnTo>
                  <a:pt x="1165781" y="122101"/>
                </a:lnTo>
                <a:lnTo>
                  <a:pt x="1167099" y="122033"/>
                </a:lnTo>
                <a:lnTo>
                  <a:pt x="1168394" y="121938"/>
                </a:lnTo>
                <a:lnTo>
                  <a:pt x="1169666" y="121816"/>
                </a:lnTo>
                <a:lnTo>
                  <a:pt x="1170915" y="121667"/>
                </a:lnTo>
                <a:lnTo>
                  <a:pt x="1172141" y="121490"/>
                </a:lnTo>
                <a:lnTo>
                  <a:pt x="1173343" y="121287"/>
                </a:lnTo>
                <a:lnTo>
                  <a:pt x="1174522" y="121056"/>
                </a:lnTo>
                <a:lnTo>
                  <a:pt x="1175678" y="120798"/>
                </a:lnTo>
                <a:lnTo>
                  <a:pt x="1176811" y="120513"/>
                </a:lnTo>
                <a:lnTo>
                  <a:pt x="1177920" y="120201"/>
                </a:lnTo>
                <a:lnTo>
                  <a:pt x="1179007" y="119862"/>
                </a:lnTo>
                <a:lnTo>
                  <a:pt x="1180070" y="119496"/>
                </a:lnTo>
                <a:lnTo>
                  <a:pt x="1181110" y="119102"/>
                </a:lnTo>
                <a:lnTo>
                  <a:pt x="1182126" y="118681"/>
                </a:lnTo>
                <a:lnTo>
                  <a:pt x="1183120" y="118234"/>
                </a:lnTo>
                <a:lnTo>
                  <a:pt x="1184090" y="117759"/>
                </a:lnTo>
                <a:lnTo>
                  <a:pt x="1185037" y="117257"/>
                </a:lnTo>
                <a:lnTo>
                  <a:pt x="1185960" y="116727"/>
                </a:lnTo>
                <a:lnTo>
                  <a:pt x="1186861" y="116171"/>
                </a:lnTo>
                <a:lnTo>
                  <a:pt x="1187738" y="115588"/>
                </a:lnTo>
                <a:lnTo>
                  <a:pt x="1188592" y="114977"/>
                </a:lnTo>
                <a:lnTo>
                  <a:pt x="1189423" y="114339"/>
                </a:lnTo>
                <a:lnTo>
                  <a:pt x="1190231" y="113675"/>
                </a:lnTo>
                <a:lnTo>
                  <a:pt x="1191017" y="112985"/>
                </a:lnTo>
                <a:lnTo>
                  <a:pt x="1191781" y="112268"/>
                </a:lnTo>
                <a:lnTo>
                  <a:pt x="1192523" y="111526"/>
                </a:lnTo>
                <a:lnTo>
                  <a:pt x="1193243" y="110757"/>
                </a:lnTo>
                <a:lnTo>
                  <a:pt x="1193940" y="109963"/>
                </a:lnTo>
                <a:lnTo>
                  <a:pt x="1194616" y="109142"/>
                </a:lnTo>
                <a:lnTo>
                  <a:pt x="1195269" y="108296"/>
                </a:lnTo>
                <a:lnTo>
                  <a:pt x="1195901" y="107423"/>
                </a:lnTo>
                <a:lnTo>
                  <a:pt x="1196510" y="106525"/>
                </a:lnTo>
                <a:lnTo>
                  <a:pt x="1197097" y="105600"/>
                </a:lnTo>
                <a:lnTo>
                  <a:pt x="1197662" y="104650"/>
                </a:lnTo>
                <a:lnTo>
                  <a:pt x="1198205" y="103673"/>
                </a:lnTo>
                <a:lnTo>
                  <a:pt x="1198726" y="102671"/>
                </a:lnTo>
                <a:lnTo>
                  <a:pt x="1199224" y="101642"/>
                </a:lnTo>
                <a:lnTo>
                  <a:pt x="1199701" y="100587"/>
                </a:lnTo>
                <a:lnTo>
                  <a:pt x="1200155" y="99507"/>
                </a:lnTo>
                <a:lnTo>
                  <a:pt x="1200588" y="98400"/>
                </a:lnTo>
                <a:lnTo>
                  <a:pt x="1200998" y="97267"/>
                </a:lnTo>
                <a:lnTo>
                  <a:pt x="1201386" y="96109"/>
                </a:lnTo>
                <a:lnTo>
                  <a:pt x="1201752" y="94924"/>
                </a:lnTo>
                <a:lnTo>
                  <a:pt x="1202096" y="93713"/>
                </a:lnTo>
                <a:lnTo>
                  <a:pt x="1202418" y="92476"/>
                </a:lnTo>
                <a:lnTo>
                  <a:pt x="1202718" y="91214"/>
                </a:lnTo>
                <a:lnTo>
                  <a:pt x="1180479" y="87346"/>
                </a:lnTo>
                <a:lnTo>
                  <a:pt x="1180334" y="88082"/>
                </a:lnTo>
                <a:lnTo>
                  <a:pt x="1180180" y="88800"/>
                </a:lnTo>
                <a:lnTo>
                  <a:pt x="1180018" y="89499"/>
                </a:lnTo>
                <a:lnTo>
                  <a:pt x="1179848" y="90181"/>
                </a:lnTo>
                <a:lnTo>
                  <a:pt x="1179669" y="90843"/>
                </a:lnTo>
                <a:lnTo>
                  <a:pt x="1179482" y="91488"/>
                </a:lnTo>
                <a:lnTo>
                  <a:pt x="1179286" y="92114"/>
                </a:lnTo>
                <a:lnTo>
                  <a:pt x="1179082" y="92722"/>
                </a:lnTo>
                <a:lnTo>
                  <a:pt x="1178870" y="93312"/>
                </a:lnTo>
                <a:lnTo>
                  <a:pt x="1178649" y="93883"/>
                </a:lnTo>
                <a:lnTo>
                  <a:pt x="1178420" y="94436"/>
                </a:lnTo>
                <a:lnTo>
                  <a:pt x="1178182" y="94970"/>
                </a:lnTo>
                <a:lnTo>
                  <a:pt x="1177936" y="95487"/>
                </a:lnTo>
                <a:lnTo>
                  <a:pt x="1177682" y="95985"/>
                </a:lnTo>
                <a:lnTo>
                  <a:pt x="1177419" y="96464"/>
                </a:lnTo>
                <a:lnTo>
                  <a:pt x="1177148" y="96926"/>
                </a:lnTo>
                <a:lnTo>
                  <a:pt x="1176869" y="97369"/>
                </a:lnTo>
                <a:lnTo>
                  <a:pt x="1176581" y="97793"/>
                </a:lnTo>
                <a:lnTo>
                  <a:pt x="1176285" y="98199"/>
                </a:lnTo>
                <a:lnTo>
                  <a:pt x="1175980" y="98587"/>
                </a:lnTo>
                <a:lnTo>
                  <a:pt x="1175667" y="98957"/>
                </a:lnTo>
                <a:lnTo>
                  <a:pt x="1175345" y="99308"/>
                </a:lnTo>
                <a:lnTo>
                  <a:pt x="1175015" y="99641"/>
                </a:lnTo>
                <a:lnTo>
                  <a:pt x="1174677" y="99956"/>
                </a:lnTo>
                <a:lnTo>
                  <a:pt x="1174331" y="100255"/>
                </a:lnTo>
                <a:lnTo>
                  <a:pt x="1173976" y="100542"/>
                </a:lnTo>
                <a:lnTo>
                  <a:pt x="1173613" y="100815"/>
                </a:lnTo>
                <a:lnTo>
                  <a:pt x="1173242" y="101076"/>
                </a:lnTo>
                <a:lnTo>
                  <a:pt x="1172864" y="101325"/>
                </a:lnTo>
                <a:lnTo>
                  <a:pt x="1172476" y="101560"/>
                </a:lnTo>
                <a:lnTo>
                  <a:pt x="1172081" y="101783"/>
                </a:lnTo>
                <a:lnTo>
                  <a:pt x="1171678" y="101993"/>
                </a:lnTo>
                <a:lnTo>
                  <a:pt x="1171267" y="102190"/>
                </a:lnTo>
                <a:lnTo>
                  <a:pt x="1170847" y="102375"/>
                </a:lnTo>
                <a:lnTo>
                  <a:pt x="1170419" y="102547"/>
                </a:lnTo>
                <a:lnTo>
                  <a:pt x="1169984" y="102706"/>
                </a:lnTo>
                <a:lnTo>
                  <a:pt x="1169540" y="102852"/>
                </a:lnTo>
                <a:lnTo>
                  <a:pt x="1169088" y="102986"/>
                </a:lnTo>
                <a:lnTo>
                  <a:pt x="1168628" y="103107"/>
                </a:lnTo>
                <a:lnTo>
                  <a:pt x="1168159" y="103215"/>
                </a:lnTo>
                <a:lnTo>
                  <a:pt x="1167683" y="103311"/>
                </a:lnTo>
                <a:lnTo>
                  <a:pt x="1167199" y="103393"/>
                </a:lnTo>
                <a:lnTo>
                  <a:pt x="1166706" y="103463"/>
                </a:lnTo>
                <a:lnTo>
                  <a:pt x="1166205" y="103521"/>
                </a:lnTo>
                <a:lnTo>
                  <a:pt x="1165697" y="103565"/>
                </a:lnTo>
                <a:lnTo>
                  <a:pt x="1165180" y="103597"/>
                </a:lnTo>
                <a:lnTo>
                  <a:pt x="1164655" y="103616"/>
                </a:lnTo>
                <a:lnTo>
                  <a:pt x="1164122" y="103622"/>
                </a:lnTo>
                <a:lnTo>
                  <a:pt x="1163409" y="103612"/>
                </a:lnTo>
                <a:lnTo>
                  <a:pt x="1162709" y="103579"/>
                </a:lnTo>
                <a:lnTo>
                  <a:pt x="1162021" y="103525"/>
                </a:lnTo>
                <a:lnTo>
                  <a:pt x="1161345" y="103448"/>
                </a:lnTo>
                <a:lnTo>
                  <a:pt x="1160681" y="103351"/>
                </a:lnTo>
                <a:lnTo>
                  <a:pt x="1160030" y="103231"/>
                </a:lnTo>
                <a:lnTo>
                  <a:pt x="1159390" y="103089"/>
                </a:lnTo>
                <a:lnTo>
                  <a:pt x="1158763" y="102926"/>
                </a:lnTo>
                <a:lnTo>
                  <a:pt x="1158148" y="102741"/>
                </a:lnTo>
                <a:lnTo>
                  <a:pt x="1157545" y="102535"/>
                </a:lnTo>
                <a:lnTo>
                  <a:pt x="1156955" y="102306"/>
                </a:lnTo>
                <a:lnTo>
                  <a:pt x="1156376" y="102056"/>
                </a:lnTo>
                <a:lnTo>
                  <a:pt x="1155810" y="101784"/>
                </a:lnTo>
                <a:lnTo>
                  <a:pt x="1155256" y="101491"/>
                </a:lnTo>
                <a:lnTo>
                  <a:pt x="1154714" y="101175"/>
                </a:lnTo>
                <a:lnTo>
                  <a:pt x="1154184" y="100838"/>
                </a:lnTo>
                <a:lnTo>
                  <a:pt x="1153666" y="100479"/>
                </a:lnTo>
                <a:lnTo>
                  <a:pt x="1153161" y="100098"/>
                </a:lnTo>
                <a:lnTo>
                  <a:pt x="1152667" y="99696"/>
                </a:lnTo>
                <a:lnTo>
                  <a:pt x="1152186" y="99272"/>
                </a:lnTo>
                <a:lnTo>
                  <a:pt x="1151717" y="98826"/>
                </a:lnTo>
                <a:lnTo>
                  <a:pt x="1151260" y="98358"/>
                </a:lnTo>
                <a:lnTo>
                  <a:pt x="1150816" y="97869"/>
                </a:lnTo>
                <a:lnTo>
                  <a:pt x="1150383" y="97358"/>
                </a:lnTo>
                <a:lnTo>
                  <a:pt x="1149966" y="96820"/>
                </a:lnTo>
                <a:lnTo>
                  <a:pt x="1149566" y="96251"/>
                </a:lnTo>
                <a:lnTo>
                  <a:pt x="1149184" y="95651"/>
                </a:lnTo>
                <a:lnTo>
                  <a:pt x="1148820" y="95021"/>
                </a:lnTo>
                <a:lnTo>
                  <a:pt x="1148473" y="94359"/>
                </a:lnTo>
                <a:lnTo>
                  <a:pt x="1148145" y="93667"/>
                </a:lnTo>
                <a:lnTo>
                  <a:pt x="1147834" y="92943"/>
                </a:lnTo>
                <a:lnTo>
                  <a:pt x="1147541" y="92189"/>
                </a:lnTo>
                <a:lnTo>
                  <a:pt x="1147265" y="91403"/>
                </a:lnTo>
                <a:lnTo>
                  <a:pt x="1147008" y="90587"/>
                </a:lnTo>
                <a:lnTo>
                  <a:pt x="1146768" y="89739"/>
                </a:lnTo>
                <a:lnTo>
                  <a:pt x="1146546" y="88861"/>
                </a:lnTo>
                <a:lnTo>
                  <a:pt x="1146341" y="87952"/>
                </a:lnTo>
                <a:lnTo>
                  <a:pt x="1146155" y="87012"/>
                </a:lnTo>
                <a:lnTo>
                  <a:pt x="1145986" y="86040"/>
                </a:lnTo>
                <a:lnTo>
                  <a:pt x="1145835" y="85038"/>
                </a:lnTo>
                <a:lnTo>
                  <a:pt x="1145702" y="84005"/>
                </a:lnTo>
                <a:lnTo>
                  <a:pt x="1145586" y="82941"/>
                </a:lnTo>
                <a:lnTo>
                  <a:pt x="1145489" y="81846"/>
                </a:lnTo>
                <a:lnTo>
                  <a:pt x="1145409" y="80720"/>
                </a:lnTo>
                <a:lnTo>
                  <a:pt x="1145346" y="79563"/>
                </a:lnTo>
                <a:lnTo>
                  <a:pt x="1145302" y="78375"/>
                </a:lnTo>
                <a:lnTo>
                  <a:pt x="1145275" y="77156"/>
                </a:lnTo>
                <a:lnTo>
                  <a:pt x="1145266" y="75906"/>
                </a:lnTo>
                <a:lnTo>
                  <a:pt x="1145275" y="74782"/>
                </a:lnTo>
                <a:lnTo>
                  <a:pt x="1145301" y="73685"/>
                </a:lnTo>
                <a:lnTo>
                  <a:pt x="1145345" y="72615"/>
                </a:lnTo>
                <a:lnTo>
                  <a:pt x="1145406" y="71572"/>
                </a:lnTo>
                <a:lnTo>
                  <a:pt x="1145485" y="70557"/>
                </a:lnTo>
                <a:lnTo>
                  <a:pt x="1145581" y="69568"/>
                </a:lnTo>
                <a:lnTo>
                  <a:pt x="1145695" y="68607"/>
                </a:lnTo>
                <a:lnTo>
                  <a:pt x="1145826" y="67673"/>
                </a:lnTo>
                <a:lnTo>
                  <a:pt x="1145975" y="66766"/>
                </a:lnTo>
                <a:lnTo>
                  <a:pt x="1146141" y="65886"/>
                </a:lnTo>
                <a:lnTo>
                  <a:pt x="1146324" y="65034"/>
                </a:lnTo>
                <a:lnTo>
                  <a:pt x="1146526" y="64209"/>
                </a:lnTo>
                <a:lnTo>
                  <a:pt x="1146744" y="63411"/>
                </a:lnTo>
                <a:lnTo>
                  <a:pt x="1146980" y="62640"/>
                </a:lnTo>
                <a:lnTo>
                  <a:pt x="1147234" y="61896"/>
                </a:lnTo>
                <a:lnTo>
                  <a:pt x="1147505" y="61180"/>
                </a:lnTo>
                <a:lnTo>
                  <a:pt x="1147793" y="60490"/>
                </a:lnTo>
                <a:lnTo>
                  <a:pt x="1148099" y="59828"/>
                </a:lnTo>
                <a:lnTo>
                  <a:pt x="1148423" y="59193"/>
                </a:lnTo>
                <a:lnTo>
                  <a:pt x="1148764" y="58586"/>
                </a:lnTo>
                <a:lnTo>
                  <a:pt x="1149122" y="58005"/>
                </a:lnTo>
                <a:lnTo>
                  <a:pt x="1149498" y="57452"/>
                </a:lnTo>
                <a:lnTo>
                  <a:pt x="1149892" y="56926"/>
                </a:lnTo>
                <a:lnTo>
                  <a:pt x="1150303" y="56427"/>
                </a:lnTo>
                <a:lnTo>
                  <a:pt x="1150728" y="55952"/>
                </a:lnTo>
                <a:lnTo>
                  <a:pt x="1151166" y="55497"/>
                </a:lnTo>
                <a:lnTo>
                  <a:pt x="1151615" y="55062"/>
                </a:lnTo>
                <a:lnTo>
                  <a:pt x="1152076" y="54647"/>
                </a:lnTo>
                <a:lnTo>
                  <a:pt x="1152550" y="54253"/>
                </a:lnTo>
                <a:lnTo>
                  <a:pt x="1153035" y="53879"/>
                </a:lnTo>
                <a:lnTo>
                  <a:pt x="1153532" y="53525"/>
                </a:lnTo>
                <a:lnTo>
                  <a:pt x="1154040" y="53191"/>
                </a:lnTo>
                <a:lnTo>
                  <a:pt x="1154561" y="52878"/>
                </a:lnTo>
                <a:lnTo>
                  <a:pt x="1155094" y="52584"/>
                </a:lnTo>
                <a:lnTo>
                  <a:pt x="1155638" y="52311"/>
                </a:lnTo>
                <a:lnTo>
                  <a:pt x="1156195" y="52059"/>
                </a:lnTo>
                <a:lnTo>
                  <a:pt x="1156763" y="51826"/>
                </a:lnTo>
                <a:lnTo>
                  <a:pt x="1157343" y="51614"/>
                </a:lnTo>
                <a:lnTo>
                  <a:pt x="1157935" y="51422"/>
                </a:lnTo>
                <a:lnTo>
                  <a:pt x="1158539" y="51250"/>
                </a:lnTo>
                <a:lnTo>
                  <a:pt x="1159155" y="51098"/>
                </a:lnTo>
                <a:lnTo>
                  <a:pt x="1159783" y="50967"/>
                </a:lnTo>
                <a:lnTo>
                  <a:pt x="1160423" y="50855"/>
                </a:lnTo>
                <a:lnTo>
                  <a:pt x="1161074" y="50764"/>
                </a:lnTo>
                <a:lnTo>
                  <a:pt x="1161738" y="50694"/>
                </a:lnTo>
                <a:lnTo>
                  <a:pt x="1162413" y="50643"/>
                </a:lnTo>
                <a:lnTo>
                  <a:pt x="1163100" y="50613"/>
                </a:lnTo>
                <a:lnTo>
                  <a:pt x="1163799" y="50603"/>
                </a:lnTo>
                <a:lnTo>
                  <a:pt x="1164326" y="50608"/>
                </a:lnTo>
                <a:lnTo>
                  <a:pt x="1164844" y="50626"/>
                </a:lnTo>
                <a:lnTo>
                  <a:pt x="1165354" y="50655"/>
                </a:lnTo>
                <a:lnTo>
                  <a:pt x="1165855" y="50696"/>
                </a:lnTo>
                <a:lnTo>
                  <a:pt x="1166348" y="50749"/>
                </a:lnTo>
                <a:lnTo>
                  <a:pt x="1166834" y="50813"/>
                </a:lnTo>
                <a:lnTo>
                  <a:pt x="1167310" y="50889"/>
                </a:lnTo>
                <a:lnTo>
                  <a:pt x="1167779" y="50976"/>
                </a:lnTo>
                <a:lnTo>
                  <a:pt x="1168239" y="51076"/>
                </a:lnTo>
                <a:lnTo>
                  <a:pt x="1168691" y="51187"/>
                </a:lnTo>
                <a:lnTo>
                  <a:pt x="1169135" y="51309"/>
                </a:lnTo>
                <a:lnTo>
                  <a:pt x="1169571" y="51444"/>
                </a:lnTo>
                <a:lnTo>
                  <a:pt x="1169998" y="51590"/>
                </a:lnTo>
                <a:lnTo>
                  <a:pt x="1170417" y="51747"/>
                </a:lnTo>
                <a:lnTo>
                  <a:pt x="1170828" y="51917"/>
                </a:lnTo>
                <a:lnTo>
                  <a:pt x="1171230" y="52098"/>
                </a:lnTo>
                <a:lnTo>
                  <a:pt x="1171625" y="52290"/>
                </a:lnTo>
                <a:lnTo>
                  <a:pt x="1172011" y="52495"/>
                </a:lnTo>
                <a:lnTo>
                  <a:pt x="1172388" y="52711"/>
                </a:lnTo>
                <a:lnTo>
                  <a:pt x="1172758" y="52939"/>
                </a:lnTo>
                <a:lnTo>
                  <a:pt x="1173119" y="53178"/>
                </a:lnTo>
                <a:lnTo>
                  <a:pt x="1173472" y="53429"/>
                </a:lnTo>
                <a:lnTo>
                  <a:pt x="1173817" y="53692"/>
                </a:lnTo>
                <a:lnTo>
                  <a:pt x="1174153" y="53967"/>
                </a:lnTo>
                <a:lnTo>
                  <a:pt x="1174481" y="54253"/>
                </a:lnTo>
                <a:lnTo>
                  <a:pt x="1174798" y="54550"/>
                </a:lnTo>
                <a:lnTo>
                  <a:pt x="1175106" y="54859"/>
                </a:lnTo>
                <a:lnTo>
                  <a:pt x="1175404" y="55179"/>
                </a:lnTo>
                <a:lnTo>
                  <a:pt x="1175691" y="55511"/>
                </a:lnTo>
                <a:lnTo>
                  <a:pt x="1175969" y="55854"/>
                </a:lnTo>
                <a:lnTo>
                  <a:pt x="1176237" y="56208"/>
                </a:lnTo>
                <a:lnTo>
                  <a:pt x="1176495" y="56574"/>
                </a:lnTo>
                <a:lnTo>
                  <a:pt x="1176743" y="56951"/>
                </a:lnTo>
                <a:lnTo>
                  <a:pt x="1176981" y="57340"/>
                </a:lnTo>
                <a:lnTo>
                  <a:pt x="1177209" y="57740"/>
                </a:lnTo>
                <a:lnTo>
                  <a:pt x="1177427" y="58152"/>
                </a:lnTo>
                <a:lnTo>
                  <a:pt x="1177635" y="58575"/>
                </a:lnTo>
                <a:lnTo>
                  <a:pt x="1177833" y="59009"/>
                </a:lnTo>
                <a:lnTo>
                  <a:pt x="1178022" y="59454"/>
                </a:lnTo>
                <a:lnTo>
                  <a:pt x="1178200" y="59911"/>
                </a:lnTo>
                <a:lnTo>
                  <a:pt x="1178369" y="60380"/>
                </a:lnTo>
                <a:lnTo>
                  <a:pt x="1178527" y="60860"/>
                </a:lnTo>
                <a:lnTo>
                  <a:pt x="1178676" y="61351"/>
                </a:lnTo>
                <a:lnTo>
                  <a:pt x="1178815" y="61854"/>
                </a:lnTo>
                <a:lnTo>
                  <a:pt x="1178943" y="62368"/>
                </a:lnTo>
                <a:lnTo>
                  <a:pt x="1179062" y="62893"/>
                </a:lnTo>
                <a:lnTo>
                  <a:pt x="1179171" y="63430"/>
                </a:lnTo>
                <a:lnTo>
                  <a:pt x="1179270" y="63978"/>
                </a:lnTo>
                <a:lnTo>
                  <a:pt x="1201590" y="59950"/>
                </a:lnTo>
                <a:lnTo>
                  <a:pt x="1201245" y="58814"/>
                </a:lnTo>
                <a:lnTo>
                  <a:pt x="1200882" y="57702"/>
                </a:lnTo>
                <a:lnTo>
                  <a:pt x="1200502" y="56615"/>
                </a:lnTo>
                <a:lnTo>
                  <a:pt x="1200103" y="55552"/>
                </a:lnTo>
                <a:close/>
                <a:moveTo>
                  <a:pt x="1357878" y="95518"/>
                </a:moveTo>
                <a:lnTo>
                  <a:pt x="1357690" y="95988"/>
                </a:lnTo>
                <a:lnTo>
                  <a:pt x="1357495" y="96445"/>
                </a:lnTo>
                <a:lnTo>
                  <a:pt x="1357295" y="96890"/>
                </a:lnTo>
                <a:lnTo>
                  <a:pt x="1357088" y="97322"/>
                </a:lnTo>
                <a:lnTo>
                  <a:pt x="1356875" y="97743"/>
                </a:lnTo>
                <a:lnTo>
                  <a:pt x="1356656" y="98150"/>
                </a:lnTo>
                <a:lnTo>
                  <a:pt x="1356431" y="98546"/>
                </a:lnTo>
                <a:lnTo>
                  <a:pt x="1356199" y="98929"/>
                </a:lnTo>
                <a:lnTo>
                  <a:pt x="1355962" y="99300"/>
                </a:lnTo>
                <a:lnTo>
                  <a:pt x="1355718" y="99659"/>
                </a:lnTo>
                <a:lnTo>
                  <a:pt x="1355468" y="100005"/>
                </a:lnTo>
                <a:lnTo>
                  <a:pt x="1355212" y="100339"/>
                </a:lnTo>
                <a:lnTo>
                  <a:pt x="1354950" y="100661"/>
                </a:lnTo>
                <a:lnTo>
                  <a:pt x="1354682" y="100971"/>
                </a:lnTo>
                <a:lnTo>
                  <a:pt x="1354407" y="101268"/>
                </a:lnTo>
                <a:lnTo>
                  <a:pt x="1354127" y="101553"/>
                </a:lnTo>
                <a:lnTo>
                  <a:pt x="1353840" y="101825"/>
                </a:lnTo>
                <a:lnTo>
                  <a:pt x="1353547" y="102085"/>
                </a:lnTo>
                <a:lnTo>
                  <a:pt x="1353248" y="102333"/>
                </a:lnTo>
                <a:lnTo>
                  <a:pt x="1352943" y="102570"/>
                </a:lnTo>
                <a:lnTo>
                  <a:pt x="1352632" y="102797"/>
                </a:lnTo>
                <a:lnTo>
                  <a:pt x="1352315" y="103013"/>
                </a:lnTo>
                <a:lnTo>
                  <a:pt x="1351992" y="103220"/>
                </a:lnTo>
                <a:lnTo>
                  <a:pt x="1351664" y="103416"/>
                </a:lnTo>
                <a:lnTo>
                  <a:pt x="1351329" y="103602"/>
                </a:lnTo>
                <a:lnTo>
                  <a:pt x="1350989" y="103779"/>
                </a:lnTo>
                <a:lnTo>
                  <a:pt x="1350643" y="103945"/>
                </a:lnTo>
                <a:lnTo>
                  <a:pt x="1350291" y="104101"/>
                </a:lnTo>
                <a:lnTo>
                  <a:pt x="1349933" y="104247"/>
                </a:lnTo>
                <a:lnTo>
                  <a:pt x="1349569" y="104383"/>
                </a:lnTo>
                <a:lnTo>
                  <a:pt x="1349199" y="104509"/>
                </a:lnTo>
                <a:lnTo>
                  <a:pt x="1348823" y="104625"/>
                </a:lnTo>
                <a:lnTo>
                  <a:pt x="1348442" y="104730"/>
                </a:lnTo>
                <a:lnTo>
                  <a:pt x="1348055" y="104826"/>
                </a:lnTo>
                <a:lnTo>
                  <a:pt x="1347661" y="104912"/>
                </a:lnTo>
                <a:lnTo>
                  <a:pt x="1347262" y="104987"/>
                </a:lnTo>
                <a:lnTo>
                  <a:pt x="1346857" y="105053"/>
                </a:lnTo>
                <a:lnTo>
                  <a:pt x="1346446" y="105108"/>
                </a:lnTo>
                <a:lnTo>
                  <a:pt x="1346030" y="105153"/>
                </a:lnTo>
                <a:lnTo>
                  <a:pt x="1345607" y="105189"/>
                </a:lnTo>
                <a:lnTo>
                  <a:pt x="1345179" y="105214"/>
                </a:lnTo>
                <a:lnTo>
                  <a:pt x="1344744" y="105229"/>
                </a:lnTo>
                <a:lnTo>
                  <a:pt x="1344304" y="105234"/>
                </a:lnTo>
                <a:lnTo>
                  <a:pt x="1343657" y="105224"/>
                </a:lnTo>
                <a:lnTo>
                  <a:pt x="1343019" y="105195"/>
                </a:lnTo>
                <a:lnTo>
                  <a:pt x="1342390" y="105146"/>
                </a:lnTo>
                <a:lnTo>
                  <a:pt x="1341770" y="105078"/>
                </a:lnTo>
                <a:lnTo>
                  <a:pt x="1341159" y="104991"/>
                </a:lnTo>
                <a:lnTo>
                  <a:pt x="1340557" y="104884"/>
                </a:lnTo>
                <a:lnTo>
                  <a:pt x="1339964" y="104758"/>
                </a:lnTo>
                <a:lnTo>
                  <a:pt x="1339380" y="104612"/>
                </a:lnTo>
                <a:lnTo>
                  <a:pt x="1338804" y="104446"/>
                </a:lnTo>
                <a:lnTo>
                  <a:pt x="1338238" y="104262"/>
                </a:lnTo>
                <a:lnTo>
                  <a:pt x="1337681" y="104058"/>
                </a:lnTo>
                <a:lnTo>
                  <a:pt x="1337133" y="103834"/>
                </a:lnTo>
                <a:lnTo>
                  <a:pt x="1336593" y="103591"/>
                </a:lnTo>
                <a:lnTo>
                  <a:pt x="1336063" y="103328"/>
                </a:lnTo>
                <a:lnTo>
                  <a:pt x="1335541" y="103046"/>
                </a:lnTo>
                <a:lnTo>
                  <a:pt x="1335029" y="102745"/>
                </a:lnTo>
                <a:lnTo>
                  <a:pt x="1334525" y="102424"/>
                </a:lnTo>
                <a:lnTo>
                  <a:pt x="1334030" y="102084"/>
                </a:lnTo>
                <a:lnTo>
                  <a:pt x="1333545" y="101724"/>
                </a:lnTo>
                <a:lnTo>
                  <a:pt x="1333068" y="101345"/>
                </a:lnTo>
                <a:lnTo>
                  <a:pt x="1332600" y="100946"/>
                </a:lnTo>
                <a:lnTo>
                  <a:pt x="1332141" y="100528"/>
                </a:lnTo>
                <a:lnTo>
                  <a:pt x="1331691" y="100091"/>
                </a:lnTo>
                <a:lnTo>
                  <a:pt x="1331250" y="99634"/>
                </a:lnTo>
                <a:lnTo>
                  <a:pt x="1330823" y="99159"/>
                </a:lnTo>
                <a:lnTo>
                  <a:pt x="1330412" y="98669"/>
                </a:lnTo>
                <a:lnTo>
                  <a:pt x="1330019" y="98164"/>
                </a:lnTo>
                <a:lnTo>
                  <a:pt x="1329643" y="97643"/>
                </a:lnTo>
                <a:lnTo>
                  <a:pt x="1329285" y="97106"/>
                </a:lnTo>
                <a:lnTo>
                  <a:pt x="1328944" y="96554"/>
                </a:lnTo>
                <a:lnTo>
                  <a:pt x="1328620" y="95987"/>
                </a:lnTo>
                <a:lnTo>
                  <a:pt x="1328314" y="95404"/>
                </a:lnTo>
                <a:lnTo>
                  <a:pt x="1328025" y="94805"/>
                </a:lnTo>
                <a:lnTo>
                  <a:pt x="1327753" y="94191"/>
                </a:lnTo>
                <a:lnTo>
                  <a:pt x="1327499" y="93561"/>
                </a:lnTo>
                <a:lnTo>
                  <a:pt x="1327262" y="92916"/>
                </a:lnTo>
                <a:lnTo>
                  <a:pt x="1327042" y="92255"/>
                </a:lnTo>
                <a:lnTo>
                  <a:pt x="1326840" y="91579"/>
                </a:lnTo>
                <a:lnTo>
                  <a:pt x="1326655" y="90887"/>
                </a:lnTo>
                <a:lnTo>
                  <a:pt x="1326487" y="90179"/>
                </a:lnTo>
                <a:lnTo>
                  <a:pt x="1326337" y="89457"/>
                </a:lnTo>
                <a:lnTo>
                  <a:pt x="1326204" y="88718"/>
                </a:lnTo>
                <a:lnTo>
                  <a:pt x="1326089" y="87964"/>
                </a:lnTo>
                <a:lnTo>
                  <a:pt x="1325990" y="87195"/>
                </a:lnTo>
                <a:lnTo>
                  <a:pt x="1325910" y="86410"/>
                </a:lnTo>
                <a:lnTo>
                  <a:pt x="1325846" y="85609"/>
                </a:lnTo>
                <a:lnTo>
                  <a:pt x="1325800" y="84793"/>
                </a:lnTo>
                <a:lnTo>
                  <a:pt x="1325771" y="83962"/>
                </a:lnTo>
                <a:lnTo>
                  <a:pt x="1382498" y="83962"/>
                </a:lnTo>
                <a:lnTo>
                  <a:pt x="1382518" y="81816"/>
                </a:lnTo>
                <a:lnTo>
                  <a:pt x="1382498" y="79717"/>
                </a:lnTo>
                <a:lnTo>
                  <a:pt x="1382438" y="77665"/>
                </a:lnTo>
                <a:lnTo>
                  <a:pt x="1382339" y="75659"/>
                </a:lnTo>
                <a:lnTo>
                  <a:pt x="1382199" y="73700"/>
                </a:lnTo>
                <a:lnTo>
                  <a:pt x="1382019" y="71787"/>
                </a:lnTo>
                <a:lnTo>
                  <a:pt x="1381799" y="69921"/>
                </a:lnTo>
                <a:lnTo>
                  <a:pt x="1381540" y="68101"/>
                </a:lnTo>
                <a:lnTo>
                  <a:pt x="1381240" y="66328"/>
                </a:lnTo>
                <a:lnTo>
                  <a:pt x="1380900" y="64602"/>
                </a:lnTo>
                <a:lnTo>
                  <a:pt x="1380520" y="62922"/>
                </a:lnTo>
                <a:lnTo>
                  <a:pt x="1380100" y="61289"/>
                </a:lnTo>
                <a:lnTo>
                  <a:pt x="1379641" y="59703"/>
                </a:lnTo>
                <a:lnTo>
                  <a:pt x="1379141" y="58163"/>
                </a:lnTo>
                <a:lnTo>
                  <a:pt x="1378601" y="56669"/>
                </a:lnTo>
                <a:lnTo>
                  <a:pt x="1378021" y="55222"/>
                </a:lnTo>
                <a:lnTo>
                  <a:pt x="1377401" y="53822"/>
                </a:lnTo>
                <a:lnTo>
                  <a:pt x="1376741" y="52468"/>
                </a:lnTo>
                <a:lnTo>
                  <a:pt x="1376041" y="51161"/>
                </a:lnTo>
                <a:lnTo>
                  <a:pt x="1375302" y="49901"/>
                </a:lnTo>
                <a:lnTo>
                  <a:pt x="1374522" y="48687"/>
                </a:lnTo>
                <a:lnTo>
                  <a:pt x="1373702" y="47520"/>
                </a:lnTo>
                <a:lnTo>
                  <a:pt x="1372842" y="46399"/>
                </a:lnTo>
                <a:lnTo>
                  <a:pt x="1371942" y="45325"/>
                </a:lnTo>
                <a:lnTo>
                  <a:pt x="1371008" y="44296"/>
                </a:lnTo>
                <a:lnTo>
                  <a:pt x="1370046" y="43311"/>
                </a:lnTo>
                <a:lnTo>
                  <a:pt x="1369056" y="42369"/>
                </a:lnTo>
                <a:lnTo>
                  <a:pt x="1368038" y="41472"/>
                </a:lnTo>
                <a:lnTo>
                  <a:pt x="1366993" y="40618"/>
                </a:lnTo>
                <a:lnTo>
                  <a:pt x="1365919" y="39808"/>
                </a:lnTo>
                <a:lnTo>
                  <a:pt x="1364817" y="39041"/>
                </a:lnTo>
                <a:lnTo>
                  <a:pt x="1363687" y="38319"/>
                </a:lnTo>
                <a:lnTo>
                  <a:pt x="1362529" y="37640"/>
                </a:lnTo>
                <a:lnTo>
                  <a:pt x="1361344" y="37005"/>
                </a:lnTo>
                <a:lnTo>
                  <a:pt x="1360130" y="36414"/>
                </a:lnTo>
                <a:lnTo>
                  <a:pt x="1358888" y="35867"/>
                </a:lnTo>
                <a:lnTo>
                  <a:pt x="1357619" y="35363"/>
                </a:lnTo>
                <a:lnTo>
                  <a:pt x="1356321" y="34904"/>
                </a:lnTo>
                <a:lnTo>
                  <a:pt x="1354996" y="34488"/>
                </a:lnTo>
                <a:lnTo>
                  <a:pt x="1353642" y="34116"/>
                </a:lnTo>
                <a:lnTo>
                  <a:pt x="1352260" y="33787"/>
                </a:lnTo>
                <a:lnTo>
                  <a:pt x="1350851" y="33503"/>
                </a:lnTo>
                <a:lnTo>
                  <a:pt x="1349413" y="33262"/>
                </a:lnTo>
                <a:lnTo>
                  <a:pt x="1347948" y="33065"/>
                </a:lnTo>
                <a:lnTo>
                  <a:pt x="1346454" y="32911"/>
                </a:lnTo>
                <a:lnTo>
                  <a:pt x="1344933" y="32802"/>
                </a:lnTo>
                <a:lnTo>
                  <a:pt x="1343383" y="32736"/>
                </a:lnTo>
                <a:lnTo>
                  <a:pt x="1341806" y="32714"/>
                </a:lnTo>
                <a:lnTo>
                  <a:pt x="1340399" y="32735"/>
                </a:lnTo>
                <a:lnTo>
                  <a:pt x="1339013" y="32798"/>
                </a:lnTo>
                <a:lnTo>
                  <a:pt x="1337647" y="32903"/>
                </a:lnTo>
                <a:lnTo>
                  <a:pt x="1336302" y="33049"/>
                </a:lnTo>
                <a:lnTo>
                  <a:pt x="1334977" y="33237"/>
                </a:lnTo>
                <a:lnTo>
                  <a:pt x="1333673" y="33467"/>
                </a:lnTo>
                <a:lnTo>
                  <a:pt x="1332389" y="33739"/>
                </a:lnTo>
                <a:lnTo>
                  <a:pt x="1331125" y="34053"/>
                </a:lnTo>
                <a:lnTo>
                  <a:pt x="1329882" y="34408"/>
                </a:lnTo>
                <a:lnTo>
                  <a:pt x="1328659" y="34806"/>
                </a:lnTo>
                <a:lnTo>
                  <a:pt x="1327457" y="35245"/>
                </a:lnTo>
                <a:lnTo>
                  <a:pt x="1326275" y="35726"/>
                </a:lnTo>
                <a:lnTo>
                  <a:pt x="1325113" y="36249"/>
                </a:lnTo>
                <a:lnTo>
                  <a:pt x="1323972" y="36813"/>
                </a:lnTo>
                <a:lnTo>
                  <a:pt x="1322851" y="37420"/>
                </a:lnTo>
                <a:lnTo>
                  <a:pt x="1321751" y="38068"/>
                </a:lnTo>
                <a:lnTo>
                  <a:pt x="1320671" y="38758"/>
                </a:lnTo>
                <a:lnTo>
                  <a:pt x="1319612" y="39490"/>
                </a:lnTo>
                <a:lnTo>
                  <a:pt x="1318573" y="40264"/>
                </a:lnTo>
                <a:lnTo>
                  <a:pt x="1317554" y="41080"/>
                </a:lnTo>
                <a:lnTo>
                  <a:pt x="1316556" y="41937"/>
                </a:lnTo>
                <a:lnTo>
                  <a:pt x="1315579" y="42837"/>
                </a:lnTo>
                <a:lnTo>
                  <a:pt x="1314621" y="43778"/>
                </a:lnTo>
                <a:lnTo>
                  <a:pt x="1313685" y="44761"/>
                </a:lnTo>
                <a:lnTo>
                  <a:pt x="1312777" y="45781"/>
                </a:lnTo>
                <a:lnTo>
                  <a:pt x="1311908" y="46832"/>
                </a:lnTo>
                <a:lnTo>
                  <a:pt x="1311078" y="47916"/>
                </a:lnTo>
                <a:lnTo>
                  <a:pt x="1310287" y="49032"/>
                </a:lnTo>
                <a:lnTo>
                  <a:pt x="1309534" y="50180"/>
                </a:lnTo>
                <a:lnTo>
                  <a:pt x="1308820" y="51360"/>
                </a:lnTo>
                <a:lnTo>
                  <a:pt x="1308144" y="52573"/>
                </a:lnTo>
                <a:lnTo>
                  <a:pt x="1307507" y="53817"/>
                </a:lnTo>
                <a:lnTo>
                  <a:pt x="1306908" y="55093"/>
                </a:lnTo>
                <a:lnTo>
                  <a:pt x="1306349" y="56401"/>
                </a:lnTo>
                <a:lnTo>
                  <a:pt x="1305827" y="57741"/>
                </a:lnTo>
                <a:lnTo>
                  <a:pt x="1305345" y="59114"/>
                </a:lnTo>
                <a:lnTo>
                  <a:pt x="1304901" y="60518"/>
                </a:lnTo>
                <a:lnTo>
                  <a:pt x="1304495" y="61954"/>
                </a:lnTo>
                <a:lnTo>
                  <a:pt x="1304129" y="63423"/>
                </a:lnTo>
                <a:lnTo>
                  <a:pt x="1303800" y="64923"/>
                </a:lnTo>
                <a:lnTo>
                  <a:pt x="1303511" y="66455"/>
                </a:lnTo>
                <a:lnTo>
                  <a:pt x="1303260" y="68020"/>
                </a:lnTo>
                <a:lnTo>
                  <a:pt x="1303047" y="69616"/>
                </a:lnTo>
                <a:lnTo>
                  <a:pt x="1302874" y="71245"/>
                </a:lnTo>
                <a:lnTo>
                  <a:pt x="1302739" y="72905"/>
                </a:lnTo>
                <a:lnTo>
                  <a:pt x="1302642" y="74598"/>
                </a:lnTo>
                <a:lnTo>
                  <a:pt x="1302584" y="76323"/>
                </a:lnTo>
                <a:lnTo>
                  <a:pt x="1302565" y="78079"/>
                </a:lnTo>
                <a:lnTo>
                  <a:pt x="1302580" y="79553"/>
                </a:lnTo>
                <a:lnTo>
                  <a:pt x="1302624" y="81005"/>
                </a:lnTo>
                <a:lnTo>
                  <a:pt x="1302697" y="82436"/>
                </a:lnTo>
                <a:lnTo>
                  <a:pt x="1302800" y="83845"/>
                </a:lnTo>
                <a:lnTo>
                  <a:pt x="1302932" y="85233"/>
                </a:lnTo>
                <a:lnTo>
                  <a:pt x="1303094" y="86600"/>
                </a:lnTo>
                <a:lnTo>
                  <a:pt x="1303285" y="87946"/>
                </a:lnTo>
                <a:lnTo>
                  <a:pt x="1303505" y="89271"/>
                </a:lnTo>
                <a:lnTo>
                  <a:pt x="1303755" y="90574"/>
                </a:lnTo>
                <a:lnTo>
                  <a:pt x="1304034" y="91856"/>
                </a:lnTo>
                <a:lnTo>
                  <a:pt x="1304342" y="93117"/>
                </a:lnTo>
                <a:lnTo>
                  <a:pt x="1304680" y="94356"/>
                </a:lnTo>
                <a:lnTo>
                  <a:pt x="1305047" y="95574"/>
                </a:lnTo>
                <a:lnTo>
                  <a:pt x="1305444" y="96771"/>
                </a:lnTo>
                <a:lnTo>
                  <a:pt x="1305870" y="97947"/>
                </a:lnTo>
                <a:lnTo>
                  <a:pt x="1306325" y="99101"/>
                </a:lnTo>
                <a:lnTo>
                  <a:pt x="1306810" y="100234"/>
                </a:lnTo>
                <a:lnTo>
                  <a:pt x="1307324" y="101346"/>
                </a:lnTo>
                <a:lnTo>
                  <a:pt x="1307867" y="102437"/>
                </a:lnTo>
                <a:lnTo>
                  <a:pt x="1308440" y="103506"/>
                </a:lnTo>
                <a:lnTo>
                  <a:pt x="1309043" y="104554"/>
                </a:lnTo>
                <a:lnTo>
                  <a:pt x="1309674" y="105581"/>
                </a:lnTo>
                <a:lnTo>
                  <a:pt x="1310335" y="106586"/>
                </a:lnTo>
                <a:lnTo>
                  <a:pt x="1311025" y="107571"/>
                </a:lnTo>
                <a:lnTo>
                  <a:pt x="1311939" y="108761"/>
                </a:lnTo>
                <a:lnTo>
                  <a:pt x="1312892" y="109900"/>
                </a:lnTo>
                <a:lnTo>
                  <a:pt x="1313886" y="110989"/>
                </a:lnTo>
                <a:lnTo>
                  <a:pt x="1314920" y="112027"/>
                </a:lnTo>
                <a:lnTo>
                  <a:pt x="1315994" y="113015"/>
                </a:lnTo>
                <a:lnTo>
                  <a:pt x="1317109" y="113951"/>
                </a:lnTo>
                <a:lnTo>
                  <a:pt x="1318264" y="114838"/>
                </a:lnTo>
                <a:lnTo>
                  <a:pt x="1319459" y="115673"/>
                </a:lnTo>
                <a:lnTo>
                  <a:pt x="1320695" y="116458"/>
                </a:lnTo>
                <a:lnTo>
                  <a:pt x="1321971" y="117192"/>
                </a:lnTo>
                <a:lnTo>
                  <a:pt x="1323287" y="117876"/>
                </a:lnTo>
                <a:lnTo>
                  <a:pt x="1324643" y="118509"/>
                </a:lnTo>
                <a:lnTo>
                  <a:pt x="1326040" y="119091"/>
                </a:lnTo>
                <a:lnTo>
                  <a:pt x="1327477" y="119623"/>
                </a:lnTo>
                <a:lnTo>
                  <a:pt x="1328954" y="120104"/>
                </a:lnTo>
                <a:lnTo>
                  <a:pt x="1330471" y="120535"/>
                </a:lnTo>
                <a:lnTo>
                  <a:pt x="1332029" y="120915"/>
                </a:lnTo>
                <a:lnTo>
                  <a:pt x="1333627" y="121244"/>
                </a:lnTo>
                <a:lnTo>
                  <a:pt x="1335266" y="121522"/>
                </a:lnTo>
                <a:lnTo>
                  <a:pt x="1336945" y="121750"/>
                </a:lnTo>
                <a:lnTo>
                  <a:pt x="1338663" y="121927"/>
                </a:lnTo>
                <a:lnTo>
                  <a:pt x="1340423" y="122054"/>
                </a:lnTo>
                <a:lnTo>
                  <a:pt x="1342222" y="122130"/>
                </a:lnTo>
                <a:lnTo>
                  <a:pt x="1344062" y="122155"/>
                </a:lnTo>
                <a:lnTo>
                  <a:pt x="1345229" y="122144"/>
                </a:lnTo>
                <a:lnTo>
                  <a:pt x="1346380" y="122110"/>
                </a:lnTo>
                <a:lnTo>
                  <a:pt x="1347514" y="122054"/>
                </a:lnTo>
                <a:lnTo>
                  <a:pt x="1348632" y="121976"/>
                </a:lnTo>
                <a:lnTo>
                  <a:pt x="1349733" y="121875"/>
                </a:lnTo>
                <a:lnTo>
                  <a:pt x="1350818" y="121751"/>
                </a:lnTo>
                <a:lnTo>
                  <a:pt x="1351887" y="121605"/>
                </a:lnTo>
                <a:lnTo>
                  <a:pt x="1352939" y="121437"/>
                </a:lnTo>
                <a:lnTo>
                  <a:pt x="1353975" y="121246"/>
                </a:lnTo>
                <a:lnTo>
                  <a:pt x="1354995" y="121033"/>
                </a:lnTo>
                <a:lnTo>
                  <a:pt x="1355998" y="120797"/>
                </a:lnTo>
                <a:lnTo>
                  <a:pt x="1356985" y="120539"/>
                </a:lnTo>
                <a:lnTo>
                  <a:pt x="1357955" y="120258"/>
                </a:lnTo>
                <a:lnTo>
                  <a:pt x="1358909" y="119955"/>
                </a:lnTo>
                <a:lnTo>
                  <a:pt x="1359847" y="119629"/>
                </a:lnTo>
                <a:lnTo>
                  <a:pt x="1360769" y="119281"/>
                </a:lnTo>
                <a:lnTo>
                  <a:pt x="1361674" y="118911"/>
                </a:lnTo>
                <a:lnTo>
                  <a:pt x="1362562" y="118518"/>
                </a:lnTo>
                <a:lnTo>
                  <a:pt x="1363435" y="118103"/>
                </a:lnTo>
                <a:lnTo>
                  <a:pt x="1364290" y="117665"/>
                </a:lnTo>
                <a:lnTo>
                  <a:pt x="1365130" y="117204"/>
                </a:lnTo>
                <a:lnTo>
                  <a:pt x="1365953" y="116722"/>
                </a:lnTo>
                <a:lnTo>
                  <a:pt x="1366760" y="116217"/>
                </a:lnTo>
                <a:lnTo>
                  <a:pt x="1367550" y="115689"/>
                </a:lnTo>
                <a:lnTo>
                  <a:pt x="1368324" y="115140"/>
                </a:lnTo>
                <a:lnTo>
                  <a:pt x="1369080" y="114570"/>
                </a:lnTo>
                <a:lnTo>
                  <a:pt x="1369819" y="113980"/>
                </a:lnTo>
                <a:lnTo>
                  <a:pt x="1370540" y="113369"/>
                </a:lnTo>
                <a:lnTo>
                  <a:pt x="1371243" y="112738"/>
                </a:lnTo>
                <a:lnTo>
                  <a:pt x="1371929" y="112087"/>
                </a:lnTo>
                <a:lnTo>
                  <a:pt x="1372598" y="111415"/>
                </a:lnTo>
                <a:lnTo>
                  <a:pt x="1373249" y="110722"/>
                </a:lnTo>
                <a:lnTo>
                  <a:pt x="1373883" y="110009"/>
                </a:lnTo>
                <a:lnTo>
                  <a:pt x="1374499" y="109276"/>
                </a:lnTo>
                <a:lnTo>
                  <a:pt x="1375098" y="108522"/>
                </a:lnTo>
                <a:lnTo>
                  <a:pt x="1375679" y="107747"/>
                </a:lnTo>
                <a:lnTo>
                  <a:pt x="1376242" y="106952"/>
                </a:lnTo>
                <a:lnTo>
                  <a:pt x="1376789" y="106136"/>
                </a:lnTo>
                <a:lnTo>
                  <a:pt x="1377317" y="105300"/>
                </a:lnTo>
                <a:lnTo>
                  <a:pt x="1377829" y="104444"/>
                </a:lnTo>
                <a:lnTo>
                  <a:pt x="1378322" y="103567"/>
                </a:lnTo>
                <a:lnTo>
                  <a:pt x="1378799" y="102669"/>
                </a:lnTo>
                <a:lnTo>
                  <a:pt x="1379257" y="101751"/>
                </a:lnTo>
                <a:lnTo>
                  <a:pt x="1379699" y="100813"/>
                </a:lnTo>
                <a:lnTo>
                  <a:pt x="1380122" y="99854"/>
                </a:lnTo>
                <a:lnTo>
                  <a:pt x="1380529" y="98874"/>
                </a:lnTo>
                <a:lnTo>
                  <a:pt x="1380918" y="97874"/>
                </a:lnTo>
                <a:lnTo>
                  <a:pt x="1381289" y="96854"/>
                </a:lnTo>
                <a:lnTo>
                  <a:pt x="1358727" y="92986"/>
                </a:lnTo>
                <a:lnTo>
                  <a:pt x="1358570" y="93517"/>
                </a:lnTo>
                <a:lnTo>
                  <a:pt x="1358406" y="94036"/>
                </a:lnTo>
                <a:lnTo>
                  <a:pt x="1358236" y="94542"/>
                </a:lnTo>
                <a:lnTo>
                  <a:pt x="1358060" y="95036"/>
                </a:lnTo>
                <a:lnTo>
                  <a:pt x="1357878" y="95518"/>
                </a:lnTo>
                <a:close/>
                <a:moveTo>
                  <a:pt x="1326284" y="67133"/>
                </a:moveTo>
                <a:lnTo>
                  <a:pt x="1326354" y="66424"/>
                </a:lnTo>
                <a:lnTo>
                  <a:pt x="1326441" y="65729"/>
                </a:lnTo>
                <a:lnTo>
                  <a:pt x="1326545" y="65046"/>
                </a:lnTo>
                <a:lnTo>
                  <a:pt x="1326666" y="64378"/>
                </a:lnTo>
                <a:lnTo>
                  <a:pt x="1326805" y="63722"/>
                </a:lnTo>
                <a:lnTo>
                  <a:pt x="1326960" y="63080"/>
                </a:lnTo>
                <a:lnTo>
                  <a:pt x="1327133" y="62451"/>
                </a:lnTo>
                <a:lnTo>
                  <a:pt x="1327322" y="61836"/>
                </a:lnTo>
                <a:lnTo>
                  <a:pt x="1327529" y="61234"/>
                </a:lnTo>
                <a:lnTo>
                  <a:pt x="1327753" y="60646"/>
                </a:lnTo>
                <a:lnTo>
                  <a:pt x="1327993" y="60070"/>
                </a:lnTo>
                <a:lnTo>
                  <a:pt x="1328251" y="59509"/>
                </a:lnTo>
                <a:lnTo>
                  <a:pt x="1328526" y="58960"/>
                </a:lnTo>
                <a:lnTo>
                  <a:pt x="1328818" y="58425"/>
                </a:lnTo>
                <a:lnTo>
                  <a:pt x="1329127" y="57903"/>
                </a:lnTo>
                <a:lnTo>
                  <a:pt x="1329453" y="57395"/>
                </a:lnTo>
                <a:lnTo>
                  <a:pt x="1329796" y="56900"/>
                </a:lnTo>
                <a:lnTo>
                  <a:pt x="1330156" y="56418"/>
                </a:lnTo>
                <a:lnTo>
                  <a:pt x="1330534" y="55950"/>
                </a:lnTo>
                <a:lnTo>
                  <a:pt x="1330928" y="55495"/>
                </a:lnTo>
                <a:lnTo>
                  <a:pt x="1331335" y="55056"/>
                </a:lnTo>
                <a:lnTo>
                  <a:pt x="1331752" y="54636"/>
                </a:lnTo>
                <a:lnTo>
                  <a:pt x="1332177" y="54235"/>
                </a:lnTo>
                <a:lnTo>
                  <a:pt x="1332611" y="53852"/>
                </a:lnTo>
                <a:lnTo>
                  <a:pt x="1333054" y="53488"/>
                </a:lnTo>
                <a:lnTo>
                  <a:pt x="1333507" y="53143"/>
                </a:lnTo>
                <a:lnTo>
                  <a:pt x="1333968" y="52816"/>
                </a:lnTo>
                <a:lnTo>
                  <a:pt x="1334438" y="52508"/>
                </a:lnTo>
                <a:lnTo>
                  <a:pt x="1334917" y="52219"/>
                </a:lnTo>
                <a:lnTo>
                  <a:pt x="1335405" y="51948"/>
                </a:lnTo>
                <a:lnTo>
                  <a:pt x="1335901" y="51696"/>
                </a:lnTo>
                <a:lnTo>
                  <a:pt x="1336407" y="51463"/>
                </a:lnTo>
                <a:lnTo>
                  <a:pt x="1336922" y="51248"/>
                </a:lnTo>
                <a:lnTo>
                  <a:pt x="1337446" y="51052"/>
                </a:lnTo>
                <a:lnTo>
                  <a:pt x="1337979" y="50875"/>
                </a:lnTo>
                <a:lnTo>
                  <a:pt x="1338520" y="50716"/>
                </a:lnTo>
                <a:lnTo>
                  <a:pt x="1339071" y="50576"/>
                </a:lnTo>
                <a:lnTo>
                  <a:pt x="1339630" y="50455"/>
                </a:lnTo>
                <a:lnTo>
                  <a:pt x="1340199" y="50352"/>
                </a:lnTo>
                <a:lnTo>
                  <a:pt x="1340776" y="50268"/>
                </a:lnTo>
                <a:lnTo>
                  <a:pt x="1341363" y="50203"/>
                </a:lnTo>
                <a:lnTo>
                  <a:pt x="1341958" y="50156"/>
                </a:lnTo>
                <a:lnTo>
                  <a:pt x="1342563" y="50128"/>
                </a:lnTo>
                <a:lnTo>
                  <a:pt x="1343176" y="50119"/>
                </a:lnTo>
                <a:lnTo>
                  <a:pt x="1343750" y="50128"/>
                </a:lnTo>
                <a:lnTo>
                  <a:pt x="1344316" y="50154"/>
                </a:lnTo>
                <a:lnTo>
                  <a:pt x="1344875" y="50199"/>
                </a:lnTo>
                <a:lnTo>
                  <a:pt x="1345428" y="50261"/>
                </a:lnTo>
                <a:lnTo>
                  <a:pt x="1345972" y="50340"/>
                </a:lnTo>
                <a:lnTo>
                  <a:pt x="1346510" y="50438"/>
                </a:lnTo>
                <a:lnTo>
                  <a:pt x="1347040" y="50553"/>
                </a:lnTo>
                <a:lnTo>
                  <a:pt x="1347563" y="50685"/>
                </a:lnTo>
                <a:lnTo>
                  <a:pt x="1348078" y="50836"/>
                </a:lnTo>
                <a:lnTo>
                  <a:pt x="1348587" y="51004"/>
                </a:lnTo>
                <a:lnTo>
                  <a:pt x="1349088" y="51190"/>
                </a:lnTo>
                <a:lnTo>
                  <a:pt x="1349582" y="51393"/>
                </a:lnTo>
                <a:lnTo>
                  <a:pt x="1350068" y="51614"/>
                </a:lnTo>
                <a:lnTo>
                  <a:pt x="1350548" y="51853"/>
                </a:lnTo>
                <a:lnTo>
                  <a:pt x="1351020" y="52110"/>
                </a:lnTo>
                <a:lnTo>
                  <a:pt x="1351484" y="52384"/>
                </a:lnTo>
                <a:lnTo>
                  <a:pt x="1351942" y="52676"/>
                </a:lnTo>
                <a:lnTo>
                  <a:pt x="1352392" y="52986"/>
                </a:lnTo>
                <a:lnTo>
                  <a:pt x="1352835" y="53313"/>
                </a:lnTo>
                <a:lnTo>
                  <a:pt x="1353270" y="53658"/>
                </a:lnTo>
                <a:lnTo>
                  <a:pt x="1353699" y="54021"/>
                </a:lnTo>
                <a:lnTo>
                  <a:pt x="1354120" y="54402"/>
                </a:lnTo>
                <a:lnTo>
                  <a:pt x="1354534" y="54800"/>
                </a:lnTo>
                <a:lnTo>
                  <a:pt x="1354940" y="55216"/>
                </a:lnTo>
                <a:lnTo>
                  <a:pt x="1355335" y="55648"/>
                </a:lnTo>
                <a:lnTo>
                  <a:pt x="1355714" y="56098"/>
                </a:lnTo>
                <a:lnTo>
                  <a:pt x="1356077" y="56563"/>
                </a:lnTo>
                <a:lnTo>
                  <a:pt x="1356424" y="57045"/>
                </a:lnTo>
                <a:lnTo>
                  <a:pt x="1356755" y="57543"/>
                </a:lnTo>
                <a:lnTo>
                  <a:pt x="1357070" y="58057"/>
                </a:lnTo>
                <a:lnTo>
                  <a:pt x="1357370" y="58588"/>
                </a:lnTo>
                <a:lnTo>
                  <a:pt x="1357653" y="59135"/>
                </a:lnTo>
                <a:lnTo>
                  <a:pt x="1357920" y="59698"/>
                </a:lnTo>
                <a:lnTo>
                  <a:pt x="1358172" y="60278"/>
                </a:lnTo>
                <a:lnTo>
                  <a:pt x="1358407" y="60873"/>
                </a:lnTo>
                <a:lnTo>
                  <a:pt x="1358627" y="61486"/>
                </a:lnTo>
                <a:lnTo>
                  <a:pt x="1358830" y="62114"/>
                </a:lnTo>
                <a:lnTo>
                  <a:pt x="1359018" y="62759"/>
                </a:lnTo>
                <a:lnTo>
                  <a:pt x="1359189" y="63420"/>
                </a:lnTo>
                <a:lnTo>
                  <a:pt x="1359345" y="64097"/>
                </a:lnTo>
                <a:lnTo>
                  <a:pt x="1359485" y="64791"/>
                </a:lnTo>
                <a:lnTo>
                  <a:pt x="1359609" y="65501"/>
                </a:lnTo>
                <a:lnTo>
                  <a:pt x="1359716" y="66227"/>
                </a:lnTo>
                <a:lnTo>
                  <a:pt x="1359808" y="66969"/>
                </a:lnTo>
                <a:lnTo>
                  <a:pt x="1359884" y="67728"/>
                </a:lnTo>
                <a:lnTo>
                  <a:pt x="1359944" y="68503"/>
                </a:lnTo>
                <a:lnTo>
                  <a:pt x="1359988" y="69295"/>
                </a:lnTo>
                <a:lnTo>
                  <a:pt x="1360016" y="70102"/>
                </a:lnTo>
                <a:lnTo>
                  <a:pt x="1326174" y="70102"/>
                </a:lnTo>
                <a:lnTo>
                  <a:pt x="1326176" y="69340"/>
                </a:lnTo>
                <a:lnTo>
                  <a:pt x="1326195" y="68591"/>
                </a:lnTo>
                <a:lnTo>
                  <a:pt x="1326231" y="67855"/>
                </a:lnTo>
                <a:lnTo>
                  <a:pt x="1326284" y="67133"/>
                </a:lnTo>
                <a:close/>
                <a:moveTo>
                  <a:pt x="1286265" y="120221"/>
                </a:moveTo>
                <a:lnTo>
                  <a:pt x="1286265" y="34648"/>
                </a:lnTo>
                <a:lnTo>
                  <a:pt x="1263623" y="34648"/>
                </a:lnTo>
                <a:lnTo>
                  <a:pt x="1263623" y="120221"/>
                </a:lnTo>
                <a:lnTo>
                  <a:pt x="1286265" y="120221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AD804-21B2-41BB-819D-0D36F480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89" y="2369560"/>
            <a:ext cx="223803" cy="119802"/>
          </a:xfrm>
          <a:custGeom xmlns:a="http://schemas.openxmlformats.org/drawingml/2006/main">
            <a:pathLst>
              <a:path w="223803" h="119802">
                <a:moveTo>
                  <a:pt x="6571" y="119802"/>
                </a:moveTo>
                <a:lnTo>
                  <a:pt x="223803" y="13411"/>
                </a:lnTo>
                <a:lnTo>
                  <a:pt x="217232" y="0"/>
                </a:lnTo>
                <a:lnTo>
                  <a:pt x="0" y="106391"/>
                </a:lnTo>
                <a:lnTo>
                  <a:pt x="6571" y="119802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3D231-DFB9-441C-B0A6-C521D10D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1" y="2414362"/>
            <a:ext cx="223803" cy="119802"/>
          </a:xfrm>
          <a:custGeom xmlns:a="http://schemas.openxmlformats.org/drawingml/2006/main">
            <a:pathLst>
              <a:path w="223803" h="119802">
                <a:moveTo>
                  <a:pt x="6571" y="119802"/>
                </a:moveTo>
                <a:lnTo>
                  <a:pt x="223803" y="13411"/>
                </a:lnTo>
                <a:lnTo>
                  <a:pt x="217232" y="0"/>
                </a:lnTo>
                <a:lnTo>
                  <a:pt x="0" y="106391"/>
                </a:lnTo>
                <a:lnTo>
                  <a:pt x="6571" y="119802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6F823-2EF7-4582-BCD2-F694421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34" y="2905248"/>
            <a:ext cx="22401" cy="936341"/>
          </a:xfrm>
          <a:custGeom xmlns:a="http://schemas.openxmlformats.org/drawingml/2006/main">
            <a:pathLst>
              <a:path w="22401" h="936341">
                <a:moveTo>
                  <a:pt x="22401" y="0"/>
                </a:moveTo>
                <a:lnTo>
                  <a:pt x="22401" y="936341"/>
                </a:lnTo>
                <a:lnTo>
                  <a:pt x="0" y="936341"/>
                </a:lnTo>
                <a:lnTo>
                  <a:pt x="0" y="0"/>
                </a:lnTo>
                <a:lnTo>
                  <a:pt x="22401" y="0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❹">
            <a:extLst xmlns:a="http://schemas.openxmlformats.org/drawingml/2006/main">
              <a:ext uri="{FF2B5EF4-FFF2-40B4-BE49-F238E27FC236}">
                <a16:creationId xmlns:a16="http://schemas.microsoft.com/office/drawing/2014/main" id="{AAD90EC1-B3EF-4D3B-BDED-444ED330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96" y="3103523"/>
            <a:ext cx="150785" cy="151401"/>
          </a:xfrm>
          <a:custGeom xmlns:a="http://schemas.openxmlformats.org/drawingml/2006/main">
            <a:pathLst>
              <a:path w="150785" h="151401">
                <a:moveTo>
                  <a:pt x="68930" y="1231"/>
                </a:moveTo>
                <a:cubicBezTo>
                  <a:pt x="91087" y="0"/>
                  <a:pt x="109550" y="6155"/>
                  <a:pt x="124321" y="19694"/>
                </a:cubicBezTo>
                <a:cubicBezTo>
                  <a:pt x="140323" y="34055"/>
                  <a:pt x="148734" y="50877"/>
                  <a:pt x="149554" y="70161"/>
                </a:cubicBezTo>
                <a:cubicBezTo>
                  <a:pt x="150785" y="93548"/>
                  <a:pt x="143605" y="113038"/>
                  <a:pt x="128014" y="128629"/>
                </a:cubicBezTo>
                <a:cubicBezTo>
                  <a:pt x="114474" y="142169"/>
                  <a:pt x="98677" y="149349"/>
                  <a:pt x="80624" y="150170"/>
                </a:cubicBezTo>
                <a:cubicBezTo>
                  <a:pt x="57237" y="151401"/>
                  <a:pt x="37748" y="144221"/>
                  <a:pt x="22156" y="128629"/>
                </a:cubicBezTo>
                <a:cubicBezTo>
                  <a:pt x="7385" y="113858"/>
                  <a:pt x="0" y="96215"/>
                  <a:pt x="0" y="75700"/>
                </a:cubicBezTo>
                <a:cubicBezTo>
                  <a:pt x="0" y="57647"/>
                  <a:pt x="5744" y="41851"/>
                  <a:pt x="17233" y="28311"/>
                </a:cubicBezTo>
                <a:cubicBezTo>
                  <a:pt x="31183" y="11488"/>
                  <a:pt x="48415" y="2462"/>
                  <a:pt x="68930" y="1231"/>
                </a:cubicBezTo>
                <a:moveTo>
                  <a:pt x="97241" y="115705"/>
                </a:moveTo>
                <a:cubicBezTo>
                  <a:pt x="94779" y="113653"/>
                  <a:pt x="93548" y="108319"/>
                  <a:pt x="93548" y="99703"/>
                </a:cubicBezTo>
                <a:lnTo>
                  <a:pt x="115089" y="99703"/>
                </a:lnTo>
                <a:lnTo>
                  <a:pt x="115089" y="90471"/>
                </a:lnTo>
                <a:lnTo>
                  <a:pt x="93548" y="90471"/>
                </a:lnTo>
                <a:lnTo>
                  <a:pt x="93548" y="22772"/>
                </a:lnTo>
                <a:lnTo>
                  <a:pt x="83701" y="22772"/>
                </a:lnTo>
                <a:lnTo>
                  <a:pt x="27695" y="91087"/>
                </a:lnTo>
                <a:lnTo>
                  <a:pt x="27695" y="99703"/>
                </a:lnTo>
                <a:lnTo>
                  <a:pt x="75085" y="99703"/>
                </a:lnTo>
                <a:cubicBezTo>
                  <a:pt x="75495" y="107909"/>
                  <a:pt x="73649" y="113243"/>
                  <a:pt x="69546" y="115705"/>
                </a:cubicBezTo>
                <a:cubicBezTo>
                  <a:pt x="67084" y="117346"/>
                  <a:pt x="62160" y="118166"/>
                  <a:pt x="54775" y="118166"/>
                </a:cubicBezTo>
                <a:lnTo>
                  <a:pt x="54775" y="126783"/>
                </a:lnTo>
                <a:lnTo>
                  <a:pt x="108935" y="126783"/>
                </a:lnTo>
                <a:lnTo>
                  <a:pt x="108935" y="118166"/>
                </a:lnTo>
                <a:cubicBezTo>
                  <a:pt x="103191" y="118166"/>
                  <a:pt x="99293" y="117346"/>
                  <a:pt x="97241" y="115705"/>
                </a:cubicBezTo>
                <a:moveTo>
                  <a:pt x="75085" y="49236"/>
                </a:moveTo>
                <a:lnTo>
                  <a:pt x="75085" y="90471"/>
                </a:lnTo>
                <a:lnTo>
                  <a:pt x="40004" y="90471"/>
                </a:lnTo>
                <a:lnTo>
                  <a:pt x="75085" y="4923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❹">
            <a:extLst xmlns:a="http://schemas.openxmlformats.org/drawingml/2006/main">
              <a:ext uri="{FF2B5EF4-FFF2-40B4-BE49-F238E27FC236}">
                <a16:creationId xmlns:a16="http://schemas.microsoft.com/office/drawing/2014/main" id="{39BD0B95-50FF-4161-A462-E6EB0E21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96" y="3103523"/>
            <a:ext cx="150785" cy="151401"/>
          </a:xfrm>
          <a:custGeom xmlns:a="http://schemas.openxmlformats.org/drawingml/2006/main">
            <a:pathLst>
              <a:path w="150785" h="151401" fill="none">
                <a:moveTo>
                  <a:pt x="68930" y="1231"/>
                </a:moveTo>
                <a:cubicBezTo>
                  <a:pt x="91087" y="0"/>
                  <a:pt x="109550" y="6155"/>
                  <a:pt x="124321" y="19694"/>
                </a:cubicBezTo>
                <a:cubicBezTo>
                  <a:pt x="140323" y="34055"/>
                  <a:pt x="148734" y="50877"/>
                  <a:pt x="149554" y="70161"/>
                </a:cubicBezTo>
                <a:cubicBezTo>
                  <a:pt x="150785" y="93548"/>
                  <a:pt x="143605" y="113038"/>
                  <a:pt x="128014" y="128629"/>
                </a:cubicBezTo>
                <a:cubicBezTo>
                  <a:pt x="114474" y="142169"/>
                  <a:pt x="98677" y="149349"/>
                  <a:pt x="80624" y="150170"/>
                </a:cubicBezTo>
                <a:cubicBezTo>
                  <a:pt x="57237" y="151401"/>
                  <a:pt x="37748" y="144221"/>
                  <a:pt x="22156" y="128629"/>
                </a:cubicBezTo>
                <a:cubicBezTo>
                  <a:pt x="7385" y="113858"/>
                  <a:pt x="0" y="96215"/>
                  <a:pt x="0" y="75700"/>
                </a:cubicBezTo>
                <a:cubicBezTo>
                  <a:pt x="0" y="57647"/>
                  <a:pt x="5744" y="41851"/>
                  <a:pt x="17233" y="28311"/>
                </a:cubicBezTo>
                <a:cubicBezTo>
                  <a:pt x="31183" y="11488"/>
                  <a:pt x="48415" y="2462"/>
                  <a:pt x="68930" y="1231"/>
                </a:cubicBezTo>
                <a:moveTo>
                  <a:pt x="97241" y="115705"/>
                </a:moveTo>
                <a:cubicBezTo>
                  <a:pt x="94779" y="113653"/>
                  <a:pt x="93548" y="108319"/>
                  <a:pt x="93548" y="99703"/>
                </a:cubicBezTo>
                <a:lnTo>
                  <a:pt x="115089" y="99703"/>
                </a:lnTo>
                <a:lnTo>
                  <a:pt x="115089" y="90471"/>
                </a:lnTo>
                <a:lnTo>
                  <a:pt x="93548" y="90471"/>
                </a:lnTo>
                <a:lnTo>
                  <a:pt x="93548" y="22772"/>
                </a:lnTo>
                <a:lnTo>
                  <a:pt x="83701" y="22772"/>
                </a:lnTo>
                <a:lnTo>
                  <a:pt x="27695" y="91087"/>
                </a:lnTo>
                <a:lnTo>
                  <a:pt x="27695" y="99703"/>
                </a:lnTo>
                <a:lnTo>
                  <a:pt x="75085" y="99703"/>
                </a:lnTo>
                <a:cubicBezTo>
                  <a:pt x="75495" y="107909"/>
                  <a:pt x="73649" y="113243"/>
                  <a:pt x="69546" y="115705"/>
                </a:cubicBezTo>
                <a:cubicBezTo>
                  <a:pt x="67084" y="117346"/>
                  <a:pt x="62160" y="118166"/>
                  <a:pt x="54775" y="118166"/>
                </a:cubicBezTo>
                <a:lnTo>
                  <a:pt x="54775" y="126783"/>
                </a:lnTo>
                <a:lnTo>
                  <a:pt x="108935" y="126783"/>
                </a:lnTo>
                <a:lnTo>
                  <a:pt x="108935" y="118166"/>
                </a:lnTo>
                <a:cubicBezTo>
                  <a:pt x="103191" y="118166"/>
                  <a:pt x="99293" y="117346"/>
                  <a:pt x="97241" y="115705"/>
                </a:cubicBezTo>
                <a:moveTo>
                  <a:pt x="75085" y="49236"/>
                </a:moveTo>
                <a:lnTo>
                  <a:pt x="75085" y="90471"/>
                </a:lnTo>
                <a:lnTo>
                  <a:pt x="40004" y="90471"/>
                </a:lnTo>
                <a:lnTo>
                  <a:pt x="75085" y="492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64" cap="flat">
            <a:solidFill>
              <a:srgbClr val="262626"/>
            </a:solidFill>
            <a:miter/>
          </a:ln>
        </p:spPr>
      </p:sp>
      <p:sp>
        <p:nvSpPr>
          <p:cNvPr id="59" name="Text otherchild.victim.com?">
            <a:extLst xmlns:a="http://schemas.openxmlformats.org/drawingml/2006/main">
              <a:ext uri="{FF2B5EF4-FFF2-40B4-BE49-F238E27FC236}">
                <a16:creationId xmlns:a16="http://schemas.microsoft.com/office/drawing/2014/main" id="{3BBCFF73-FC2A-484C-9876-8E21E5C6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84" y="3135988"/>
            <a:ext cx="2050872" cy="102319"/>
          </a:xfrm>
          <a:custGeom xmlns:a="http://schemas.openxmlformats.org/drawingml/2006/main">
            <a:pathLst>
              <a:path w="2050872" h="102319">
                <a:moveTo>
                  <a:pt x="81624" y="66161"/>
                </a:moveTo>
                <a:cubicBezTo>
                  <a:pt x="81624" y="72213"/>
                  <a:pt x="79944" y="78072"/>
                  <a:pt x="76585" y="83740"/>
                </a:cubicBezTo>
                <a:cubicBezTo>
                  <a:pt x="73226" y="89407"/>
                  <a:pt x="68225" y="93920"/>
                  <a:pt x="61584" y="97280"/>
                </a:cubicBezTo>
                <a:cubicBezTo>
                  <a:pt x="54942" y="100639"/>
                  <a:pt x="48005" y="102319"/>
                  <a:pt x="40774" y="102319"/>
                </a:cubicBezTo>
                <a:cubicBezTo>
                  <a:pt x="33593" y="102319"/>
                  <a:pt x="26721" y="100665"/>
                  <a:pt x="20156" y="97357"/>
                </a:cubicBezTo>
                <a:cubicBezTo>
                  <a:pt x="13591" y="94049"/>
                  <a:pt x="8591" y="89548"/>
                  <a:pt x="5154" y="83855"/>
                </a:cubicBezTo>
                <a:cubicBezTo>
                  <a:pt x="1718" y="78162"/>
                  <a:pt x="0" y="72213"/>
                  <a:pt x="0" y="66007"/>
                </a:cubicBezTo>
                <a:cubicBezTo>
                  <a:pt x="0" y="59699"/>
                  <a:pt x="1744" y="53506"/>
                  <a:pt x="5231" y="47428"/>
                </a:cubicBezTo>
                <a:cubicBezTo>
                  <a:pt x="8719" y="41351"/>
                  <a:pt x="13732" y="36568"/>
                  <a:pt x="20271" y="33080"/>
                </a:cubicBezTo>
                <a:cubicBezTo>
                  <a:pt x="26811" y="29593"/>
                  <a:pt x="33645" y="27849"/>
                  <a:pt x="40774" y="27849"/>
                </a:cubicBezTo>
                <a:cubicBezTo>
                  <a:pt x="47954" y="27849"/>
                  <a:pt x="54865" y="29631"/>
                  <a:pt x="61507" y="33196"/>
                </a:cubicBezTo>
                <a:cubicBezTo>
                  <a:pt x="68148" y="36760"/>
                  <a:pt x="73162" y="41556"/>
                  <a:pt x="76547" y="47582"/>
                </a:cubicBezTo>
                <a:cubicBezTo>
                  <a:pt x="79932" y="53608"/>
                  <a:pt x="81624" y="59801"/>
                  <a:pt x="81624" y="66161"/>
                </a:cubicBezTo>
                <a:moveTo>
                  <a:pt x="65853" y="66233"/>
                </a:moveTo>
                <a:cubicBezTo>
                  <a:pt x="65853" y="61175"/>
                  <a:pt x="64032" y="56524"/>
                  <a:pt x="60391" y="52282"/>
                </a:cubicBezTo>
                <a:cubicBezTo>
                  <a:pt x="55416" y="46559"/>
                  <a:pt x="48877" y="43697"/>
                  <a:pt x="40774" y="43697"/>
                </a:cubicBezTo>
                <a:cubicBezTo>
                  <a:pt x="33645" y="43697"/>
                  <a:pt x="27695" y="45971"/>
                  <a:pt x="22926" y="50520"/>
                </a:cubicBezTo>
                <a:cubicBezTo>
                  <a:pt x="18156" y="55068"/>
                  <a:pt x="15771" y="60332"/>
                  <a:pt x="15771" y="66310"/>
                </a:cubicBezTo>
                <a:cubicBezTo>
                  <a:pt x="15771" y="71216"/>
                  <a:pt x="18181" y="75803"/>
                  <a:pt x="23002" y="80071"/>
                </a:cubicBezTo>
                <a:cubicBezTo>
                  <a:pt x="27823" y="84338"/>
                  <a:pt x="33747" y="86471"/>
                  <a:pt x="40774" y="86471"/>
                </a:cubicBezTo>
                <a:cubicBezTo>
                  <a:pt x="47851" y="86471"/>
                  <a:pt x="53801" y="84338"/>
                  <a:pt x="58622" y="80071"/>
                </a:cubicBezTo>
                <a:cubicBezTo>
                  <a:pt x="63443" y="75803"/>
                  <a:pt x="65853" y="71190"/>
                  <a:pt x="65853" y="66233"/>
                </a:cubicBezTo>
                <a:close/>
                <a:moveTo>
                  <a:pt x="130858" y="45851"/>
                </a:moveTo>
                <a:lnTo>
                  <a:pt x="130858" y="77292"/>
                </a:lnTo>
                <a:cubicBezTo>
                  <a:pt x="130858" y="80658"/>
                  <a:pt x="131551" y="82876"/>
                  <a:pt x="132936" y="83946"/>
                </a:cubicBezTo>
                <a:cubicBezTo>
                  <a:pt x="135090" y="85629"/>
                  <a:pt x="138936" y="86471"/>
                  <a:pt x="144475" y="86471"/>
                </a:cubicBezTo>
                <a:cubicBezTo>
                  <a:pt x="152527" y="86471"/>
                  <a:pt x="159964" y="84734"/>
                  <a:pt x="166785" y="81261"/>
                </a:cubicBezTo>
                <a:cubicBezTo>
                  <a:pt x="169401" y="79913"/>
                  <a:pt x="171452" y="79239"/>
                  <a:pt x="172940" y="79239"/>
                </a:cubicBezTo>
                <a:cubicBezTo>
                  <a:pt x="174991" y="79239"/>
                  <a:pt x="176774" y="80014"/>
                  <a:pt x="178287" y="81564"/>
                </a:cubicBezTo>
                <a:cubicBezTo>
                  <a:pt x="179800" y="83112"/>
                  <a:pt x="180556" y="84996"/>
                  <a:pt x="180556" y="87216"/>
                </a:cubicBezTo>
                <a:cubicBezTo>
                  <a:pt x="180556" y="89282"/>
                  <a:pt x="179735" y="91063"/>
                  <a:pt x="178094" y="92560"/>
                </a:cubicBezTo>
                <a:cubicBezTo>
                  <a:pt x="175581" y="94987"/>
                  <a:pt x="170619" y="97220"/>
                  <a:pt x="163208" y="99261"/>
                </a:cubicBezTo>
                <a:cubicBezTo>
                  <a:pt x="155797" y="101299"/>
                  <a:pt x="149553" y="102319"/>
                  <a:pt x="144475" y="102319"/>
                </a:cubicBezTo>
                <a:cubicBezTo>
                  <a:pt x="134679" y="102319"/>
                  <a:pt x="127332" y="100209"/>
                  <a:pt x="122434" y="95989"/>
                </a:cubicBezTo>
                <a:cubicBezTo>
                  <a:pt x="117536" y="91769"/>
                  <a:pt x="115087" y="86590"/>
                  <a:pt x="115087" y="80453"/>
                </a:cubicBezTo>
                <a:lnTo>
                  <a:pt x="115087" y="45851"/>
                </a:lnTo>
                <a:lnTo>
                  <a:pt x="109395" y="45851"/>
                </a:lnTo>
                <a:cubicBezTo>
                  <a:pt x="105599" y="45851"/>
                  <a:pt x="102894" y="45117"/>
                  <a:pt x="101278" y="43649"/>
                </a:cubicBezTo>
                <a:cubicBezTo>
                  <a:pt x="99663" y="42179"/>
                  <a:pt x="98855" y="40259"/>
                  <a:pt x="98855" y="37889"/>
                </a:cubicBezTo>
                <a:cubicBezTo>
                  <a:pt x="98855" y="35570"/>
                  <a:pt x="99663" y="33676"/>
                  <a:pt x="101278" y="32208"/>
                </a:cubicBezTo>
                <a:cubicBezTo>
                  <a:pt x="102894" y="30738"/>
                  <a:pt x="105599" y="30003"/>
                  <a:pt x="109395" y="30003"/>
                </a:cubicBezTo>
                <a:lnTo>
                  <a:pt x="115087" y="30003"/>
                </a:lnTo>
                <a:lnTo>
                  <a:pt x="115087" y="15771"/>
                </a:lnTo>
                <a:cubicBezTo>
                  <a:pt x="115087" y="11976"/>
                  <a:pt x="115818" y="9270"/>
                  <a:pt x="117280" y="7655"/>
                </a:cubicBezTo>
                <a:cubicBezTo>
                  <a:pt x="118742" y="6039"/>
                  <a:pt x="120652" y="5231"/>
                  <a:pt x="123011" y="5231"/>
                </a:cubicBezTo>
                <a:cubicBezTo>
                  <a:pt x="125319" y="5231"/>
                  <a:pt x="127204" y="6039"/>
                  <a:pt x="128666" y="7655"/>
                </a:cubicBezTo>
                <a:cubicBezTo>
                  <a:pt x="130128" y="9270"/>
                  <a:pt x="130858" y="11976"/>
                  <a:pt x="130858" y="15771"/>
                </a:cubicBezTo>
                <a:lnTo>
                  <a:pt x="130858" y="30003"/>
                </a:lnTo>
                <a:lnTo>
                  <a:pt x="160015" y="30003"/>
                </a:lnTo>
                <a:cubicBezTo>
                  <a:pt x="163811" y="30003"/>
                  <a:pt x="166516" y="30738"/>
                  <a:pt x="168132" y="32208"/>
                </a:cubicBezTo>
                <a:cubicBezTo>
                  <a:pt x="169747" y="33676"/>
                  <a:pt x="170555" y="35595"/>
                  <a:pt x="170555" y="37966"/>
                </a:cubicBezTo>
                <a:cubicBezTo>
                  <a:pt x="170555" y="40285"/>
                  <a:pt x="169747" y="42179"/>
                  <a:pt x="168132" y="43649"/>
                </a:cubicBezTo>
                <a:cubicBezTo>
                  <a:pt x="166516" y="45117"/>
                  <a:pt x="163811" y="45851"/>
                  <a:pt x="160015" y="45851"/>
                </a:cubicBezTo>
                <a:lnTo>
                  <a:pt x="130858" y="45851"/>
                </a:lnTo>
                <a:close/>
                <a:moveTo>
                  <a:pt x="212558" y="0"/>
                </a:moveTo>
                <a:lnTo>
                  <a:pt x="212558" y="33696"/>
                </a:lnTo>
                <a:cubicBezTo>
                  <a:pt x="215840" y="31721"/>
                  <a:pt x="219161" y="30253"/>
                  <a:pt x="222520" y="29292"/>
                </a:cubicBezTo>
                <a:cubicBezTo>
                  <a:pt x="225880" y="28330"/>
                  <a:pt x="229277" y="27849"/>
                  <a:pt x="232714" y="27849"/>
                </a:cubicBezTo>
                <a:cubicBezTo>
                  <a:pt x="238150" y="27849"/>
                  <a:pt x="242997" y="28772"/>
                  <a:pt x="247254" y="30619"/>
                </a:cubicBezTo>
                <a:cubicBezTo>
                  <a:pt x="251511" y="32465"/>
                  <a:pt x="255037" y="35376"/>
                  <a:pt x="257832" y="39350"/>
                </a:cubicBezTo>
                <a:cubicBezTo>
                  <a:pt x="260627" y="43325"/>
                  <a:pt x="262025" y="48339"/>
                  <a:pt x="262025" y="54390"/>
                </a:cubicBezTo>
                <a:lnTo>
                  <a:pt x="262025" y="84009"/>
                </a:lnTo>
                <a:cubicBezTo>
                  <a:pt x="266025" y="84009"/>
                  <a:pt x="268641" y="84486"/>
                  <a:pt x="269872" y="85439"/>
                </a:cubicBezTo>
                <a:cubicBezTo>
                  <a:pt x="272333" y="87409"/>
                  <a:pt x="273564" y="89574"/>
                  <a:pt x="273564" y="91933"/>
                </a:cubicBezTo>
                <a:cubicBezTo>
                  <a:pt x="273564" y="94292"/>
                  <a:pt x="272769" y="96203"/>
                  <a:pt x="271179" y="97664"/>
                </a:cubicBezTo>
                <a:cubicBezTo>
                  <a:pt x="269589" y="99126"/>
                  <a:pt x="266897" y="99857"/>
                  <a:pt x="263102" y="99857"/>
                </a:cubicBezTo>
                <a:lnTo>
                  <a:pt x="245100" y="99857"/>
                </a:lnTo>
                <a:cubicBezTo>
                  <a:pt x="241356" y="99857"/>
                  <a:pt x="238676" y="99113"/>
                  <a:pt x="237060" y="97626"/>
                </a:cubicBezTo>
                <a:cubicBezTo>
                  <a:pt x="235445" y="96138"/>
                  <a:pt x="234637" y="94215"/>
                  <a:pt x="234637" y="91856"/>
                </a:cubicBezTo>
                <a:cubicBezTo>
                  <a:pt x="234637" y="89497"/>
                  <a:pt x="235868" y="87370"/>
                  <a:pt x="238330" y="85475"/>
                </a:cubicBezTo>
                <a:cubicBezTo>
                  <a:pt x="239612" y="84498"/>
                  <a:pt x="242228" y="84009"/>
                  <a:pt x="246177" y="84009"/>
                </a:cubicBezTo>
                <a:lnTo>
                  <a:pt x="246177" y="55523"/>
                </a:lnTo>
                <a:cubicBezTo>
                  <a:pt x="246177" y="51477"/>
                  <a:pt x="245254" y="48636"/>
                  <a:pt x="243407" y="46998"/>
                </a:cubicBezTo>
                <a:cubicBezTo>
                  <a:pt x="240997" y="44797"/>
                  <a:pt x="237432" y="43697"/>
                  <a:pt x="232714" y="43697"/>
                </a:cubicBezTo>
                <a:cubicBezTo>
                  <a:pt x="229226" y="43697"/>
                  <a:pt x="226136" y="44381"/>
                  <a:pt x="223443" y="45750"/>
                </a:cubicBezTo>
                <a:cubicBezTo>
                  <a:pt x="220751" y="47119"/>
                  <a:pt x="217122" y="50076"/>
                  <a:pt x="212558" y="54621"/>
                </a:cubicBezTo>
                <a:lnTo>
                  <a:pt x="212558" y="84009"/>
                </a:lnTo>
                <a:cubicBezTo>
                  <a:pt x="216609" y="84009"/>
                  <a:pt x="219225" y="84486"/>
                  <a:pt x="220405" y="85439"/>
                </a:cubicBezTo>
                <a:cubicBezTo>
                  <a:pt x="222918" y="87409"/>
                  <a:pt x="224174" y="89574"/>
                  <a:pt x="224174" y="91933"/>
                </a:cubicBezTo>
                <a:cubicBezTo>
                  <a:pt x="224174" y="94292"/>
                  <a:pt x="223367" y="96203"/>
                  <a:pt x="221751" y="97664"/>
                </a:cubicBezTo>
                <a:cubicBezTo>
                  <a:pt x="220135" y="99126"/>
                  <a:pt x="217430" y="99857"/>
                  <a:pt x="213635" y="99857"/>
                </a:cubicBezTo>
                <a:lnTo>
                  <a:pt x="195710" y="99857"/>
                </a:lnTo>
                <a:cubicBezTo>
                  <a:pt x="191914" y="99857"/>
                  <a:pt x="189209" y="99113"/>
                  <a:pt x="187594" y="97626"/>
                </a:cubicBezTo>
                <a:cubicBezTo>
                  <a:pt x="185978" y="96138"/>
                  <a:pt x="185170" y="94215"/>
                  <a:pt x="185170" y="91856"/>
                </a:cubicBezTo>
                <a:cubicBezTo>
                  <a:pt x="185170" y="89497"/>
                  <a:pt x="186427" y="87370"/>
                  <a:pt x="188940" y="85475"/>
                </a:cubicBezTo>
                <a:cubicBezTo>
                  <a:pt x="190171" y="84498"/>
                  <a:pt x="192786" y="84009"/>
                  <a:pt x="196787" y="84009"/>
                </a:cubicBezTo>
                <a:lnTo>
                  <a:pt x="196787" y="15848"/>
                </a:lnTo>
                <a:lnTo>
                  <a:pt x="194094" y="15848"/>
                </a:lnTo>
                <a:cubicBezTo>
                  <a:pt x="190299" y="15848"/>
                  <a:pt x="187594" y="15104"/>
                  <a:pt x="185978" y="13617"/>
                </a:cubicBezTo>
                <a:cubicBezTo>
                  <a:pt x="184362" y="12130"/>
                  <a:pt x="183555" y="10206"/>
                  <a:pt x="183555" y="7847"/>
                </a:cubicBezTo>
                <a:cubicBezTo>
                  <a:pt x="183555" y="5488"/>
                  <a:pt x="184362" y="3590"/>
                  <a:pt x="185978" y="2154"/>
                </a:cubicBezTo>
                <a:cubicBezTo>
                  <a:pt x="187594" y="718"/>
                  <a:pt x="190299" y="0"/>
                  <a:pt x="194094" y="0"/>
                </a:cubicBezTo>
                <a:lnTo>
                  <a:pt x="212558" y="0"/>
                </a:lnTo>
                <a:close/>
                <a:moveTo>
                  <a:pt x="362495" y="72777"/>
                </a:moveTo>
                <a:lnTo>
                  <a:pt x="297796" y="72777"/>
                </a:lnTo>
                <a:cubicBezTo>
                  <a:pt x="299437" y="76880"/>
                  <a:pt x="302347" y="80188"/>
                  <a:pt x="306527" y="82701"/>
                </a:cubicBezTo>
                <a:cubicBezTo>
                  <a:pt x="310707" y="85214"/>
                  <a:pt x="316362" y="86471"/>
                  <a:pt x="323491" y="86471"/>
                </a:cubicBezTo>
                <a:cubicBezTo>
                  <a:pt x="329337" y="86471"/>
                  <a:pt x="337108" y="85233"/>
                  <a:pt x="346801" y="82756"/>
                </a:cubicBezTo>
                <a:cubicBezTo>
                  <a:pt x="350801" y="81745"/>
                  <a:pt x="353571" y="81239"/>
                  <a:pt x="355109" y="81239"/>
                </a:cubicBezTo>
                <a:cubicBezTo>
                  <a:pt x="357212" y="81239"/>
                  <a:pt x="358982" y="81983"/>
                  <a:pt x="360418" y="83470"/>
                </a:cubicBezTo>
                <a:cubicBezTo>
                  <a:pt x="361854" y="84958"/>
                  <a:pt x="362572" y="86830"/>
                  <a:pt x="362572" y="89086"/>
                </a:cubicBezTo>
                <a:cubicBezTo>
                  <a:pt x="362572" y="91138"/>
                  <a:pt x="361803" y="92882"/>
                  <a:pt x="360264" y="94318"/>
                </a:cubicBezTo>
                <a:cubicBezTo>
                  <a:pt x="358212" y="96215"/>
                  <a:pt x="353212" y="98023"/>
                  <a:pt x="345262" y="99741"/>
                </a:cubicBezTo>
                <a:cubicBezTo>
                  <a:pt x="337313" y="101460"/>
                  <a:pt x="329671" y="102319"/>
                  <a:pt x="322337" y="102319"/>
                </a:cubicBezTo>
                <a:cubicBezTo>
                  <a:pt x="309720" y="102319"/>
                  <a:pt x="299629" y="98754"/>
                  <a:pt x="292064" y="91625"/>
                </a:cubicBezTo>
                <a:cubicBezTo>
                  <a:pt x="284499" y="84496"/>
                  <a:pt x="280717" y="75726"/>
                  <a:pt x="280717" y="65315"/>
                </a:cubicBezTo>
                <a:cubicBezTo>
                  <a:pt x="280717" y="54237"/>
                  <a:pt x="284807" y="45223"/>
                  <a:pt x="292987" y="38273"/>
                </a:cubicBezTo>
                <a:cubicBezTo>
                  <a:pt x="301168" y="31324"/>
                  <a:pt x="310592" y="27849"/>
                  <a:pt x="321260" y="27849"/>
                </a:cubicBezTo>
                <a:cubicBezTo>
                  <a:pt x="327671" y="27849"/>
                  <a:pt x="333556" y="28976"/>
                  <a:pt x="338915" y="31229"/>
                </a:cubicBezTo>
                <a:cubicBezTo>
                  <a:pt x="344275" y="33481"/>
                  <a:pt x="348263" y="35912"/>
                  <a:pt x="350878" y="38523"/>
                </a:cubicBezTo>
                <a:cubicBezTo>
                  <a:pt x="354571" y="42312"/>
                  <a:pt x="357623" y="46997"/>
                  <a:pt x="360033" y="52578"/>
                </a:cubicBezTo>
                <a:cubicBezTo>
                  <a:pt x="361674" y="56469"/>
                  <a:pt x="362495" y="60975"/>
                  <a:pt x="362495" y="66096"/>
                </a:cubicBezTo>
                <a:lnTo>
                  <a:pt x="362495" y="72777"/>
                </a:lnTo>
                <a:moveTo>
                  <a:pt x="345031" y="56929"/>
                </a:moveTo>
                <a:cubicBezTo>
                  <a:pt x="342621" y="52493"/>
                  <a:pt x="339467" y="49178"/>
                  <a:pt x="335569" y="46986"/>
                </a:cubicBezTo>
                <a:cubicBezTo>
                  <a:pt x="331671" y="44793"/>
                  <a:pt x="327030" y="43697"/>
                  <a:pt x="321644" y="43697"/>
                </a:cubicBezTo>
                <a:cubicBezTo>
                  <a:pt x="316310" y="43697"/>
                  <a:pt x="311695" y="44793"/>
                  <a:pt x="307797" y="46986"/>
                </a:cubicBezTo>
                <a:cubicBezTo>
                  <a:pt x="303899" y="49178"/>
                  <a:pt x="300719" y="52493"/>
                  <a:pt x="298257" y="56929"/>
                </a:cubicBezTo>
                <a:lnTo>
                  <a:pt x="345031" y="56929"/>
                </a:lnTo>
                <a:close/>
                <a:moveTo>
                  <a:pt x="413729" y="30003"/>
                </a:moveTo>
                <a:lnTo>
                  <a:pt x="413729" y="39850"/>
                </a:lnTo>
                <a:cubicBezTo>
                  <a:pt x="420345" y="35050"/>
                  <a:pt x="425564" y="31850"/>
                  <a:pt x="429385" y="30251"/>
                </a:cubicBezTo>
                <a:cubicBezTo>
                  <a:pt x="433206" y="28650"/>
                  <a:pt x="436783" y="27849"/>
                  <a:pt x="440117" y="27849"/>
                </a:cubicBezTo>
                <a:cubicBezTo>
                  <a:pt x="445246" y="27849"/>
                  <a:pt x="450220" y="29753"/>
                  <a:pt x="455042" y="33561"/>
                </a:cubicBezTo>
                <a:cubicBezTo>
                  <a:pt x="458324" y="36135"/>
                  <a:pt x="459965" y="38761"/>
                  <a:pt x="459965" y="41437"/>
                </a:cubicBezTo>
                <a:cubicBezTo>
                  <a:pt x="459965" y="43702"/>
                  <a:pt x="459183" y="45619"/>
                  <a:pt x="457619" y="47190"/>
                </a:cubicBezTo>
                <a:cubicBezTo>
                  <a:pt x="456054" y="48759"/>
                  <a:pt x="454170" y="49544"/>
                  <a:pt x="451964" y="49544"/>
                </a:cubicBezTo>
                <a:cubicBezTo>
                  <a:pt x="450015" y="49544"/>
                  <a:pt x="447964" y="48569"/>
                  <a:pt x="445810" y="46620"/>
                </a:cubicBezTo>
                <a:cubicBezTo>
                  <a:pt x="443656" y="44671"/>
                  <a:pt x="441732" y="43697"/>
                  <a:pt x="440040" y="43697"/>
                </a:cubicBezTo>
                <a:cubicBezTo>
                  <a:pt x="437835" y="43697"/>
                  <a:pt x="434539" y="45082"/>
                  <a:pt x="430154" y="47851"/>
                </a:cubicBezTo>
                <a:cubicBezTo>
                  <a:pt x="425769" y="50621"/>
                  <a:pt x="420294" y="54775"/>
                  <a:pt x="413729" y="60314"/>
                </a:cubicBezTo>
                <a:lnTo>
                  <a:pt x="413729" y="84009"/>
                </a:lnTo>
                <a:lnTo>
                  <a:pt x="436193" y="84009"/>
                </a:lnTo>
                <a:cubicBezTo>
                  <a:pt x="439989" y="84009"/>
                  <a:pt x="442694" y="84740"/>
                  <a:pt x="444310" y="86202"/>
                </a:cubicBezTo>
                <a:cubicBezTo>
                  <a:pt x="445925" y="87663"/>
                  <a:pt x="446733" y="89574"/>
                  <a:pt x="446733" y="91933"/>
                </a:cubicBezTo>
                <a:cubicBezTo>
                  <a:pt x="446733" y="94292"/>
                  <a:pt x="445925" y="96203"/>
                  <a:pt x="444310" y="97664"/>
                </a:cubicBezTo>
                <a:cubicBezTo>
                  <a:pt x="442694" y="99126"/>
                  <a:pt x="439989" y="99857"/>
                  <a:pt x="436193" y="99857"/>
                </a:cubicBezTo>
                <a:lnTo>
                  <a:pt x="388573" y="99857"/>
                </a:lnTo>
                <a:cubicBezTo>
                  <a:pt x="384778" y="99857"/>
                  <a:pt x="382072" y="99113"/>
                  <a:pt x="380457" y="97626"/>
                </a:cubicBezTo>
                <a:cubicBezTo>
                  <a:pt x="378841" y="96138"/>
                  <a:pt x="378033" y="94215"/>
                  <a:pt x="378033" y="91856"/>
                </a:cubicBezTo>
                <a:cubicBezTo>
                  <a:pt x="378033" y="89497"/>
                  <a:pt x="378841" y="87599"/>
                  <a:pt x="380457" y="86163"/>
                </a:cubicBezTo>
                <a:cubicBezTo>
                  <a:pt x="382072" y="84727"/>
                  <a:pt x="384778" y="84009"/>
                  <a:pt x="388573" y="84009"/>
                </a:cubicBezTo>
                <a:lnTo>
                  <a:pt x="397958" y="84009"/>
                </a:lnTo>
                <a:lnTo>
                  <a:pt x="397958" y="45851"/>
                </a:lnTo>
                <a:lnTo>
                  <a:pt x="392266" y="45851"/>
                </a:lnTo>
                <a:cubicBezTo>
                  <a:pt x="388470" y="45851"/>
                  <a:pt x="385765" y="45107"/>
                  <a:pt x="384149" y="43620"/>
                </a:cubicBezTo>
                <a:cubicBezTo>
                  <a:pt x="382534" y="42133"/>
                  <a:pt x="381726" y="40209"/>
                  <a:pt x="381726" y="37850"/>
                </a:cubicBezTo>
                <a:cubicBezTo>
                  <a:pt x="381726" y="35491"/>
                  <a:pt x="382534" y="33593"/>
                  <a:pt x="384149" y="32157"/>
                </a:cubicBezTo>
                <a:cubicBezTo>
                  <a:pt x="385765" y="30721"/>
                  <a:pt x="388470" y="30003"/>
                  <a:pt x="392266" y="30003"/>
                </a:cubicBezTo>
                <a:lnTo>
                  <a:pt x="413729" y="30003"/>
                </a:lnTo>
                <a:close/>
                <a:moveTo>
                  <a:pt x="535664" y="32773"/>
                </a:moveTo>
                <a:cubicBezTo>
                  <a:pt x="537561" y="31029"/>
                  <a:pt x="539510" y="30157"/>
                  <a:pt x="541510" y="30157"/>
                </a:cubicBezTo>
                <a:cubicBezTo>
                  <a:pt x="543767" y="30157"/>
                  <a:pt x="545626" y="30965"/>
                  <a:pt x="547088" y="32580"/>
                </a:cubicBezTo>
                <a:cubicBezTo>
                  <a:pt x="548550" y="34196"/>
                  <a:pt x="549281" y="36876"/>
                  <a:pt x="549281" y="40620"/>
                </a:cubicBezTo>
                <a:lnTo>
                  <a:pt x="549281" y="50775"/>
                </a:lnTo>
                <a:cubicBezTo>
                  <a:pt x="549281" y="54570"/>
                  <a:pt x="548550" y="57263"/>
                  <a:pt x="547088" y="58852"/>
                </a:cubicBezTo>
                <a:cubicBezTo>
                  <a:pt x="545626" y="60442"/>
                  <a:pt x="543716" y="61237"/>
                  <a:pt x="541357" y="61237"/>
                </a:cubicBezTo>
                <a:cubicBezTo>
                  <a:pt x="539203" y="61237"/>
                  <a:pt x="537382" y="60622"/>
                  <a:pt x="535895" y="59391"/>
                </a:cubicBezTo>
                <a:cubicBezTo>
                  <a:pt x="534817" y="58468"/>
                  <a:pt x="533971" y="56583"/>
                  <a:pt x="533356" y="53737"/>
                </a:cubicBezTo>
                <a:cubicBezTo>
                  <a:pt x="532740" y="50890"/>
                  <a:pt x="531253" y="48774"/>
                  <a:pt x="528894" y="47390"/>
                </a:cubicBezTo>
                <a:cubicBezTo>
                  <a:pt x="524739" y="44928"/>
                  <a:pt x="519431" y="43697"/>
                  <a:pt x="512969" y="43697"/>
                </a:cubicBezTo>
                <a:cubicBezTo>
                  <a:pt x="505532" y="43697"/>
                  <a:pt x="499570" y="45865"/>
                  <a:pt x="495082" y="50202"/>
                </a:cubicBezTo>
                <a:cubicBezTo>
                  <a:pt x="490595" y="54538"/>
                  <a:pt x="488351" y="60021"/>
                  <a:pt x="488351" y="66651"/>
                </a:cubicBezTo>
                <a:cubicBezTo>
                  <a:pt x="488351" y="72774"/>
                  <a:pt x="490505" y="77608"/>
                  <a:pt x="494813" y="81153"/>
                </a:cubicBezTo>
                <a:cubicBezTo>
                  <a:pt x="499121" y="84698"/>
                  <a:pt x="506276" y="86471"/>
                  <a:pt x="516277" y="86471"/>
                </a:cubicBezTo>
                <a:cubicBezTo>
                  <a:pt x="522842" y="86471"/>
                  <a:pt x="528201" y="85810"/>
                  <a:pt x="532356" y="84487"/>
                </a:cubicBezTo>
                <a:cubicBezTo>
                  <a:pt x="534817" y="83673"/>
                  <a:pt x="537151" y="82288"/>
                  <a:pt x="539356" y="80331"/>
                </a:cubicBezTo>
                <a:cubicBezTo>
                  <a:pt x="541562" y="78372"/>
                  <a:pt x="543562" y="77393"/>
                  <a:pt x="545357" y="77393"/>
                </a:cubicBezTo>
                <a:cubicBezTo>
                  <a:pt x="547511" y="77393"/>
                  <a:pt x="549370" y="78188"/>
                  <a:pt x="550935" y="79778"/>
                </a:cubicBezTo>
                <a:cubicBezTo>
                  <a:pt x="552499" y="81368"/>
                  <a:pt x="553281" y="83240"/>
                  <a:pt x="553281" y="85394"/>
                </a:cubicBezTo>
                <a:cubicBezTo>
                  <a:pt x="553281" y="88881"/>
                  <a:pt x="550896" y="92189"/>
                  <a:pt x="546126" y="95318"/>
                </a:cubicBezTo>
                <a:cubicBezTo>
                  <a:pt x="539049" y="99985"/>
                  <a:pt x="528689" y="102319"/>
                  <a:pt x="515046" y="102319"/>
                </a:cubicBezTo>
                <a:cubicBezTo>
                  <a:pt x="502788" y="102319"/>
                  <a:pt x="493249" y="99782"/>
                  <a:pt x="486428" y="94710"/>
                </a:cubicBezTo>
                <a:cubicBezTo>
                  <a:pt x="477196" y="87896"/>
                  <a:pt x="472580" y="78572"/>
                  <a:pt x="472580" y="66736"/>
                </a:cubicBezTo>
                <a:cubicBezTo>
                  <a:pt x="472580" y="55516"/>
                  <a:pt x="476324" y="46231"/>
                  <a:pt x="483812" y="38879"/>
                </a:cubicBezTo>
                <a:cubicBezTo>
                  <a:pt x="491300" y="31526"/>
                  <a:pt x="501070" y="27849"/>
                  <a:pt x="513123" y="27849"/>
                </a:cubicBezTo>
                <a:cubicBezTo>
                  <a:pt x="517482" y="27849"/>
                  <a:pt x="521534" y="28259"/>
                  <a:pt x="525278" y="29080"/>
                </a:cubicBezTo>
                <a:cubicBezTo>
                  <a:pt x="529022" y="29901"/>
                  <a:pt x="532484" y="31132"/>
                  <a:pt x="535664" y="32773"/>
                </a:cubicBezTo>
                <a:close/>
                <a:moveTo>
                  <a:pt x="588898" y="0"/>
                </a:moveTo>
                <a:lnTo>
                  <a:pt x="588898" y="33696"/>
                </a:lnTo>
                <a:cubicBezTo>
                  <a:pt x="592181" y="31721"/>
                  <a:pt x="595502" y="30253"/>
                  <a:pt x="598861" y="29292"/>
                </a:cubicBezTo>
                <a:cubicBezTo>
                  <a:pt x="602220" y="28330"/>
                  <a:pt x="605618" y="27849"/>
                  <a:pt x="609054" y="27849"/>
                </a:cubicBezTo>
                <a:cubicBezTo>
                  <a:pt x="614491" y="27849"/>
                  <a:pt x="619338" y="28772"/>
                  <a:pt x="623595" y="30619"/>
                </a:cubicBezTo>
                <a:cubicBezTo>
                  <a:pt x="627851" y="32465"/>
                  <a:pt x="631377" y="35376"/>
                  <a:pt x="634173" y="39350"/>
                </a:cubicBezTo>
                <a:cubicBezTo>
                  <a:pt x="636968" y="43325"/>
                  <a:pt x="638365" y="48339"/>
                  <a:pt x="638365" y="54390"/>
                </a:cubicBezTo>
                <a:lnTo>
                  <a:pt x="638365" y="84009"/>
                </a:lnTo>
                <a:cubicBezTo>
                  <a:pt x="642366" y="84009"/>
                  <a:pt x="644981" y="84486"/>
                  <a:pt x="646212" y="85439"/>
                </a:cubicBezTo>
                <a:cubicBezTo>
                  <a:pt x="648674" y="87409"/>
                  <a:pt x="649905" y="89574"/>
                  <a:pt x="649905" y="91933"/>
                </a:cubicBezTo>
                <a:cubicBezTo>
                  <a:pt x="649905" y="94292"/>
                  <a:pt x="649110" y="96203"/>
                  <a:pt x="647520" y="97664"/>
                </a:cubicBezTo>
                <a:cubicBezTo>
                  <a:pt x="645930" y="99126"/>
                  <a:pt x="643238" y="99857"/>
                  <a:pt x="639442" y="99857"/>
                </a:cubicBezTo>
                <a:lnTo>
                  <a:pt x="621440" y="99857"/>
                </a:lnTo>
                <a:cubicBezTo>
                  <a:pt x="617696" y="99857"/>
                  <a:pt x="615017" y="99113"/>
                  <a:pt x="613401" y="97626"/>
                </a:cubicBezTo>
                <a:cubicBezTo>
                  <a:pt x="611786" y="96138"/>
                  <a:pt x="610978" y="94215"/>
                  <a:pt x="610978" y="91856"/>
                </a:cubicBezTo>
                <a:cubicBezTo>
                  <a:pt x="610978" y="89497"/>
                  <a:pt x="612209" y="87370"/>
                  <a:pt x="614670" y="85475"/>
                </a:cubicBezTo>
                <a:cubicBezTo>
                  <a:pt x="615953" y="84498"/>
                  <a:pt x="618568" y="84009"/>
                  <a:pt x="622517" y="84009"/>
                </a:cubicBezTo>
                <a:lnTo>
                  <a:pt x="622517" y="55523"/>
                </a:lnTo>
                <a:cubicBezTo>
                  <a:pt x="622517" y="51477"/>
                  <a:pt x="621594" y="48636"/>
                  <a:pt x="619748" y="46998"/>
                </a:cubicBezTo>
                <a:cubicBezTo>
                  <a:pt x="617337" y="44797"/>
                  <a:pt x="613773" y="43697"/>
                  <a:pt x="609054" y="43697"/>
                </a:cubicBezTo>
                <a:cubicBezTo>
                  <a:pt x="605567" y="43697"/>
                  <a:pt x="602477" y="44381"/>
                  <a:pt x="599784" y="45750"/>
                </a:cubicBezTo>
                <a:cubicBezTo>
                  <a:pt x="597092" y="47119"/>
                  <a:pt x="593463" y="50076"/>
                  <a:pt x="588898" y="54621"/>
                </a:cubicBezTo>
                <a:lnTo>
                  <a:pt x="588898" y="84009"/>
                </a:lnTo>
                <a:cubicBezTo>
                  <a:pt x="592950" y="84009"/>
                  <a:pt x="595566" y="84486"/>
                  <a:pt x="596745" y="85439"/>
                </a:cubicBezTo>
                <a:cubicBezTo>
                  <a:pt x="599259" y="87409"/>
                  <a:pt x="600515" y="89574"/>
                  <a:pt x="600515" y="91933"/>
                </a:cubicBezTo>
                <a:cubicBezTo>
                  <a:pt x="600515" y="94292"/>
                  <a:pt x="599707" y="96203"/>
                  <a:pt x="598092" y="97664"/>
                </a:cubicBezTo>
                <a:cubicBezTo>
                  <a:pt x="596476" y="99126"/>
                  <a:pt x="593771" y="99857"/>
                  <a:pt x="589976" y="99857"/>
                </a:cubicBezTo>
                <a:lnTo>
                  <a:pt x="572051" y="99857"/>
                </a:lnTo>
                <a:cubicBezTo>
                  <a:pt x="568255" y="99857"/>
                  <a:pt x="565550" y="99113"/>
                  <a:pt x="563934" y="97626"/>
                </a:cubicBezTo>
                <a:cubicBezTo>
                  <a:pt x="562319" y="96138"/>
                  <a:pt x="561511" y="94215"/>
                  <a:pt x="561511" y="91856"/>
                </a:cubicBezTo>
                <a:cubicBezTo>
                  <a:pt x="561511" y="89497"/>
                  <a:pt x="562767" y="87370"/>
                  <a:pt x="565281" y="85475"/>
                </a:cubicBezTo>
                <a:cubicBezTo>
                  <a:pt x="566511" y="84498"/>
                  <a:pt x="569127" y="84009"/>
                  <a:pt x="573128" y="84009"/>
                </a:cubicBezTo>
                <a:lnTo>
                  <a:pt x="573128" y="15848"/>
                </a:lnTo>
                <a:lnTo>
                  <a:pt x="570435" y="15848"/>
                </a:lnTo>
                <a:cubicBezTo>
                  <a:pt x="566640" y="15848"/>
                  <a:pt x="563934" y="15104"/>
                  <a:pt x="562319" y="13617"/>
                </a:cubicBezTo>
                <a:cubicBezTo>
                  <a:pt x="560703" y="12130"/>
                  <a:pt x="559895" y="10206"/>
                  <a:pt x="559895" y="7847"/>
                </a:cubicBezTo>
                <a:cubicBezTo>
                  <a:pt x="559895" y="5488"/>
                  <a:pt x="560703" y="3590"/>
                  <a:pt x="562319" y="2154"/>
                </a:cubicBezTo>
                <a:cubicBezTo>
                  <a:pt x="563934" y="718"/>
                  <a:pt x="566640" y="0"/>
                  <a:pt x="570435" y="0"/>
                </a:cubicBezTo>
                <a:lnTo>
                  <a:pt x="588898" y="0"/>
                </a:lnTo>
                <a:close/>
                <a:moveTo>
                  <a:pt x="704909" y="0"/>
                </a:moveTo>
                <a:lnTo>
                  <a:pt x="704909" y="16771"/>
                </a:lnTo>
                <a:lnTo>
                  <a:pt x="686138" y="16771"/>
                </a:lnTo>
                <a:lnTo>
                  <a:pt x="686138" y="0"/>
                </a:lnTo>
                <a:lnTo>
                  <a:pt x="704909" y="0"/>
                </a:lnTo>
                <a:moveTo>
                  <a:pt x="707063" y="30003"/>
                </a:moveTo>
                <a:lnTo>
                  <a:pt x="707063" y="84009"/>
                </a:lnTo>
                <a:lnTo>
                  <a:pt x="725988" y="84009"/>
                </a:lnTo>
                <a:cubicBezTo>
                  <a:pt x="729783" y="84009"/>
                  <a:pt x="732489" y="84740"/>
                  <a:pt x="734104" y="86202"/>
                </a:cubicBezTo>
                <a:cubicBezTo>
                  <a:pt x="735720" y="87663"/>
                  <a:pt x="736528" y="89574"/>
                  <a:pt x="736528" y="91933"/>
                </a:cubicBezTo>
                <a:cubicBezTo>
                  <a:pt x="736528" y="94292"/>
                  <a:pt x="735720" y="96203"/>
                  <a:pt x="734104" y="97664"/>
                </a:cubicBezTo>
                <a:cubicBezTo>
                  <a:pt x="732489" y="99126"/>
                  <a:pt x="729783" y="99857"/>
                  <a:pt x="725988" y="99857"/>
                </a:cubicBezTo>
                <a:lnTo>
                  <a:pt x="672367" y="99857"/>
                </a:lnTo>
                <a:cubicBezTo>
                  <a:pt x="668572" y="99857"/>
                  <a:pt x="665866" y="99113"/>
                  <a:pt x="664251" y="97626"/>
                </a:cubicBezTo>
                <a:cubicBezTo>
                  <a:pt x="662635" y="96138"/>
                  <a:pt x="661827" y="94215"/>
                  <a:pt x="661827" y="91856"/>
                </a:cubicBezTo>
                <a:cubicBezTo>
                  <a:pt x="661827" y="89497"/>
                  <a:pt x="662635" y="87599"/>
                  <a:pt x="664251" y="86163"/>
                </a:cubicBezTo>
                <a:cubicBezTo>
                  <a:pt x="665866" y="84727"/>
                  <a:pt x="668572" y="84009"/>
                  <a:pt x="672367" y="84009"/>
                </a:cubicBezTo>
                <a:lnTo>
                  <a:pt x="691292" y="84009"/>
                </a:lnTo>
                <a:lnTo>
                  <a:pt x="691292" y="45851"/>
                </a:lnTo>
                <a:lnTo>
                  <a:pt x="678598" y="45851"/>
                </a:lnTo>
                <a:cubicBezTo>
                  <a:pt x="674854" y="45851"/>
                  <a:pt x="672162" y="45107"/>
                  <a:pt x="670521" y="43620"/>
                </a:cubicBezTo>
                <a:cubicBezTo>
                  <a:pt x="668879" y="42133"/>
                  <a:pt x="668059" y="40209"/>
                  <a:pt x="668059" y="37850"/>
                </a:cubicBezTo>
                <a:cubicBezTo>
                  <a:pt x="668059" y="35491"/>
                  <a:pt x="668867" y="33593"/>
                  <a:pt x="670482" y="32157"/>
                </a:cubicBezTo>
                <a:cubicBezTo>
                  <a:pt x="672098" y="30721"/>
                  <a:pt x="674803" y="30003"/>
                  <a:pt x="678598" y="30003"/>
                </a:cubicBezTo>
                <a:lnTo>
                  <a:pt x="707063" y="30003"/>
                </a:lnTo>
                <a:close/>
                <a:moveTo>
                  <a:pt x="801225" y="0"/>
                </a:moveTo>
                <a:lnTo>
                  <a:pt x="801225" y="84009"/>
                </a:lnTo>
                <a:lnTo>
                  <a:pt x="820150" y="84009"/>
                </a:lnTo>
                <a:cubicBezTo>
                  <a:pt x="823946" y="84009"/>
                  <a:pt x="826651" y="84740"/>
                  <a:pt x="828267" y="86202"/>
                </a:cubicBezTo>
                <a:cubicBezTo>
                  <a:pt x="829882" y="87663"/>
                  <a:pt x="830690" y="89574"/>
                  <a:pt x="830690" y="91933"/>
                </a:cubicBezTo>
                <a:cubicBezTo>
                  <a:pt x="830690" y="94292"/>
                  <a:pt x="829882" y="96203"/>
                  <a:pt x="828267" y="97664"/>
                </a:cubicBezTo>
                <a:cubicBezTo>
                  <a:pt x="826651" y="99126"/>
                  <a:pt x="823946" y="99857"/>
                  <a:pt x="820150" y="99857"/>
                </a:cubicBezTo>
                <a:lnTo>
                  <a:pt x="766529" y="99857"/>
                </a:lnTo>
                <a:cubicBezTo>
                  <a:pt x="762734" y="99857"/>
                  <a:pt x="760028" y="99113"/>
                  <a:pt x="758413" y="97626"/>
                </a:cubicBezTo>
                <a:cubicBezTo>
                  <a:pt x="756797" y="96138"/>
                  <a:pt x="755990" y="94215"/>
                  <a:pt x="755990" y="91856"/>
                </a:cubicBezTo>
                <a:cubicBezTo>
                  <a:pt x="755990" y="89497"/>
                  <a:pt x="756797" y="87599"/>
                  <a:pt x="758413" y="86163"/>
                </a:cubicBezTo>
                <a:cubicBezTo>
                  <a:pt x="760028" y="84727"/>
                  <a:pt x="762734" y="84009"/>
                  <a:pt x="766529" y="84009"/>
                </a:cubicBezTo>
                <a:lnTo>
                  <a:pt x="785454" y="84009"/>
                </a:lnTo>
                <a:lnTo>
                  <a:pt x="785454" y="15848"/>
                </a:lnTo>
                <a:lnTo>
                  <a:pt x="772761" y="15848"/>
                </a:lnTo>
                <a:cubicBezTo>
                  <a:pt x="769017" y="15848"/>
                  <a:pt x="766324" y="15104"/>
                  <a:pt x="764683" y="13617"/>
                </a:cubicBezTo>
                <a:cubicBezTo>
                  <a:pt x="763042" y="12130"/>
                  <a:pt x="762221" y="10206"/>
                  <a:pt x="762221" y="7847"/>
                </a:cubicBezTo>
                <a:cubicBezTo>
                  <a:pt x="762221" y="5488"/>
                  <a:pt x="763029" y="3590"/>
                  <a:pt x="764644" y="2154"/>
                </a:cubicBezTo>
                <a:cubicBezTo>
                  <a:pt x="766260" y="718"/>
                  <a:pt x="768965" y="0"/>
                  <a:pt x="772761" y="0"/>
                </a:cubicBezTo>
                <a:lnTo>
                  <a:pt x="801225" y="0"/>
                </a:lnTo>
                <a:close/>
                <a:moveTo>
                  <a:pt x="923621" y="0"/>
                </a:moveTo>
                <a:lnTo>
                  <a:pt x="923621" y="84009"/>
                </a:lnTo>
                <a:lnTo>
                  <a:pt x="926314" y="84009"/>
                </a:lnTo>
                <a:cubicBezTo>
                  <a:pt x="930058" y="84009"/>
                  <a:pt x="932750" y="84740"/>
                  <a:pt x="934391" y="86202"/>
                </a:cubicBezTo>
                <a:cubicBezTo>
                  <a:pt x="936033" y="87663"/>
                  <a:pt x="936853" y="89574"/>
                  <a:pt x="936853" y="91933"/>
                </a:cubicBezTo>
                <a:cubicBezTo>
                  <a:pt x="936853" y="94292"/>
                  <a:pt x="936045" y="96203"/>
                  <a:pt x="934430" y="97664"/>
                </a:cubicBezTo>
                <a:cubicBezTo>
                  <a:pt x="932814" y="99126"/>
                  <a:pt x="930109" y="99857"/>
                  <a:pt x="926314" y="99857"/>
                </a:cubicBezTo>
                <a:lnTo>
                  <a:pt x="907850" y="99857"/>
                </a:lnTo>
                <a:lnTo>
                  <a:pt x="907850" y="96010"/>
                </a:lnTo>
                <a:cubicBezTo>
                  <a:pt x="904260" y="98087"/>
                  <a:pt x="900503" y="99658"/>
                  <a:pt x="896580" y="100722"/>
                </a:cubicBezTo>
                <a:cubicBezTo>
                  <a:pt x="892656" y="101787"/>
                  <a:pt x="888592" y="102319"/>
                  <a:pt x="884386" y="102319"/>
                </a:cubicBezTo>
                <a:cubicBezTo>
                  <a:pt x="872539" y="102319"/>
                  <a:pt x="862999" y="98895"/>
                  <a:pt x="855768" y="92048"/>
                </a:cubicBezTo>
                <a:cubicBezTo>
                  <a:pt x="848536" y="85201"/>
                  <a:pt x="844920" y="76675"/>
                  <a:pt x="844920" y="66469"/>
                </a:cubicBezTo>
                <a:cubicBezTo>
                  <a:pt x="844920" y="55801"/>
                  <a:pt x="848716" y="46697"/>
                  <a:pt x="856306" y="39158"/>
                </a:cubicBezTo>
                <a:cubicBezTo>
                  <a:pt x="863897" y="31619"/>
                  <a:pt x="873154" y="27849"/>
                  <a:pt x="884078" y="27849"/>
                </a:cubicBezTo>
                <a:cubicBezTo>
                  <a:pt x="888181" y="27849"/>
                  <a:pt x="892207" y="28481"/>
                  <a:pt x="896157" y="29744"/>
                </a:cubicBezTo>
                <a:cubicBezTo>
                  <a:pt x="900106" y="31007"/>
                  <a:pt x="904004" y="32900"/>
                  <a:pt x="907850" y="35424"/>
                </a:cubicBezTo>
                <a:lnTo>
                  <a:pt x="907850" y="15848"/>
                </a:lnTo>
                <a:lnTo>
                  <a:pt x="905158" y="15848"/>
                </a:lnTo>
                <a:cubicBezTo>
                  <a:pt x="901362" y="15848"/>
                  <a:pt x="898657" y="15117"/>
                  <a:pt x="897041" y="13655"/>
                </a:cubicBezTo>
                <a:cubicBezTo>
                  <a:pt x="895426" y="12194"/>
                  <a:pt x="894618" y="10283"/>
                  <a:pt x="894618" y="7924"/>
                </a:cubicBezTo>
                <a:cubicBezTo>
                  <a:pt x="894618" y="5565"/>
                  <a:pt x="895426" y="3654"/>
                  <a:pt x="897041" y="2193"/>
                </a:cubicBezTo>
                <a:cubicBezTo>
                  <a:pt x="898657" y="731"/>
                  <a:pt x="901362" y="0"/>
                  <a:pt x="905158" y="0"/>
                </a:cubicBezTo>
                <a:lnTo>
                  <a:pt x="923621" y="0"/>
                </a:lnTo>
                <a:moveTo>
                  <a:pt x="907850" y="66923"/>
                </a:moveTo>
                <a:cubicBezTo>
                  <a:pt x="907850" y="60434"/>
                  <a:pt x="905568" y="54940"/>
                  <a:pt x="901003" y="50443"/>
                </a:cubicBezTo>
                <a:cubicBezTo>
                  <a:pt x="896439" y="45946"/>
                  <a:pt x="890848" y="43697"/>
                  <a:pt x="884232" y="43697"/>
                </a:cubicBezTo>
                <a:cubicBezTo>
                  <a:pt x="877667" y="43697"/>
                  <a:pt x="872103" y="45946"/>
                  <a:pt x="867538" y="50443"/>
                </a:cubicBezTo>
                <a:cubicBezTo>
                  <a:pt x="862974" y="54940"/>
                  <a:pt x="860691" y="60357"/>
                  <a:pt x="860691" y="66695"/>
                </a:cubicBezTo>
                <a:cubicBezTo>
                  <a:pt x="860691" y="72469"/>
                  <a:pt x="862743" y="77209"/>
                  <a:pt x="866846" y="80915"/>
                </a:cubicBezTo>
                <a:cubicBezTo>
                  <a:pt x="870949" y="84619"/>
                  <a:pt x="876744" y="86471"/>
                  <a:pt x="884232" y="86471"/>
                </a:cubicBezTo>
                <a:cubicBezTo>
                  <a:pt x="891669" y="86471"/>
                  <a:pt x="897464" y="84619"/>
                  <a:pt x="901619" y="80915"/>
                </a:cubicBezTo>
                <a:cubicBezTo>
                  <a:pt x="905773" y="77209"/>
                  <a:pt x="907850" y="72545"/>
                  <a:pt x="907850" y="66923"/>
                </a:cubicBezTo>
                <a:close/>
                <a:moveTo>
                  <a:pt x="993550" y="91856"/>
                </a:moveTo>
                <a:cubicBezTo>
                  <a:pt x="993550" y="94831"/>
                  <a:pt x="992499" y="97318"/>
                  <a:pt x="990396" y="99318"/>
                </a:cubicBezTo>
                <a:cubicBezTo>
                  <a:pt x="988293" y="101319"/>
                  <a:pt x="985395" y="102319"/>
                  <a:pt x="981703" y="102319"/>
                </a:cubicBezTo>
                <a:cubicBezTo>
                  <a:pt x="978010" y="102319"/>
                  <a:pt x="975112" y="101319"/>
                  <a:pt x="973009" y="99318"/>
                </a:cubicBezTo>
                <a:cubicBezTo>
                  <a:pt x="970907" y="97318"/>
                  <a:pt x="969855" y="94831"/>
                  <a:pt x="969855" y="91856"/>
                </a:cubicBezTo>
                <a:cubicBezTo>
                  <a:pt x="969855" y="88881"/>
                  <a:pt x="970907" y="86394"/>
                  <a:pt x="973009" y="84394"/>
                </a:cubicBezTo>
                <a:cubicBezTo>
                  <a:pt x="975112" y="82393"/>
                  <a:pt x="978010" y="81393"/>
                  <a:pt x="981703" y="81393"/>
                </a:cubicBezTo>
                <a:cubicBezTo>
                  <a:pt x="985395" y="81393"/>
                  <a:pt x="988293" y="82393"/>
                  <a:pt x="990396" y="84394"/>
                </a:cubicBezTo>
                <a:cubicBezTo>
                  <a:pt x="992499" y="86394"/>
                  <a:pt x="993550" y="88881"/>
                  <a:pt x="993550" y="91856"/>
                </a:cubicBezTo>
                <a:close/>
                <a:moveTo>
                  <a:pt x="1075711" y="80643"/>
                </a:moveTo>
                <a:lnTo>
                  <a:pt x="1092713" y="45851"/>
                </a:lnTo>
                <a:cubicBezTo>
                  <a:pt x="1088507" y="45851"/>
                  <a:pt x="1085815" y="45389"/>
                  <a:pt x="1084635" y="44464"/>
                </a:cubicBezTo>
                <a:cubicBezTo>
                  <a:pt x="1082071" y="42414"/>
                  <a:pt x="1080788" y="40209"/>
                  <a:pt x="1080788" y="37850"/>
                </a:cubicBezTo>
                <a:cubicBezTo>
                  <a:pt x="1080788" y="35491"/>
                  <a:pt x="1081596" y="33593"/>
                  <a:pt x="1083212" y="32157"/>
                </a:cubicBezTo>
                <a:cubicBezTo>
                  <a:pt x="1084827" y="30721"/>
                  <a:pt x="1087533" y="30003"/>
                  <a:pt x="1091328" y="30003"/>
                </a:cubicBezTo>
                <a:lnTo>
                  <a:pt x="1112946" y="30003"/>
                </a:lnTo>
                <a:cubicBezTo>
                  <a:pt x="1116741" y="30003"/>
                  <a:pt x="1119446" y="30734"/>
                  <a:pt x="1121062" y="32196"/>
                </a:cubicBezTo>
                <a:cubicBezTo>
                  <a:pt x="1122677" y="33657"/>
                  <a:pt x="1123485" y="35568"/>
                  <a:pt x="1123485" y="37927"/>
                </a:cubicBezTo>
                <a:cubicBezTo>
                  <a:pt x="1123485" y="40286"/>
                  <a:pt x="1122677" y="42197"/>
                  <a:pt x="1121062" y="43659"/>
                </a:cubicBezTo>
                <a:cubicBezTo>
                  <a:pt x="1119446" y="45120"/>
                  <a:pt x="1116741" y="45851"/>
                  <a:pt x="1112946" y="45851"/>
                </a:cubicBezTo>
                <a:lnTo>
                  <a:pt x="1110330" y="45851"/>
                </a:lnTo>
                <a:lnTo>
                  <a:pt x="1083943" y="99857"/>
                </a:lnTo>
                <a:lnTo>
                  <a:pt x="1067479" y="99857"/>
                </a:lnTo>
                <a:lnTo>
                  <a:pt x="1041092" y="45851"/>
                </a:lnTo>
                <a:lnTo>
                  <a:pt x="1038861" y="45851"/>
                </a:lnTo>
                <a:cubicBezTo>
                  <a:pt x="1035066" y="45851"/>
                  <a:pt x="1032360" y="45107"/>
                  <a:pt x="1030745" y="43620"/>
                </a:cubicBezTo>
                <a:cubicBezTo>
                  <a:pt x="1029129" y="42133"/>
                  <a:pt x="1028321" y="40209"/>
                  <a:pt x="1028321" y="37850"/>
                </a:cubicBezTo>
                <a:cubicBezTo>
                  <a:pt x="1028321" y="35491"/>
                  <a:pt x="1029129" y="33593"/>
                  <a:pt x="1030745" y="32157"/>
                </a:cubicBezTo>
                <a:cubicBezTo>
                  <a:pt x="1032360" y="30721"/>
                  <a:pt x="1035066" y="30003"/>
                  <a:pt x="1038861" y="30003"/>
                </a:cubicBezTo>
                <a:lnTo>
                  <a:pt x="1060017" y="30003"/>
                </a:lnTo>
                <a:cubicBezTo>
                  <a:pt x="1063761" y="30003"/>
                  <a:pt x="1066441" y="30734"/>
                  <a:pt x="1068056" y="32196"/>
                </a:cubicBezTo>
                <a:cubicBezTo>
                  <a:pt x="1069672" y="33657"/>
                  <a:pt x="1070480" y="35568"/>
                  <a:pt x="1070480" y="37927"/>
                </a:cubicBezTo>
                <a:cubicBezTo>
                  <a:pt x="1070480" y="40286"/>
                  <a:pt x="1069249" y="42440"/>
                  <a:pt x="1066787" y="44389"/>
                </a:cubicBezTo>
                <a:cubicBezTo>
                  <a:pt x="1065556" y="45364"/>
                  <a:pt x="1062812" y="45851"/>
                  <a:pt x="1058555" y="45851"/>
                </a:cubicBezTo>
                <a:lnTo>
                  <a:pt x="1075711" y="80643"/>
                </a:lnTo>
                <a:close/>
                <a:moveTo>
                  <a:pt x="1175335" y="0"/>
                </a:moveTo>
                <a:lnTo>
                  <a:pt x="1175335" y="16771"/>
                </a:lnTo>
                <a:lnTo>
                  <a:pt x="1156564" y="16771"/>
                </a:lnTo>
                <a:lnTo>
                  <a:pt x="1156564" y="0"/>
                </a:lnTo>
                <a:lnTo>
                  <a:pt x="1175335" y="0"/>
                </a:lnTo>
                <a:moveTo>
                  <a:pt x="1177489" y="30003"/>
                </a:moveTo>
                <a:lnTo>
                  <a:pt x="1177489" y="84009"/>
                </a:lnTo>
                <a:lnTo>
                  <a:pt x="1196414" y="84009"/>
                </a:lnTo>
                <a:cubicBezTo>
                  <a:pt x="1200209" y="84009"/>
                  <a:pt x="1202915" y="84740"/>
                  <a:pt x="1204530" y="86202"/>
                </a:cubicBezTo>
                <a:cubicBezTo>
                  <a:pt x="1206146" y="87663"/>
                  <a:pt x="1206954" y="89574"/>
                  <a:pt x="1206954" y="91933"/>
                </a:cubicBezTo>
                <a:cubicBezTo>
                  <a:pt x="1206954" y="94292"/>
                  <a:pt x="1206146" y="96203"/>
                  <a:pt x="1204530" y="97664"/>
                </a:cubicBezTo>
                <a:cubicBezTo>
                  <a:pt x="1202915" y="99126"/>
                  <a:pt x="1200209" y="99857"/>
                  <a:pt x="1196414" y="99857"/>
                </a:cubicBezTo>
                <a:lnTo>
                  <a:pt x="1142793" y="99857"/>
                </a:lnTo>
                <a:cubicBezTo>
                  <a:pt x="1138998" y="99857"/>
                  <a:pt x="1136292" y="99113"/>
                  <a:pt x="1134677" y="97626"/>
                </a:cubicBezTo>
                <a:cubicBezTo>
                  <a:pt x="1133061" y="96138"/>
                  <a:pt x="1132253" y="94215"/>
                  <a:pt x="1132253" y="91856"/>
                </a:cubicBezTo>
                <a:cubicBezTo>
                  <a:pt x="1132253" y="89497"/>
                  <a:pt x="1133061" y="87599"/>
                  <a:pt x="1134677" y="86163"/>
                </a:cubicBezTo>
                <a:cubicBezTo>
                  <a:pt x="1136292" y="84727"/>
                  <a:pt x="1138998" y="84009"/>
                  <a:pt x="1142793" y="84009"/>
                </a:cubicBezTo>
                <a:lnTo>
                  <a:pt x="1161718" y="84009"/>
                </a:lnTo>
                <a:lnTo>
                  <a:pt x="1161718" y="45851"/>
                </a:lnTo>
                <a:lnTo>
                  <a:pt x="1149024" y="45851"/>
                </a:lnTo>
                <a:cubicBezTo>
                  <a:pt x="1145280" y="45851"/>
                  <a:pt x="1142588" y="45107"/>
                  <a:pt x="1140947" y="43620"/>
                </a:cubicBezTo>
                <a:cubicBezTo>
                  <a:pt x="1139305" y="42133"/>
                  <a:pt x="1138485" y="40209"/>
                  <a:pt x="1138485" y="37850"/>
                </a:cubicBezTo>
                <a:cubicBezTo>
                  <a:pt x="1138485" y="35491"/>
                  <a:pt x="1139293" y="33593"/>
                  <a:pt x="1140908" y="32157"/>
                </a:cubicBezTo>
                <a:cubicBezTo>
                  <a:pt x="1142524" y="30721"/>
                  <a:pt x="1145229" y="30003"/>
                  <a:pt x="1149024" y="30003"/>
                </a:cubicBezTo>
                <a:lnTo>
                  <a:pt x="1177489" y="30003"/>
                </a:lnTo>
                <a:close/>
                <a:moveTo>
                  <a:pt x="1288345" y="32773"/>
                </a:moveTo>
                <a:cubicBezTo>
                  <a:pt x="1290243" y="31029"/>
                  <a:pt x="1292192" y="30157"/>
                  <a:pt x="1294192" y="30157"/>
                </a:cubicBezTo>
                <a:cubicBezTo>
                  <a:pt x="1296449" y="30157"/>
                  <a:pt x="1298308" y="30965"/>
                  <a:pt x="1299770" y="32580"/>
                </a:cubicBezTo>
                <a:cubicBezTo>
                  <a:pt x="1301231" y="34196"/>
                  <a:pt x="1301962" y="36876"/>
                  <a:pt x="1301962" y="40620"/>
                </a:cubicBezTo>
                <a:lnTo>
                  <a:pt x="1301962" y="50775"/>
                </a:lnTo>
                <a:cubicBezTo>
                  <a:pt x="1301962" y="54570"/>
                  <a:pt x="1301231" y="57263"/>
                  <a:pt x="1299770" y="58852"/>
                </a:cubicBezTo>
                <a:cubicBezTo>
                  <a:pt x="1298308" y="60442"/>
                  <a:pt x="1296397" y="61237"/>
                  <a:pt x="1294038" y="61237"/>
                </a:cubicBezTo>
                <a:cubicBezTo>
                  <a:pt x="1291884" y="61237"/>
                  <a:pt x="1290063" y="60622"/>
                  <a:pt x="1288576" y="59391"/>
                </a:cubicBezTo>
                <a:cubicBezTo>
                  <a:pt x="1287499" y="58468"/>
                  <a:pt x="1286653" y="56583"/>
                  <a:pt x="1286037" y="53737"/>
                </a:cubicBezTo>
                <a:cubicBezTo>
                  <a:pt x="1285422" y="50890"/>
                  <a:pt x="1283934" y="48774"/>
                  <a:pt x="1281575" y="47390"/>
                </a:cubicBezTo>
                <a:cubicBezTo>
                  <a:pt x="1277421" y="44928"/>
                  <a:pt x="1272113" y="43697"/>
                  <a:pt x="1265650" y="43697"/>
                </a:cubicBezTo>
                <a:cubicBezTo>
                  <a:pt x="1258214" y="43697"/>
                  <a:pt x="1252252" y="45865"/>
                  <a:pt x="1247764" y="50202"/>
                </a:cubicBezTo>
                <a:cubicBezTo>
                  <a:pt x="1243276" y="54538"/>
                  <a:pt x="1241032" y="60021"/>
                  <a:pt x="1241032" y="66651"/>
                </a:cubicBezTo>
                <a:cubicBezTo>
                  <a:pt x="1241032" y="72774"/>
                  <a:pt x="1243187" y="77608"/>
                  <a:pt x="1247495" y="81153"/>
                </a:cubicBezTo>
                <a:cubicBezTo>
                  <a:pt x="1251803" y="84698"/>
                  <a:pt x="1258957" y="86471"/>
                  <a:pt x="1268959" y="86471"/>
                </a:cubicBezTo>
                <a:cubicBezTo>
                  <a:pt x="1275523" y="86471"/>
                  <a:pt x="1280883" y="85810"/>
                  <a:pt x="1285037" y="84487"/>
                </a:cubicBezTo>
                <a:cubicBezTo>
                  <a:pt x="1287499" y="83673"/>
                  <a:pt x="1289833" y="82288"/>
                  <a:pt x="1292038" y="80331"/>
                </a:cubicBezTo>
                <a:cubicBezTo>
                  <a:pt x="1294243" y="78372"/>
                  <a:pt x="1296243" y="77393"/>
                  <a:pt x="1298039" y="77393"/>
                </a:cubicBezTo>
                <a:cubicBezTo>
                  <a:pt x="1300193" y="77393"/>
                  <a:pt x="1302052" y="78188"/>
                  <a:pt x="1303616" y="79778"/>
                </a:cubicBezTo>
                <a:cubicBezTo>
                  <a:pt x="1305180" y="81368"/>
                  <a:pt x="1305962" y="83240"/>
                  <a:pt x="1305962" y="85394"/>
                </a:cubicBezTo>
                <a:cubicBezTo>
                  <a:pt x="1305962" y="88881"/>
                  <a:pt x="1303578" y="92189"/>
                  <a:pt x="1298808" y="95318"/>
                </a:cubicBezTo>
                <a:cubicBezTo>
                  <a:pt x="1291730" y="99985"/>
                  <a:pt x="1281370" y="102319"/>
                  <a:pt x="1267728" y="102319"/>
                </a:cubicBezTo>
                <a:cubicBezTo>
                  <a:pt x="1255470" y="102319"/>
                  <a:pt x="1245930" y="99782"/>
                  <a:pt x="1239109" y="94710"/>
                </a:cubicBezTo>
                <a:cubicBezTo>
                  <a:pt x="1229877" y="87896"/>
                  <a:pt x="1225262" y="78572"/>
                  <a:pt x="1225262" y="66736"/>
                </a:cubicBezTo>
                <a:cubicBezTo>
                  <a:pt x="1225262" y="55516"/>
                  <a:pt x="1229006" y="46231"/>
                  <a:pt x="1236494" y="38879"/>
                </a:cubicBezTo>
                <a:cubicBezTo>
                  <a:pt x="1243981" y="31526"/>
                  <a:pt x="1253752" y="27849"/>
                  <a:pt x="1265804" y="27849"/>
                </a:cubicBezTo>
                <a:cubicBezTo>
                  <a:pt x="1270164" y="27849"/>
                  <a:pt x="1274215" y="28259"/>
                  <a:pt x="1277959" y="29080"/>
                </a:cubicBezTo>
                <a:cubicBezTo>
                  <a:pt x="1281703" y="29901"/>
                  <a:pt x="1285165" y="31132"/>
                  <a:pt x="1288345" y="32773"/>
                </a:cubicBezTo>
                <a:close/>
                <a:moveTo>
                  <a:pt x="1353966" y="45851"/>
                </a:moveTo>
                <a:lnTo>
                  <a:pt x="1353966" y="77292"/>
                </a:lnTo>
                <a:cubicBezTo>
                  <a:pt x="1353966" y="80658"/>
                  <a:pt x="1354658" y="82876"/>
                  <a:pt x="1356043" y="83946"/>
                </a:cubicBezTo>
                <a:cubicBezTo>
                  <a:pt x="1358197" y="85629"/>
                  <a:pt x="1362044" y="86471"/>
                  <a:pt x="1367583" y="86471"/>
                </a:cubicBezTo>
                <a:cubicBezTo>
                  <a:pt x="1375635" y="86471"/>
                  <a:pt x="1383071" y="84734"/>
                  <a:pt x="1389893" y="81261"/>
                </a:cubicBezTo>
                <a:cubicBezTo>
                  <a:pt x="1392508" y="79913"/>
                  <a:pt x="1394560" y="79239"/>
                  <a:pt x="1396047" y="79239"/>
                </a:cubicBezTo>
                <a:cubicBezTo>
                  <a:pt x="1398099" y="79239"/>
                  <a:pt x="1399881" y="80014"/>
                  <a:pt x="1401394" y="81564"/>
                </a:cubicBezTo>
                <a:cubicBezTo>
                  <a:pt x="1402907" y="83112"/>
                  <a:pt x="1403663" y="84996"/>
                  <a:pt x="1403663" y="87216"/>
                </a:cubicBezTo>
                <a:cubicBezTo>
                  <a:pt x="1403663" y="89282"/>
                  <a:pt x="1402843" y="91063"/>
                  <a:pt x="1401202" y="92560"/>
                </a:cubicBezTo>
                <a:cubicBezTo>
                  <a:pt x="1398689" y="94987"/>
                  <a:pt x="1393726" y="97220"/>
                  <a:pt x="1386315" y="99261"/>
                </a:cubicBezTo>
                <a:cubicBezTo>
                  <a:pt x="1378904" y="101299"/>
                  <a:pt x="1372660" y="102319"/>
                  <a:pt x="1367583" y="102319"/>
                </a:cubicBezTo>
                <a:cubicBezTo>
                  <a:pt x="1357787" y="102319"/>
                  <a:pt x="1350440" y="100209"/>
                  <a:pt x="1345542" y="95989"/>
                </a:cubicBezTo>
                <a:cubicBezTo>
                  <a:pt x="1340644" y="91769"/>
                  <a:pt x="1338195" y="86590"/>
                  <a:pt x="1338195" y="80453"/>
                </a:cubicBezTo>
                <a:lnTo>
                  <a:pt x="1338195" y="45851"/>
                </a:lnTo>
                <a:lnTo>
                  <a:pt x="1332502" y="45851"/>
                </a:lnTo>
                <a:cubicBezTo>
                  <a:pt x="1328707" y="45851"/>
                  <a:pt x="1326001" y="45117"/>
                  <a:pt x="1324386" y="43649"/>
                </a:cubicBezTo>
                <a:cubicBezTo>
                  <a:pt x="1322770" y="42179"/>
                  <a:pt x="1321962" y="40259"/>
                  <a:pt x="1321962" y="37889"/>
                </a:cubicBezTo>
                <a:cubicBezTo>
                  <a:pt x="1321962" y="35570"/>
                  <a:pt x="1322770" y="33676"/>
                  <a:pt x="1324386" y="32208"/>
                </a:cubicBezTo>
                <a:cubicBezTo>
                  <a:pt x="1326001" y="30738"/>
                  <a:pt x="1328707" y="30003"/>
                  <a:pt x="1332502" y="30003"/>
                </a:cubicBezTo>
                <a:lnTo>
                  <a:pt x="1338195" y="30003"/>
                </a:lnTo>
                <a:lnTo>
                  <a:pt x="1338195" y="15771"/>
                </a:lnTo>
                <a:cubicBezTo>
                  <a:pt x="1338195" y="11976"/>
                  <a:pt x="1338926" y="9270"/>
                  <a:pt x="1340387" y="7655"/>
                </a:cubicBezTo>
                <a:cubicBezTo>
                  <a:pt x="1341849" y="6039"/>
                  <a:pt x="1343760" y="5231"/>
                  <a:pt x="1346119" y="5231"/>
                </a:cubicBezTo>
                <a:cubicBezTo>
                  <a:pt x="1348427" y="5231"/>
                  <a:pt x="1350312" y="6039"/>
                  <a:pt x="1351773" y="7655"/>
                </a:cubicBezTo>
                <a:cubicBezTo>
                  <a:pt x="1353235" y="9270"/>
                  <a:pt x="1353966" y="11976"/>
                  <a:pt x="1353966" y="15771"/>
                </a:cubicBezTo>
                <a:lnTo>
                  <a:pt x="1353966" y="30003"/>
                </a:lnTo>
                <a:lnTo>
                  <a:pt x="1383123" y="30003"/>
                </a:lnTo>
                <a:cubicBezTo>
                  <a:pt x="1386918" y="30003"/>
                  <a:pt x="1389623" y="30738"/>
                  <a:pt x="1391239" y="32208"/>
                </a:cubicBezTo>
                <a:cubicBezTo>
                  <a:pt x="1392855" y="33676"/>
                  <a:pt x="1393662" y="35595"/>
                  <a:pt x="1393662" y="37966"/>
                </a:cubicBezTo>
                <a:cubicBezTo>
                  <a:pt x="1393662" y="40285"/>
                  <a:pt x="1392855" y="42179"/>
                  <a:pt x="1391239" y="43649"/>
                </a:cubicBezTo>
                <a:cubicBezTo>
                  <a:pt x="1389623" y="45117"/>
                  <a:pt x="1386918" y="45851"/>
                  <a:pt x="1383123" y="45851"/>
                </a:cubicBezTo>
                <a:lnTo>
                  <a:pt x="1353966" y="45851"/>
                </a:lnTo>
                <a:close/>
                <a:moveTo>
                  <a:pt x="1457590" y="0"/>
                </a:moveTo>
                <a:lnTo>
                  <a:pt x="1457590" y="16771"/>
                </a:lnTo>
                <a:lnTo>
                  <a:pt x="1438819" y="16771"/>
                </a:lnTo>
                <a:lnTo>
                  <a:pt x="1438819" y="0"/>
                </a:lnTo>
                <a:lnTo>
                  <a:pt x="1457590" y="0"/>
                </a:lnTo>
                <a:moveTo>
                  <a:pt x="1459744" y="30003"/>
                </a:moveTo>
                <a:lnTo>
                  <a:pt x="1459744" y="84009"/>
                </a:lnTo>
                <a:lnTo>
                  <a:pt x="1478669" y="84009"/>
                </a:lnTo>
                <a:cubicBezTo>
                  <a:pt x="1482465" y="84009"/>
                  <a:pt x="1485170" y="84740"/>
                  <a:pt x="1486786" y="86202"/>
                </a:cubicBezTo>
                <a:cubicBezTo>
                  <a:pt x="1488401" y="87663"/>
                  <a:pt x="1489209" y="89574"/>
                  <a:pt x="1489209" y="91933"/>
                </a:cubicBezTo>
                <a:cubicBezTo>
                  <a:pt x="1489209" y="94292"/>
                  <a:pt x="1488401" y="96203"/>
                  <a:pt x="1486786" y="97664"/>
                </a:cubicBezTo>
                <a:cubicBezTo>
                  <a:pt x="1485170" y="99126"/>
                  <a:pt x="1482465" y="99857"/>
                  <a:pt x="1478669" y="99857"/>
                </a:cubicBezTo>
                <a:lnTo>
                  <a:pt x="1425048" y="99857"/>
                </a:lnTo>
                <a:cubicBezTo>
                  <a:pt x="1421253" y="99857"/>
                  <a:pt x="1418548" y="99113"/>
                  <a:pt x="1416932" y="97626"/>
                </a:cubicBezTo>
                <a:cubicBezTo>
                  <a:pt x="1415316" y="96138"/>
                  <a:pt x="1414509" y="94215"/>
                  <a:pt x="1414509" y="91856"/>
                </a:cubicBezTo>
                <a:cubicBezTo>
                  <a:pt x="1414509" y="89497"/>
                  <a:pt x="1415316" y="87599"/>
                  <a:pt x="1416932" y="86163"/>
                </a:cubicBezTo>
                <a:cubicBezTo>
                  <a:pt x="1418548" y="84727"/>
                  <a:pt x="1421253" y="84009"/>
                  <a:pt x="1425048" y="84009"/>
                </a:cubicBezTo>
                <a:lnTo>
                  <a:pt x="1443973" y="84009"/>
                </a:lnTo>
                <a:lnTo>
                  <a:pt x="1443973" y="45851"/>
                </a:lnTo>
                <a:lnTo>
                  <a:pt x="1431280" y="45851"/>
                </a:lnTo>
                <a:cubicBezTo>
                  <a:pt x="1427536" y="45851"/>
                  <a:pt x="1424843" y="45107"/>
                  <a:pt x="1423202" y="43620"/>
                </a:cubicBezTo>
                <a:cubicBezTo>
                  <a:pt x="1421561" y="42133"/>
                  <a:pt x="1420740" y="40209"/>
                  <a:pt x="1420740" y="37850"/>
                </a:cubicBezTo>
                <a:cubicBezTo>
                  <a:pt x="1420740" y="35491"/>
                  <a:pt x="1421548" y="33593"/>
                  <a:pt x="1423163" y="32157"/>
                </a:cubicBezTo>
                <a:cubicBezTo>
                  <a:pt x="1424779" y="30721"/>
                  <a:pt x="1427484" y="30003"/>
                  <a:pt x="1431280" y="30003"/>
                </a:cubicBezTo>
                <a:lnTo>
                  <a:pt x="1459744" y="30003"/>
                </a:lnTo>
                <a:close/>
                <a:moveTo>
                  <a:pt x="1521672" y="30003"/>
                </a:moveTo>
                <a:lnTo>
                  <a:pt x="1521672" y="34465"/>
                </a:lnTo>
                <a:cubicBezTo>
                  <a:pt x="1524237" y="31894"/>
                  <a:pt x="1526557" y="30123"/>
                  <a:pt x="1528634" y="29152"/>
                </a:cubicBezTo>
                <a:cubicBezTo>
                  <a:pt x="1530712" y="28181"/>
                  <a:pt x="1533109" y="27695"/>
                  <a:pt x="1535828" y="27695"/>
                </a:cubicBezTo>
                <a:cubicBezTo>
                  <a:pt x="1538135" y="27695"/>
                  <a:pt x="1540418" y="28272"/>
                  <a:pt x="1542674" y="29426"/>
                </a:cubicBezTo>
                <a:cubicBezTo>
                  <a:pt x="1544931" y="30580"/>
                  <a:pt x="1547136" y="32311"/>
                  <a:pt x="1549291" y="34619"/>
                </a:cubicBezTo>
                <a:cubicBezTo>
                  <a:pt x="1552009" y="32337"/>
                  <a:pt x="1554765" y="30638"/>
                  <a:pt x="1557561" y="29522"/>
                </a:cubicBezTo>
                <a:cubicBezTo>
                  <a:pt x="1560356" y="28407"/>
                  <a:pt x="1563215" y="27849"/>
                  <a:pt x="1566138" y="27849"/>
                </a:cubicBezTo>
                <a:cubicBezTo>
                  <a:pt x="1571985" y="27849"/>
                  <a:pt x="1576729" y="29413"/>
                  <a:pt x="1580371" y="32542"/>
                </a:cubicBezTo>
                <a:cubicBezTo>
                  <a:pt x="1585192" y="36645"/>
                  <a:pt x="1587602" y="42030"/>
                  <a:pt x="1587602" y="48698"/>
                </a:cubicBezTo>
                <a:lnTo>
                  <a:pt x="1587602" y="84009"/>
                </a:lnTo>
                <a:cubicBezTo>
                  <a:pt x="1590885" y="84009"/>
                  <a:pt x="1593321" y="84740"/>
                  <a:pt x="1594911" y="86202"/>
                </a:cubicBezTo>
                <a:cubicBezTo>
                  <a:pt x="1596501" y="87663"/>
                  <a:pt x="1597296" y="89574"/>
                  <a:pt x="1597296" y="91933"/>
                </a:cubicBezTo>
                <a:cubicBezTo>
                  <a:pt x="1597296" y="94292"/>
                  <a:pt x="1596501" y="96203"/>
                  <a:pt x="1594911" y="97664"/>
                </a:cubicBezTo>
                <a:cubicBezTo>
                  <a:pt x="1593321" y="99126"/>
                  <a:pt x="1590628" y="99857"/>
                  <a:pt x="1586833" y="99857"/>
                </a:cubicBezTo>
                <a:lnTo>
                  <a:pt x="1571831" y="99857"/>
                </a:lnTo>
                <a:lnTo>
                  <a:pt x="1571831" y="50082"/>
                </a:lnTo>
                <a:cubicBezTo>
                  <a:pt x="1571831" y="47672"/>
                  <a:pt x="1571395" y="46005"/>
                  <a:pt x="1570524" y="45082"/>
                </a:cubicBezTo>
                <a:cubicBezTo>
                  <a:pt x="1569652" y="44159"/>
                  <a:pt x="1568318" y="43697"/>
                  <a:pt x="1566523" y="43697"/>
                </a:cubicBezTo>
                <a:cubicBezTo>
                  <a:pt x="1564779" y="43697"/>
                  <a:pt x="1563164" y="44151"/>
                  <a:pt x="1561676" y="45060"/>
                </a:cubicBezTo>
                <a:cubicBezTo>
                  <a:pt x="1559779" y="46323"/>
                  <a:pt x="1557471" y="48698"/>
                  <a:pt x="1554753" y="52183"/>
                </a:cubicBezTo>
                <a:lnTo>
                  <a:pt x="1554753" y="84009"/>
                </a:lnTo>
                <a:cubicBezTo>
                  <a:pt x="1558035" y="84009"/>
                  <a:pt x="1560471" y="84740"/>
                  <a:pt x="1562061" y="86202"/>
                </a:cubicBezTo>
                <a:cubicBezTo>
                  <a:pt x="1563651" y="87663"/>
                  <a:pt x="1564446" y="89574"/>
                  <a:pt x="1564446" y="91933"/>
                </a:cubicBezTo>
                <a:cubicBezTo>
                  <a:pt x="1564446" y="94292"/>
                  <a:pt x="1563651" y="96203"/>
                  <a:pt x="1562061" y="97664"/>
                </a:cubicBezTo>
                <a:cubicBezTo>
                  <a:pt x="1560471" y="99126"/>
                  <a:pt x="1557779" y="99857"/>
                  <a:pt x="1553983" y="99857"/>
                </a:cubicBezTo>
                <a:lnTo>
                  <a:pt x="1538982" y="99857"/>
                </a:lnTo>
                <a:lnTo>
                  <a:pt x="1538982" y="49945"/>
                </a:lnTo>
                <a:cubicBezTo>
                  <a:pt x="1538982" y="47580"/>
                  <a:pt x="1538533" y="45922"/>
                  <a:pt x="1537635" y="44971"/>
                </a:cubicBezTo>
                <a:cubicBezTo>
                  <a:pt x="1536738" y="44019"/>
                  <a:pt x="1535392" y="43543"/>
                  <a:pt x="1533597" y="43543"/>
                </a:cubicBezTo>
                <a:cubicBezTo>
                  <a:pt x="1531750" y="43543"/>
                  <a:pt x="1529929" y="44122"/>
                  <a:pt x="1528134" y="45279"/>
                </a:cubicBezTo>
                <a:cubicBezTo>
                  <a:pt x="1526339" y="46436"/>
                  <a:pt x="1524185" y="48738"/>
                  <a:pt x="1521672" y="52183"/>
                </a:cubicBezTo>
                <a:lnTo>
                  <a:pt x="1521672" y="84009"/>
                </a:lnTo>
                <a:cubicBezTo>
                  <a:pt x="1524955" y="84009"/>
                  <a:pt x="1527404" y="84740"/>
                  <a:pt x="1529019" y="86202"/>
                </a:cubicBezTo>
                <a:cubicBezTo>
                  <a:pt x="1530635" y="87663"/>
                  <a:pt x="1531442" y="89574"/>
                  <a:pt x="1531442" y="91933"/>
                </a:cubicBezTo>
                <a:cubicBezTo>
                  <a:pt x="1531442" y="94292"/>
                  <a:pt x="1530635" y="96203"/>
                  <a:pt x="1529019" y="97664"/>
                </a:cubicBezTo>
                <a:cubicBezTo>
                  <a:pt x="1527404" y="99126"/>
                  <a:pt x="1524698" y="99857"/>
                  <a:pt x="1520903" y="99857"/>
                </a:cubicBezTo>
                <a:lnTo>
                  <a:pt x="1506671" y="99857"/>
                </a:lnTo>
                <a:cubicBezTo>
                  <a:pt x="1502875" y="99857"/>
                  <a:pt x="1500170" y="99113"/>
                  <a:pt x="1498554" y="97626"/>
                </a:cubicBezTo>
                <a:cubicBezTo>
                  <a:pt x="1496939" y="96138"/>
                  <a:pt x="1496131" y="94215"/>
                  <a:pt x="1496131" y="91856"/>
                </a:cubicBezTo>
                <a:cubicBezTo>
                  <a:pt x="1496131" y="89497"/>
                  <a:pt x="1496926" y="87599"/>
                  <a:pt x="1498516" y="86163"/>
                </a:cubicBezTo>
                <a:cubicBezTo>
                  <a:pt x="1500106" y="84727"/>
                  <a:pt x="1502568" y="84009"/>
                  <a:pt x="1505901" y="84009"/>
                </a:cubicBezTo>
                <a:lnTo>
                  <a:pt x="1505901" y="45851"/>
                </a:lnTo>
                <a:cubicBezTo>
                  <a:pt x="1502568" y="45851"/>
                  <a:pt x="1500106" y="45107"/>
                  <a:pt x="1498516" y="43620"/>
                </a:cubicBezTo>
                <a:cubicBezTo>
                  <a:pt x="1496926" y="42133"/>
                  <a:pt x="1496131" y="40209"/>
                  <a:pt x="1496131" y="37850"/>
                </a:cubicBezTo>
                <a:cubicBezTo>
                  <a:pt x="1496131" y="35491"/>
                  <a:pt x="1496939" y="33593"/>
                  <a:pt x="1498554" y="32157"/>
                </a:cubicBezTo>
                <a:cubicBezTo>
                  <a:pt x="1500170" y="30721"/>
                  <a:pt x="1502875" y="30003"/>
                  <a:pt x="1506671" y="30003"/>
                </a:cubicBezTo>
                <a:lnTo>
                  <a:pt x="1521672" y="30003"/>
                </a:lnTo>
                <a:close/>
                <a:moveTo>
                  <a:pt x="1652146" y="91856"/>
                </a:moveTo>
                <a:cubicBezTo>
                  <a:pt x="1652146" y="94831"/>
                  <a:pt x="1651094" y="97318"/>
                  <a:pt x="1648991" y="99318"/>
                </a:cubicBezTo>
                <a:cubicBezTo>
                  <a:pt x="1646889" y="101319"/>
                  <a:pt x="1643991" y="102319"/>
                  <a:pt x="1640298" y="102319"/>
                </a:cubicBezTo>
                <a:cubicBezTo>
                  <a:pt x="1636605" y="102319"/>
                  <a:pt x="1633708" y="101319"/>
                  <a:pt x="1631605" y="99318"/>
                </a:cubicBezTo>
                <a:cubicBezTo>
                  <a:pt x="1629502" y="97318"/>
                  <a:pt x="1628451" y="94831"/>
                  <a:pt x="1628451" y="91856"/>
                </a:cubicBezTo>
                <a:cubicBezTo>
                  <a:pt x="1628451" y="88881"/>
                  <a:pt x="1629502" y="86394"/>
                  <a:pt x="1631605" y="84394"/>
                </a:cubicBezTo>
                <a:cubicBezTo>
                  <a:pt x="1633708" y="82393"/>
                  <a:pt x="1636605" y="81393"/>
                  <a:pt x="1640298" y="81393"/>
                </a:cubicBezTo>
                <a:cubicBezTo>
                  <a:pt x="1643991" y="81393"/>
                  <a:pt x="1646889" y="82393"/>
                  <a:pt x="1648991" y="84394"/>
                </a:cubicBezTo>
                <a:cubicBezTo>
                  <a:pt x="1651094" y="86394"/>
                  <a:pt x="1652146" y="88881"/>
                  <a:pt x="1652146" y="91856"/>
                </a:cubicBezTo>
                <a:close/>
                <a:moveTo>
                  <a:pt x="1758771" y="32773"/>
                </a:moveTo>
                <a:cubicBezTo>
                  <a:pt x="1760668" y="31029"/>
                  <a:pt x="1762617" y="30157"/>
                  <a:pt x="1764617" y="30157"/>
                </a:cubicBezTo>
                <a:cubicBezTo>
                  <a:pt x="1766874" y="30157"/>
                  <a:pt x="1768733" y="30965"/>
                  <a:pt x="1770195" y="32580"/>
                </a:cubicBezTo>
                <a:cubicBezTo>
                  <a:pt x="1771657" y="34196"/>
                  <a:pt x="1772387" y="36876"/>
                  <a:pt x="1772387" y="40620"/>
                </a:cubicBezTo>
                <a:lnTo>
                  <a:pt x="1772387" y="50775"/>
                </a:lnTo>
                <a:cubicBezTo>
                  <a:pt x="1772387" y="54570"/>
                  <a:pt x="1771657" y="57263"/>
                  <a:pt x="1770195" y="58852"/>
                </a:cubicBezTo>
                <a:cubicBezTo>
                  <a:pt x="1768733" y="60442"/>
                  <a:pt x="1766823" y="61237"/>
                  <a:pt x="1764463" y="61237"/>
                </a:cubicBezTo>
                <a:cubicBezTo>
                  <a:pt x="1762309" y="61237"/>
                  <a:pt x="1760489" y="60622"/>
                  <a:pt x="1759001" y="59391"/>
                </a:cubicBezTo>
                <a:cubicBezTo>
                  <a:pt x="1757924" y="58468"/>
                  <a:pt x="1757078" y="56583"/>
                  <a:pt x="1756463" y="53737"/>
                </a:cubicBezTo>
                <a:cubicBezTo>
                  <a:pt x="1755847" y="50890"/>
                  <a:pt x="1754360" y="48774"/>
                  <a:pt x="1752001" y="47390"/>
                </a:cubicBezTo>
                <a:cubicBezTo>
                  <a:pt x="1747846" y="44928"/>
                  <a:pt x="1742538" y="43697"/>
                  <a:pt x="1736076" y="43697"/>
                </a:cubicBezTo>
                <a:cubicBezTo>
                  <a:pt x="1728639" y="43697"/>
                  <a:pt x="1722677" y="45865"/>
                  <a:pt x="1718189" y="50202"/>
                </a:cubicBezTo>
                <a:cubicBezTo>
                  <a:pt x="1713702" y="54538"/>
                  <a:pt x="1711458" y="60021"/>
                  <a:pt x="1711458" y="66651"/>
                </a:cubicBezTo>
                <a:cubicBezTo>
                  <a:pt x="1711458" y="72774"/>
                  <a:pt x="1713612" y="77608"/>
                  <a:pt x="1717920" y="81153"/>
                </a:cubicBezTo>
                <a:cubicBezTo>
                  <a:pt x="1722228" y="84698"/>
                  <a:pt x="1729383" y="86471"/>
                  <a:pt x="1739384" y="86471"/>
                </a:cubicBezTo>
                <a:cubicBezTo>
                  <a:pt x="1745949" y="86471"/>
                  <a:pt x="1751308" y="85810"/>
                  <a:pt x="1755463" y="84487"/>
                </a:cubicBezTo>
                <a:cubicBezTo>
                  <a:pt x="1757924" y="83673"/>
                  <a:pt x="1760258" y="82288"/>
                  <a:pt x="1762463" y="80331"/>
                </a:cubicBezTo>
                <a:cubicBezTo>
                  <a:pt x="1764669" y="78372"/>
                  <a:pt x="1766669" y="77393"/>
                  <a:pt x="1768464" y="77393"/>
                </a:cubicBezTo>
                <a:cubicBezTo>
                  <a:pt x="1770618" y="77393"/>
                  <a:pt x="1772477" y="78188"/>
                  <a:pt x="1774041" y="79778"/>
                </a:cubicBezTo>
                <a:cubicBezTo>
                  <a:pt x="1775606" y="81368"/>
                  <a:pt x="1776388" y="83240"/>
                  <a:pt x="1776388" y="85394"/>
                </a:cubicBezTo>
                <a:cubicBezTo>
                  <a:pt x="1776388" y="88881"/>
                  <a:pt x="1774003" y="92189"/>
                  <a:pt x="1769233" y="95318"/>
                </a:cubicBezTo>
                <a:cubicBezTo>
                  <a:pt x="1762156" y="99985"/>
                  <a:pt x="1751795" y="102319"/>
                  <a:pt x="1738153" y="102319"/>
                </a:cubicBezTo>
                <a:cubicBezTo>
                  <a:pt x="1725895" y="102319"/>
                  <a:pt x="1716356" y="99782"/>
                  <a:pt x="1709535" y="94710"/>
                </a:cubicBezTo>
                <a:cubicBezTo>
                  <a:pt x="1700303" y="87896"/>
                  <a:pt x="1695687" y="78572"/>
                  <a:pt x="1695687" y="66736"/>
                </a:cubicBezTo>
                <a:cubicBezTo>
                  <a:pt x="1695687" y="55516"/>
                  <a:pt x="1699431" y="46231"/>
                  <a:pt x="1706919" y="38879"/>
                </a:cubicBezTo>
                <a:cubicBezTo>
                  <a:pt x="1714407" y="31526"/>
                  <a:pt x="1724177" y="27849"/>
                  <a:pt x="1736230" y="27849"/>
                </a:cubicBezTo>
                <a:cubicBezTo>
                  <a:pt x="1740589" y="27849"/>
                  <a:pt x="1744641" y="28259"/>
                  <a:pt x="1748385" y="29080"/>
                </a:cubicBezTo>
                <a:cubicBezTo>
                  <a:pt x="1752129" y="29901"/>
                  <a:pt x="1755591" y="31132"/>
                  <a:pt x="1758771" y="32773"/>
                </a:cubicBezTo>
                <a:close/>
                <a:moveTo>
                  <a:pt x="1869242" y="66161"/>
                </a:moveTo>
                <a:cubicBezTo>
                  <a:pt x="1869242" y="72213"/>
                  <a:pt x="1867562" y="78072"/>
                  <a:pt x="1864203" y="83740"/>
                </a:cubicBezTo>
                <a:cubicBezTo>
                  <a:pt x="1860843" y="89407"/>
                  <a:pt x="1855843" y="93920"/>
                  <a:pt x="1849201" y="97280"/>
                </a:cubicBezTo>
                <a:cubicBezTo>
                  <a:pt x="1842559" y="100639"/>
                  <a:pt x="1835623" y="102319"/>
                  <a:pt x="1828391" y="102319"/>
                </a:cubicBezTo>
                <a:cubicBezTo>
                  <a:pt x="1821211" y="102319"/>
                  <a:pt x="1814338" y="100665"/>
                  <a:pt x="1807774" y="97357"/>
                </a:cubicBezTo>
                <a:cubicBezTo>
                  <a:pt x="1801209" y="94049"/>
                  <a:pt x="1796208" y="89548"/>
                  <a:pt x="1792772" y="83855"/>
                </a:cubicBezTo>
                <a:cubicBezTo>
                  <a:pt x="1789336" y="78162"/>
                  <a:pt x="1787618" y="72213"/>
                  <a:pt x="1787618" y="66007"/>
                </a:cubicBezTo>
                <a:cubicBezTo>
                  <a:pt x="1787618" y="59699"/>
                  <a:pt x="1789361" y="53506"/>
                  <a:pt x="1792849" y="47428"/>
                </a:cubicBezTo>
                <a:cubicBezTo>
                  <a:pt x="1796337" y="41351"/>
                  <a:pt x="1801350" y="36568"/>
                  <a:pt x="1807889" y="33080"/>
                </a:cubicBezTo>
                <a:cubicBezTo>
                  <a:pt x="1814428" y="29593"/>
                  <a:pt x="1821262" y="27849"/>
                  <a:pt x="1828391" y="27849"/>
                </a:cubicBezTo>
                <a:cubicBezTo>
                  <a:pt x="1835572" y="27849"/>
                  <a:pt x="1842483" y="29631"/>
                  <a:pt x="1849124" y="33196"/>
                </a:cubicBezTo>
                <a:cubicBezTo>
                  <a:pt x="1855766" y="36760"/>
                  <a:pt x="1860779" y="41556"/>
                  <a:pt x="1864164" y="47582"/>
                </a:cubicBezTo>
                <a:cubicBezTo>
                  <a:pt x="1867549" y="53608"/>
                  <a:pt x="1869242" y="59801"/>
                  <a:pt x="1869242" y="66161"/>
                </a:cubicBezTo>
                <a:moveTo>
                  <a:pt x="1853471" y="66233"/>
                </a:moveTo>
                <a:cubicBezTo>
                  <a:pt x="1853471" y="61175"/>
                  <a:pt x="1851650" y="56524"/>
                  <a:pt x="1848009" y="52282"/>
                </a:cubicBezTo>
                <a:cubicBezTo>
                  <a:pt x="1843034" y="46559"/>
                  <a:pt x="1836495" y="43697"/>
                  <a:pt x="1828391" y="43697"/>
                </a:cubicBezTo>
                <a:cubicBezTo>
                  <a:pt x="1821262" y="43697"/>
                  <a:pt x="1815313" y="45971"/>
                  <a:pt x="1810543" y="50520"/>
                </a:cubicBezTo>
                <a:cubicBezTo>
                  <a:pt x="1805773" y="55068"/>
                  <a:pt x="1803389" y="60332"/>
                  <a:pt x="1803389" y="66310"/>
                </a:cubicBezTo>
                <a:cubicBezTo>
                  <a:pt x="1803389" y="71216"/>
                  <a:pt x="1805799" y="75803"/>
                  <a:pt x="1810620" y="80071"/>
                </a:cubicBezTo>
                <a:cubicBezTo>
                  <a:pt x="1815441" y="84338"/>
                  <a:pt x="1821365" y="86471"/>
                  <a:pt x="1828391" y="86471"/>
                </a:cubicBezTo>
                <a:cubicBezTo>
                  <a:pt x="1835469" y="86471"/>
                  <a:pt x="1841418" y="84338"/>
                  <a:pt x="1846239" y="80071"/>
                </a:cubicBezTo>
                <a:cubicBezTo>
                  <a:pt x="1851060" y="75803"/>
                  <a:pt x="1853471" y="71190"/>
                  <a:pt x="1853471" y="66233"/>
                </a:cubicBezTo>
                <a:close/>
                <a:moveTo>
                  <a:pt x="1898012" y="30003"/>
                </a:moveTo>
                <a:lnTo>
                  <a:pt x="1898012" y="34465"/>
                </a:lnTo>
                <a:cubicBezTo>
                  <a:pt x="1900576" y="31894"/>
                  <a:pt x="1902897" y="30123"/>
                  <a:pt x="1904974" y="29152"/>
                </a:cubicBezTo>
                <a:cubicBezTo>
                  <a:pt x="1907051" y="28181"/>
                  <a:pt x="1909449" y="27695"/>
                  <a:pt x="1912167" y="27695"/>
                </a:cubicBezTo>
                <a:cubicBezTo>
                  <a:pt x="1914475" y="27695"/>
                  <a:pt x="1916757" y="28272"/>
                  <a:pt x="1919014" y="29426"/>
                </a:cubicBezTo>
                <a:cubicBezTo>
                  <a:pt x="1921271" y="30580"/>
                  <a:pt x="1923476" y="32311"/>
                  <a:pt x="1925630" y="34619"/>
                </a:cubicBezTo>
                <a:cubicBezTo>
                  <a:pt x="1928348" y="32337"/>
                  <a:pt x="1931105" y="30638"/>
                  <a:pt x="1933900" y="29522"/>
                </a:cubicBezTo>
                <a:cubicBezTo>
                  <a:pt x="1936695" y="28407"/>
                  <a:pt x="1939555" y="27849"/>
                  <a:pt x="1942478" y="27849"/>
                </a:cubicBezTo>
                <a:cubicBezTo>
                  <a:pt x="1948325" y="27849"/>
                  <a:pt x="1953069" y="29413"/>
                  <a:pt x="1956710" y="32542"/>
                </a:cubicBezTo>
                <a:cubicBezTo>
                  <a:pt x="1961531" y="36645"/>
                  <a:pt x="1963942" y="42030"/>
                  <a:pt x="1963942" y="48698"/>
                </a:cubicBezTo>
                <a:lnTo>
                  <a:pt x="1963942" y="84009"/>
                </a:lnTo>
                <a:cubicBezTo>
                  <a:pt x="1967224" y="84009"/>
                  <a:pt x="1969660" y="84740"/>
                  <a:pt x="1971250" y="86202"/>
                </a:cubicBezTo>
                <a:cubicBezTo>
                  <a:pt x="1972840" y="87663"/>
                  <a:pt x="1973635" y="89574"/>
                  <a:pt x="1973635" y="91933"/>
                </a:cubicBezTo>
                <a:cubicBezTo>
                  <a:pt x="1973635" y="94292"/>
                  <a:pt x="1972840" y="96203"/>
                  <a:pt x="1971250" y="97664"/>
                </a:cubicBezTo>
                <a:cubicBezTo>
                  <a:pt x="1969660" y="99126"/>
                  <a:pt x="1966968" y="99857"/>
                  <a:pt x="1963173" y="99857"/>
                </a:cubicBezTo>
                <a:lnTo>
                  <a:pt x="1948171" y="99857"/>
                </a:lnTo>
                <a:lnTo>
                  <a:pt x="1948171" y="50082"/>
                </a:lnTo>
                <a:cubicBezTo>
                  <a:pt x="1948171" y="47672"/>
                  <a:pt x="1947735" y="46005"/>
                  <a:pt x="1946863" y="45082"/>
                </a:cubicBezTo>
                <a:cubicBezTo>
                  <a:pt x="1945991" y="44159"/>
                  <a:pt x="1944658" y="43697"/>
                  <a:pt x="1942863" y="43697"/>
                </a:cubicBezTo>
                <a:cubicBezTo>
                  <a:pt x="1941119" y="43697"/>
                  <a:pt x="1939503" y="44151"/>
                  <a:pt x="1938016" y="45060"/>
                </a:cubicBezTo>
                <a:cubicBezTo>
                  <a:pt x="1936118" y="46323"/>
                  <a:pt x="1933810" y="48698"/>
                  <a:pt x="1931092" y="52183"/>
                </a:cubicBezTo>
                <a:lnTo>
                  <a:pt x="1931092" y="84009"/>
                </a:lnTo>
                <a:cubicBezTo>
                  <a:pt x="1934375" y="84009"/>
                  <a:pt x="1936811" y="84740"/>
                  <a:pt x="1938401" y="86202"/>
                </a:cubicBezTo>
                <a:cubicBezTo>
                  <a:pt x="1939991" y="87663"/>
                  <a:pt x="1940786" y="89574"/>
                  <a:pt x="1940786" y="91933"/>
                </a:cubicBezTo>
                <a:cubicBezTo>
                  <a:pt x="1940786" y="94292"/>
                  <a:pt x="1939991" y="96203"/>
                  <a:pt x="1938401" y="97664"/>
                </a:cubicBezTo>
                <a:cubicBezTo>
                  <a:pt x="1936811" y="99126"/>
                  <a:pt x="1934118" y="99857"/>
                  <a:pt x="1930323" y="99857"/>
                </a:cubicBezTo>
                <a:lnTo>
                  <a:pt x="1915321" y="99857"/>
                </a:lnTo>
                <a:lnTo>
                  <a:pt x="1915321" y="49945"/>
                </a:lnTo>
                <a:cubicBezTo>
                  <a:pt x="1915321" y="47580"/>
                  <a:pt x="1914873" y="45922"/>
                  <a:pt x="1913975" y="44971"/>
                </a:cubicBezTo>
                <a:cubicBezTo>
                  <a:pt x="1913078" y="44019"/>
                  <a:pt x="1911731" y="43543"/>
                  <a:pt x="1909936" y="43543"/>
                </a:cubicBezTo>
                <a:cubicBezTo>
                  <a:pt x="1908090" y="43543"/>
                  <a:pt x="1906269" y="44122"/>
                  <a:pt x="1904474" y="45279"/>
                </a:cubicBezTo>
                <a:cubicBezTo>
                  <a:pt x="1902679" y="46436"/>
                  <a:pt x="1900525" y="48738"/>
                  <a:pt x="1898012" y="52183"/>
                </a:cubicBezTo>
                <a:lnTo>
                  <a:pt x="1898012" y="84009"/>
                </a:lnTo>
                <a:cubicBezTo>
                  <a:pt x="1901294" y="84009"/>
                  <a:pt x="1903743" y="84740"/>
                  <a:pt x="1905359" y="86202"/>
                </a:cubicBezTo>
                <a:cubicBezTo>
                  <a:pt x="1906974" y="87663"/>
                  <a:pt x="1907782" y="89574"/>
                  <a:pt x="1907782" y="91933"/>
                </a:cubicBezTo>
                <a:cubicBezTo>
                  <a:pt x="1907782" y="94292"/>
                  <a:pt x="1906974" y="96203"/>
                  <a:pt x="1905359" y="97664"/>
                </a:cubicBezTo>
                <a:cubicBezTo>
                  <a:pt x="1903743" y="99126"/>
                  <a:pt x="1901038" y="99857"/>
                  <a:pt x="1897242" y="99857"/>
                </a:cubicBezTo>
                <a:lnTo>
                  <a:pt x="1883010" y="99857"/>
                </a:lnTo>
                <a:cubicBezTo>
                  <a:pt x="1879215" y="99857"/>
                  <a:pt x="1876509" y="99113"/>
                  <a:pt x="1874894" y="97626"/>
                </a:cubicBezTo>
                <a:cubicBezTo>
                  <a:pt x="1873278" y="96138"/>
                  <a:pt x="1872471" y="94215"/>
                  <a:pt x="1872471" y="91856"/>
                </a:cubicBezTo>
                <a:cubicBezTo>
                  <a:pt x="1872471" y="89497"/>
                  <a:pt x="1873266" y="87599"/>
                  <a:pt x="1874855" y="86163"/>
                </a:cubicBezTo>
                <a:cubicBezTo>
                  <a:pt x="1876445" y="84727"/>
                  <a:pt x="1878907" y="84009"/>
                  <a:pt x="1882241" y="84009"/>
                </a:cubicBezTo>
                <a:lnTo>
                  <a:pt x="1882241" y="45851"/>
                </a:lnTo>
                <a:cubicBezTo>
                  <a:pt x="1878907" y="45851"/>
                  <a:pt x="1876445" y="45107"/>
                  <a:pt x="1874855" y="43620"/>
                </a:cubicBezTo>
                <a:cubicBezTo>
                  <a:pt x="1873266" y="42133"/>
                  <a:pt x="1872471" y="40209"/>
                  <a:pt x="1872471" y="37850"/>
                </a:cubicBezTo>
                <a:cubicBezTo>
                  <a:pt x="1872471" y="35491"/>
                  <a:pt x="1873278" y="33593"/>
                  <a:pt x="1874894" y="32157"/>
                </a:cubicBezTo>
                <a:cubicBezTo>
                  <a:pt x="1876509" y="30721"/>
                  <a:pt x="1879215" y="30003"/>
                  <a:pt x="1883010" y="30003"/>
                </a:cubicBezTo>
                <a:lnTo>
                  <a:pt x="1898012" y="30003"/>
                </a:lnTo>
                <a:close/>
                <a:moveTo>
                  <a:pt x="2024485" y="63468"/>
                </a:moveTo>
                <a:cubicBezTo>
                  <a:pt x="2024177" y="66443"/>
                  <a:pt x="2023318" y="68610"/>
                  <a:pt x="2021908" y="69969"/>
                </a:cubicBezTo>
                <a:cubicBezTo>
                  <a:pt x="2020497" y="71328"/>
                  <a:pt x="2018715" y="72008"/>
                  <a:pt x="2016561" y="72008"/>
                </a:cubicBezTo>
                <a:cubicBezTo>
                  <a:pt x="2014253" y="72008"/>
                  <a:pt x="2012368" y="71200"/>
                  <a:pt x="2010907" y="69584"/>
                </a:cubicBezTo>
                <a:cubicBezTo>
                  <a:pt x="2009445" y="67969"/>
                  <a:pt x="2008714" y="65263"/>
                  <a:pt x="2008714" y="61468"/>
                </a:cubicBezTo>
                <a:lnTo>
                  <a:pt x="2008714" y="52621"/>
                </a:lnTo>
                <a:cubicBezTo>
                  <a:pt x="2021177" y="47851"/>
                  <a:pt x="2028691" y="44184"/>
                  <a:pt x="2031255" y="41620"/>
                </a:cubicBezTo>
                <a:cubicBezTo>
                  <a:pt x="2033819" y="39055"/>
                  <a:pt x="2035102" y="36440"/>
                  <a:pt x="2035102" y="33773"/>
                </a:cubicBezTo>
                <a:cubicBezTo>
                  <a:pt x="2035102" y="30029"/>
                  <a:pt x="2033601" y="26798"/>
                  <a:pt x="2030601" y="24080"/>
                </a:cubicBezTo>
                <a:cubicBezTo>
                  <a:pt x="2027601" y="21361"/>
                  <a:pt x="2023357" y="20002"/>
                  <a:pt x="2017869" y="20002"/>
                </a:cubicBezTo>
                <a:cubicBezTo>
                  <a:pt x="2012073" y="20002"/>
                  <a:pt x="2006483" y="21336"/>
                  <a:pt x="2001098" y="24003"/>
                </a:cubicBezTo>
                <a:lnTo>
                  <a:pt x="2001098" y="26311"/>
                </a:lnTo>
                <a:cubicBezTo>
                  <a:pt x="2001098" y="30055"/>
                  <a:pt x="2000367" y="32734"/>
                  <a:pt x="1998905" y="34350"/>
                </a:cubicBezTo>
                <a:cubicBezTo>
                  <a:pt x="1997444" y="35965"/>
                  <a:pt x="1995533" y="36773"/>
                  <a:pt x="1993174" y="36773"/>
                </a:cubicBezTo>
                <a:cubicBezTo>
                  <a:pt x="1990866" y="36773"/>
                  <a:pt x="1988981" y="35976"/>
                  <a:pt x="1987520" y="34381"/>
                </a:cubicBezTo>
                <a:cubicBezTo>
                  <a:pt x="1986058" y="32785"/>
                  <a:pt x="1985327" y="30083"/>
                  <a:pt x="1985327" y="26277"/>
                </a:cubicBezTo>
                <a:lnTo>
                  <a:pt x="1985327" y="13540"/>
                </a:lnTo>
                <a:cubicBezTo>
                  <a:pt x="1993379" y="9745"/>
                  <a:pt x="1999636" y="7232"/>
                  <a:pt x="2004098" y="6001"/>
                </a:cubicBezTo>
                <a:cubicBezTo>
                  <a:pt x="2008560" y="4770"/>
                  <a:pt x="2013176" y="4154"/>
                  <a:pt x="2017946" y="4154"/>
                </a:cubicBezTo>
                <a:cubicBezTo>
                  <a:pt x="2027896" y="4154"/>
                  <a:pt x="2035871" y="7030"/>
                  <a:pt x="2041872" y="12783"/>
                </a:cubicBezTo>
                <a:cubicBezTo>
                  <a:pt x="2047872" y="18533"/>
                  <a:pt x="2050872" y="25748"/>
                  <a:pt x="2050872" y="34427"/>
                </a:cubicBezTo>
                <a:cubicBezTo>
                  <a:pt x="2050872" y="40589"/>
                  <a:pt x="2049065" y="45828"/>
                  <a:pt x="2045449" y="50142"/>
                </a:cubicBezTo>
                <a:cubicBezTo>
                  <a:pt x="2041833" y="54455"/>
                  <a:pt x="2034845" y="58897"/>
                  <a:pt x="2024485" y="63468"/>
                </a:cubicBezTo>
                <a:moveTo>
                  <a:pt x="2027793" y="94010"/>
                </a:moveTo>
                <a:cubicBezTo>
                  <a:pt x="2027793" y="96421"/>
                  <a:pt x="2026934" y="98382"/>
                  <a:pt x="2025216" y="99895"/>
                </a:cubicBezTo>
                <a:cubicBezTo>
                  <a:pt x="2023498" y="101408"/>
                  <a:pt x="2020638" y="102165"/>
                  <a:pt x="2016638" y="102165"/>
                </a:cubicBezTo>
                <a:cubicBezTo>
                  <a:pt x="2012638" y="102165"/>
                  <a:pt x="2009778" y="101408"/>
                  <a:pt x="2008060" y="99895"/>
                </a:cubicBezTo>
                <a:cubicBezTo>
                  <a:pt x="2006342" y="98382"/>
                  <a:pt x="2005483" y="96421"/>
                  <a:pt x="2005483" y="94010"/>
                </a:cubicBezTo>
                <a:cubicBezTo>
                  <a:pt x="2005483" y="91600"/>
                  <a:pt x="2006329" y="89638"/>
                  <a:pt x="2008022" y="88125"/>
                </a:cubicBezTo>
                <a:cubicBezTo>
                  <a:pt x="2009714" y="86612"/>
                  <a:pt x="2012586" y="85855"/>
                  <a:pt x="2016638" y="85855"/>
                </a:cubicBezTo>
                <a:cubicBezTo>
                  <a:pt x="2020638" y="85855"/>
                  <a:pt x="2023498" y="86612"/>
                  <a:pt x="2025216" y="88125"/>
                </a:cubicBezTo>
                <a:cubicBezTo>
                  <a:pt x="2026934" y="89638"/>
                  <a:pt x="2027793" y="91600"/>
                  <a:pt x="2027793" y="9401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673c41a784839"/>
          <a:stretch xmlns:a="http://schemas.openxmlformats.org/drawingml/2006/main"/>
        </p:blipFill>
        <p:spPr>
          <a:xfrm xmlns:a="http://schemas.openxmlformats.org/drawingml/2006/main">
            <a:off x="228913" y="2572619"/>
            <a:ext cx="307016" cy="307016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5288a8faf46d4"/>
          <a:stretch xmlns:a="http://schemas.openxmlformats.org/drawingml/2006/main"/>
        </p:blipFill>
        <p:spPr>
          <a:xfrm xmlns:a="http://schemas.openxmlformats.org/drawingml/2006/main">
            <a:off x="2918598" y="3049765"/>
            <a:ext cx="295562" cy="295562"/>
          </a:xfrm>
          <a:prstGeom xmlns:a="http://schemas.openxmlformats.org/drawingml/2006/main" prst="rect">
            <a:avLst/>
          </a:prstGeom>
        </p:spPr>
      </p:pic>
      <p:sp>
        <p:nvSpPr>
          <p:cNvPr id="62" name="Text ❺Hitcache,OR,">
            <a:extLst xmlns:a="http://schemas.openxmlformats.org/drawingml/2006/main">
              <a:ext uri="{FF2B5EF4-FFF2-40B4-BE49-F238E27FC236}">
                <a16:creationId xmlns:a16="http://schemas.microsoft.com/office/drawing/2014/main" id="{281CE509-D976-49B9-B99A-0923E85C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458" y="3136021"/>
            <a:ext cx="1258636" cy="161960"/>
          </a:xfrm>
          <a:custGeom xmlns:a="http://schemas.openxmlformats.org/drawingml/2006/main">
            <a:pathLst>
              <a:path w="1258636" h="161960">
                <a:moveTo>
                  <a:pt x="72197" y="1289"/>
                </a:moveTo>
                <a:cubicBezTo>
                  <a:pt x="95404" y="0"/>
                  <a:pt x="114742" y="6446"/>
                  <a:pt x="130213" y="20628"/>
                </a:cubicBezTo>
                <a:cubicBezTo>
                  <a:pt x="146973" y="35669"/>
                  <a:pt x="155783" y="53288"/>
                  <a:pt x="156642" y="73487"/>
                </a:cubicBezTo>
                <a:cubicBezTo>
                  <a:pt x="157932" y="97982"/>
                  <a:pt x="150411" y="118395"/>
                  <a:pt x="134081" y="134725"/>
                </a:cubicBezTo>
                <a:cubicBezTo>
                  <a:pt x="119899" y="148907"/>
                  <a:pt x="103354" y="156427"/>
                  <a:pt x="84445" y="157287"/>
                </a:cubicBezTo>
                <a:cubicBezTo>
                  <a:pt x="59950" y="158576"/>
                  <a:pt x="39537" y="151056"/>
                  <a:pt x="23206" y="134725"/>
                </a:cubicBezTo>
                <a:cubicBezTo>
                  <a:pt x="7735" y="119254"/>
                  <a:pt x="0" y="100775"/>
                  <a:pt x="0" y="79288"/>
                </a:cubicBezTo>
                <a:cubicBezTo>
                  <a:pt x="0" y="60379"/>
                  <a:pt x="6016" y="43834"/>
                  <a:pt x="18049" y="29652"/>
                </a:cubicBezTo>
                <a:cubicBezTo>
                  <a:pt x="32661" y="12033"/>
                  <a:pt x="50710" y="2578"/>
                  <a:pt x="72197" y="1289"/>
                </a:cubicBezTo>
                <a:moveTo>
                  <a:pt x="74776" y="135370"/>
                </a:moveTo>
                <a:cubicBezTo>
                  <a:pt x="85090" y="135370"/>
                  <a:pt x="93685" y="133006"/>
                  <a:pt x="100561" y="128279"/>
                </a:cubicBezTo>
                <a:cubicBezTo>
                  <a:pt x="109585" y="122692"/>
                  <a:pt x="114312" y="114097"/>
                  <a:pt x="114742" y="102494"/>
                </a:cubicBezTo>
                <a:cubicBezTo>
                  <a:pt x="115602" y="89602"/>
                  <a:pt x="112379" y="79718"/>
                  <a:pt x="105073" y="72842"/>
                </a:cubicBezTo>
                <a:cubicBezTo>
                  <a:pt x="99056" y="66825"/>
                  <a:pt x="91321" y="63817"/>
                  <a:pt x="81867" y="63817"/>
                </a:cubicBezTo>
                <a:cubicBezTo>
                  <a:pt x="72842" y="63817"/>
                  <a:pt x="64677" y="66611"/>
                  <a:pt x="57371" y="72197"/>
                </a:cubicBezTo>
                <a:lnTo>
                  <a:pt x="59305" y="44479"/>
                </a:lnTo>
                <a:lnTo>
                  <a:pt x="94759" y="44479"/>
                </a:lnTo>
                <a:cubicBezTo>
                  <a:pt x="99916" y="44479"/>
                  <a:pt x="103354" y="43619"/>
                  <a:pt x="105073" y="41900"/>
                </a:cubicBezTo>
                <a:cubicBezTo>
                  <a:pt x="108511" y="39322"/>
                  <a:pt x="110230" y="33950"/>
                  <a:pt x="110230" y="25785"/>
                </a:cubicBezTo>
                <a:lnTo>
                  <a:pt x="50280" y="25785"/>
                </a:lnTo>
                <a:lnTo>
                  <a:pt x="45768" y="83800"/>
                </a:lnTo>
                <a:lnTo>
                  <a:pt x="56082" y="84445"/>
                </a:lnTo>
                <a:cubicBezTo>
                  <a:pt x="59950" y="78858"/>
                  <a:pt x="65751" y="76065"/>
                  <a:pt x="73487" y="76065"/>
                </a:cubicBezTo>
                <a:cubicBezTo>
                  <a:pt x="78214" y="76065"/>
                  <a:pt x="82081" y="77784"/>
                  <a:pt x="85090" y="81222"/>
                </a:cubicBezTo>
                <a:cubicBezTo>
                  <a:pt x="89387" y="85519"/>
                  <a:pt x="91536" y="91751"/>
                  <a:pt x="91536" y="99916"/>
                </a:cubicBezTo>
                <a:cubicBezTo>
                  <a:pt x="91536" y="108511"/>
                  <a:pt x="89817" y="114957"/>
                  <a:pt x="86379" y="119254"/>
                </a:cubicBezTo>
                <a:cubicBezTo>
                  <a:pt x="82941" y="123982"/>
                  <a:pt x="78643" y="126345"/>
                  <a:pt x="73487" y="126345"/>
                </a:cubicBezTo>
                <a:cubicBezTo>
                  <a:pt x="68759" y="126775"/>
                  <a:pt x="64462" y="125056"/>
                  <a:pt x="60594" y="121188"/>
                </a:cubicBezTo>
                <a:cubicBezTo>
                  <a:pt x="64032" y="119040"/>
                  <a:pt x="65536" y="115602"/>
                  <a:pt x="65106" y="110874"/>
                </a:cubicBezTo>
                <a:cubicBezTo>
                  <a:pt x="65106" y="102709"/>
                  <a:pt x="60379" y="99271"/>
                  <a:pt x="50925" y="100561"/>
                </a:cubicBezTo>
                <a:cubicBezTo>
                  <a:pt x="44908" y="101420"/>
                  <a:pt x="41685" y="104858"/>
                  <a:pt x="41256" y="110874"/>
                </a:cubicBezTo>
                <a:cubicBezTo>
                  <a:pt x="40826" y="117750"/>
                  <a:pt x="44049" y="123552"/>
                  <a:pt x="50925" y="128279"/>
                </a:cubicBezTo>
                <a:cubicBezTo>
                  <a:pt x="58231" y="133006"/>
                  <a:pt x="66181" y="135370"/>
                  <a:pt x="74776" y="135370"/>
                </a:cubicBezTo>
                <a:close/>
                <a:moveTo>
                  <a:pt x="219172" y="138593"/>
                </a:moveTo>
                <a:lnTo>
                  <a:pt x="219172" y="20467"/>
                </a:lnTo>
                <a:lnTo>
                  <a:pt x="234804" y="20467"/>
                </a:lnTo>
                <a:lnTo>
                  <a:pt x="234804" y="68974"/>
                </a:lnTo>
                <a:lnTo>
                  <a:pt x="296204" y="68974"/>
                </a:lnTo>
                <a:lnTo>
                  <a:pt x="296204" y="20467"/>
                </a:lnTo>
                <a:lnTo>
                  <a:pt x="311836" y="20467"/>
                </a:lnTo>
                <a:lnTo>
                  <a:pt x="311836" y="138593"/>
                </a:lnTo>
                <a:lnTo>
                  <a:pt x="296204" y="138593"/>
                </a:lnTo>
                <a:lnTo>
                  <a:pt x="296204" y="82914"/>
                </a:lnTo>
                <a:lnTo>
                  <a:pt x="234804" y="82914"/>
                </a:lnTo>
                <a:lnTo>
                  <a:pt x="234804" y="138593"/>
                </a:lnTo>
                <a:lnTo>
                  <a:pt x="219172" y="138593"/>
                </a:lnTo>
                <a:close/>
                <a:moveTo>
                  <a:pt x="335642" y="37227"/>
                </a:moveTo>
                <a:lnTo>
                  <a:pt x="335642" y="20467"/>
                </a:lnTo>
                <a:lnTo>
                  <a:pt x="350146" y="20467"/>
                </a:lnTo>
                <a:lnTo>
                  <a:pt x="350146" y="37227"/>
                </a:lnTo>
                <a:lnTo>
                  <a:pt x="335642" y="37227"/>
                </a:lnTo>
                <a:moveTo>
                  <a:pt x="335642" y="138593"/>
                </a:moveTo>
                <a:lnTo>
                  <a:pt x="335642" y="53020"/>
                </a:lnTo>
                <a:lnTo>
                  <a:pt x="350146" y="53020"/>
                </a:lnTo>
                <a:lnTo>
                  <a:pt x="350146" y="138593"/>
                </a:lnTo>
                <a:lnTo>
                  <a:pt x="335642" y="138593"/>
                </a:lnTo>
                <a:close/>
                <a:moveTo>
                  <a:pt x="403817" y="125781"/>
                </a:moveTo>
                <a:lnTo>
                  <a:pt x="405912" y="138593"/>
                </a:lnTo>
                <a:cubicBezTo>
                  <a:pt x="401830" y="139345"/>
                  <a:pt x="398177" y="139721"/>
                  <a:pt x="394954" y="139721"/>
                </a:cubicBezTo>
                <a:cubicBezTo>
                  <a:pt x="389689" y="139721"/>
                  <a:pt x="385607" y="138888"/>
                  <a:pt x="382706" y="137223"/>
                </a:cubicBezTo>
                <a:cubicBezTo>
                  <a:pt x="379805" y="135558"/>
                  <a:pt x="377764" y="133369"/>
                  <a:pt x="376582" y="130656"/>
                </a:cubicBezTo>
                <a:cubicBezTo>
                  <a:pt x="375400" y="127943"/>
                  <a:pt x="374809" y="122236"/>
                  <a:pt x="374809" y="113533"/>
                </a:cubicBezTo>
                <a:lnTo>
                  <a:pt x="374809" y="64301"/>
                </a:lnTo>
                <a:lnTo>
                  <a:pt x="364173" y="64301"/>
                </a:lnTo>
                <a:lnTo>
                  <a:pt x="364173" y="53020"/>
                </a:lnTo>
                <a:lnTo>
                  <a:pt x="374809" y="53020"/>
                </a:lnTo>
                <a:lnTo>
                  <a:pt x="374809" y="31770"/>
                </a:lnTo>
                <a:lnTo>
                  <a:pt x="389233" y="23045"/>
                </a:lnTo>
                <a:lnTo>
                  <a:pt x="389233" y="53020"/>
                </a:lnTo>
                <a:lnTo>
                  <a:pt x="403817" y="53020"/>
                </a:lnTo>
                <a:lnTo>
                  <a:pt x="403817" y="64301"/>
                </a:lnTo>
                <a:lnTo>
                  <a:pt x="389233" y="64301"/>
                </a:lnTo>
                <a:lnTo>
                  <a:pt x="389233" y="114339"/>
                </a:lnTo>
                <a:cubicBezTo>
                  <a:pt x="389233" y="118476"/>
                  <a:pt x="389488" y="121135"/>
                  <a:pt x="389998" y="122316"/>
                </a:cubicBezTo>
                <a:cubicBezTo>
                  <a:pt x="390509" y="123498"/>
                  <a:pt x="391341" y="124438"/>
                  <a:pt x="392496" y="125137"/>
                </a:cubicBezTo>
                <a:cubicBezTo>
                  <a:pt x="393651" y="125835"/>
                  <a:pt x="395303" y="126184"/>
                  <a:pt x="397452" y="126184"/>
                </a:cubicBezTo>
                <a:cubicBezTo>
                  <a:pt x="399063" y="126184"/>
                  <a:pt x="401185" y="126050"/>
                  <a:pt x="403817" y="125781"/>
                </a:cubicBezTo>
                <a:close/>
                <a:moveTo>
                  <a:pt x="519088" y="107168"/>
                </a:moveTo>
                <a:lnTo>
                  <a:pt x="533351" y="109021"/>
                </a:lnTo>
                <a:cubicBezTo>
                  <a:pt x="531793" y="118877"/>
                  <a:pt x="527804" y="126592"/>
                  <a:pt x="521385" y="132167"/>
                </a:cubicBezTo>
                <a:cubicBezTo>
                  <a:pt x="514966" y="137740"/>
                  <a:pt x="507082" y="140527"/>
                  <a:pt x="497735" y="140527"/>
                </a:cubicBezTo>
                <a:cubicBezTo>
                  <a:pt x="486025" y="140527"/>
                  <a:pt x="476611" y="136699"/>
                  <a:pt x="469493" y="129045"/>
                </a:cubicBezTo>
                <a:cubicBezTo>
                  <a:pt x="462375" y="121390"/>
                  <a:pt x="458817" y="110418"/>
                  <a:pt x="458817" y="96129"/>
                </a:cubicBezTo>
                <a:cubicBezTo>
                  <a:pt x="458817" y="86889"/>
                  <a:pt x="460348" y="78805"/>
                  <a:pt x="463410" y="71875"/>
                </a:cubicBezTo>
                <a:cubicBezTo>
                  <a:pt x="466471" y="64945"/>
                  <a:pt x="471132" y="59748"/>
                  <a:pt x="477390" y="56283"/>
                </a:cubicBezTo>
                <a:cubicBezTo>
                  <a:pt x="483648" y="52818"/>
                  <a:pt x="490457" y="51086"/>
                  <a:pt x="497816" y="51086"/>
                </a:cubicBezTo>
                <a:cubicBezTo>
                  <a:pt x="507109" y="51086"/>
                  <a:pt x="514710" y="53444"/>
                  <a:pt x="520619" y="58159"/>
                </a:cubicBezTo>
                <a:cubicBezTo>
                  <a:pt x="526528" y="62873"/>
                  <a:pt x="530316" y="69567"/>
                  <a:pt x="531981" y="78241"/>
                </a:cubicBezTo>
                <a:lnTo>
                  <a:pt x="517880" y="80416"/>
                </a:lnTo>
                <a:cubicBezTo>
                  <a:pt x="516537" y="74695"/>
                  <a:pt x="514160" y="70391"/>
                  <a:pt x="510749" y="67504"/>
                </a:cubicBezTo>
                <a:cubicBezTo>
                  <a:pt x="507338" y="64616"/>
                  <a:pt x="503215" y="63173"/>
                  <a:pt x="498380" y="63173"/>
                </a:cubicBezTo>
                <a:cubicBezTo>
                  <a:pt x="491074" y="63173"/>
                  <a:pt x="485139" y="65779"/>
                  <a:pt x="480573" y="70991"/>
                </a:cubicBezTo>
                <a:cubicBezTo>
                  <a:pt x="476006" y="76202"/>
                  <a:pt x="473723" y="84447"/>
                  <a:pt x="473723" y="95726"/>
                </a:cubicBezTo>
                <a:cubicBezTo>
                  <a:pt x="473723" y="107166"/>
                  <a:pt x="475926" y="115479"/>
                  <a:pt x="480331" y="120665"/>
                </a:cubicBezTo>
                <a:cubicBezTo>
                  <a:pt x="484736" y="125848"/>
                  <a:pt x="490484" y="128440"/>
                  <a:pt x="497574" y="128440"/>
                </a:cubicBezTo>
                <a:cubicBezTo>
                  <a:pt x="503268" y="128440"/>
                  <a:pt x="508023" y="126701"/>
                  <a:pt x="511837" y="123223"/>
                </a:cubicBezTo>
                <a:cubicBezTo>
                  <a:pt x="515651" y="119745"/>
                  <a:pt x="518068" y="114393"/>
                  <a:pt x="519088" y="107168"/>
                </a:cubicBezTo>
                <a:close/>
                <a:moveTo>
                  <a:pt x="601226" y="128027"/>
                </a:moveTo>
                <a:cubicBezTo>
                  <a:pt x="595855" y="132597"/>
                  <a:pt x="590684" y="135822"/>
                  <a:pt x="585715" y="137704"/>
                </a:cubicBezTo>
                <a:cubicBezTo>
                  <a:pt x="580746" y="139586"/>
                  <a:pt x="575415" y="140527"/>
                  <a:pt x="569721" y="140527"/>
                </a:cubicBezTo>
                <a:cubicBezTo>
                  <a:pt x="560320" y="140527"/>
                  <a:pt x="553095" y="138229"/>
                  <a:pt x="548045" y="133632"/>
                </a:cubicBezTo>
                <a:cubicBezTo>
                  <a:pt x="542996" y="129036"/>
                  <a:pt x="540471" y="123163"/>
                  <a:pt x="540471" y="116014"/>
                </a:cubicBezTo>
                <a:cubicBezTo>
                  <a:pt x="540471" y="111822"/>
                  <a:pt x="541425" y="107993"/>
                  <a:pt x="543332" y="104526"/>
                </a:cubicBezTo>
                <a:cubicBezTo>
                  <a:pt x="545239" y="101058"/>
                  <a:pt x="547737" y="98276"/>
                  <a:pt x="550825" y="96179"/>
                </a:cubicBezTo>
                <a:cubicBezTo>
                  <a:pt x="553914" y="94082"/>
                  <a:pt x="557392" y="92497"/>
                  <a:pt x="561260" y="91423"/>
                </a:cubicBezTo>
                <a:cubicBezTo>
                  <a:pt x="564107" y="90669"/>
                  <a:pt x="568405" y="89943"/>
                  <a:pt x="574152" y="89244"/>
                </a:cubicBezTo>
                <a:cubicBezTo>
                  <a:pt x="585863" y="87858"/>
                  <a:pt x="594485" y="86204"/>
                  <a:pt x="600018" y="84284"/>
                </a:cubicBezTo>
                <a:cubicBezTo>
                  <a:pt x="600072" y="82305"/>
                  <a:pt x="600098" y="81047"/>
                  <a:pt x="600098" y="80512"/>
                </a:cubicBezTo>
                <a:cubicBezTo>
                  <a:pt x="600098" y="74625"/>
                  <a:pt x="598729" y="70477"/>
                  <a:pt x="595989" y="68070"/>
                </a:cubicBezTo>
                <a:cubicBezTo>
                  <a:pt x="592282" y="64805"/>
                  <a:pt x="586776" y="63173"/>
                  <a:pt x="579471" y="63173"/>
                </a:cubicBezTo>
                <a:cubicBezTo>
                  <a:pt x="572648" y="63173"/>
                  <a:pt x="567612" y="64368"/>
                  <a:pt x="564362" y="66758"/>
                </a:cubicBezTo>
                <a:cubicBezTo>
                  <a:pt x="561112" y="69149"/>
                  <a:pt x="558708" y="73379"/>
                  <a:pt x="557151" y="79449"/>
                </a:cubicBezTo>
                <a:lnTo>
                  <a:pt x="542969" y="77515"/>
                </a:lnTo>
                <a:cubicBezTo>
                  <a:pt x="544258" y="71427"/>
                  <a:pt x="546380" y="66510"/>
                  <a:pt x="549335" y="62765"/>
                </a:cubicBezTo>
                <a:cubicBezTo>
                  <a:pt x="552289" y="59020"/>
                  <a:pt x="556560" y="56137"/>
                  <a:pt x="562146" y="54118"/>
                </a:cubicBezTo>
                <a:cubicBezTo>
                  <a:pt x="567733" y="52097"/>
                  <a:pt x="574206" y="51086"/>
                  <a:pt x="581566" y="51086"/>
                </a:cubicBezTo>
                <a:cubicBezTo>
                  <a:pt x="588871" y="51086"/>
                  <a:pt x="594807" y="51946"/>
                  <a:pt x="599373" y="53665"/>
                </a:cubicBezTo>
                <a:cubicBezTo>
                  <a:pt x="603939" y="55383"/>
                  <a:pt x="607297" y="57546"/>
                  <a:pt x="609445" y="60151"/>
                </a:cubicBezTo>
                <a:cubicBezTo>
                  <a:pt x="611594" y="62756"/>
                  <a:pt x="613098" y="66047"/>
                  <a:pt x="613958" y="70022"/>
                </a:cubicBezTo>
                <a:cubicBezTo>
                  <a:pt x="614441" y="72493"/>
                  <a:pt x="614683" y="76951"/>
                  <a:pt x="614683" y="83398"/>
                </a:cubicBezTo>
                <a:lnTo>
                  <a:pt x="614683" y="102736"/>
                </a:lnTo>
                <a:cubicBezTo>
                  <a:pt x="614683" y="116219"/>
                  <a:pt x="614992" y="124747"/>
                  <a:pt x="615610" y="128319"/>
                </a:cubicBezTo>
                <a:cubicBezTo>
                  <a:pt x="616227" y="131892"/>
                  <a:pt x="617449" y="135316"/>
                  <a:pt x="619276" y="138593"/>
                </a:cubicBezTo>
                <a:lnTo>
                  <a:pt x="604127" y="138593"/>
                </a:lnTo>
                <a:cubicBezTo>
                  <a:pt x="602623" y="135581"/>
                  <a:pt x="601656" y="132060"/>
                  <a:pt x="601226" y="128027"/>
                </a:cubicBezTo>
                <a:moveTo>
                  <a:pt x="600018" y="95565"/>
                </a:moveTo>
                <a:cubicBezTo>
                  <a:pt x="594753" y="97732"/>
                  <a:pt x="586857" y="99573"/>
                  <a:pt x="576328" y="101089"/>
                </a:cubicBezTo>
                <a:cubicBezTo>
                  <a:pt x="570365" y="101952"/>
                  <a:pt x="566148" y="102923"/>
                  <a:pt x="563677" y="104003"/>
                </a:cubicBezTo>
                <a:cubicBezTo>
                  <a:pt x="561206" y="105080"/>
                  <a:pt x="559299" y="106658"/>
                  <a:pt x="557956" y="108737"/>
                </a:cubicBezTo>
                <a:cubicBezTo>
                  <a:pt x="556613" y="110813"/>
                  <a:pt x="555942" y="113119"/>
                  <a:pt x="555942" y="115654"/>
                </a:cubicBezTo>
                <a:cubicBezTo>
                  <a:pt x="555942" y="119536"/>
                  <a:pt x="557406" y="122773"/>
                  <a:pt x="560333" y="125363"/>
                </a:cubicBezTo>
                <a:cubicBezTo>
                  <a:pt x="563261" y="127952"/>
                  <a:pt x="567545" y="129246"/>
                  <a:pt x="573186" y="129246"/>
                </a:cubicBezTo>
                <a:cubicBezTo>
                  <a:pt x="578772" y="129246"/>
                  <a:pt x="583741" y="128018"/>
                  <a:pt x="588092" y="125562"/>
                </a:cubicBezTo>
                <a:cubicBezTo>
                  <a:pt x="592444" y="123106"/>
                  <a:pt x="595640" y="119746"/>
                  <a:pt x="597681" y="115482"/>
                </a:cubicBezTo>
                <a:cubicBezTo>
                  <a:pt x="599239" y="112189"/>
                  <a:pt x="600018" y="107331"/>
                  <a:pt x="600018" y="100908"/>
                </a:cubicBezTo>
                <a:lnTo>
                  <a:pt x="600018" y="95565"/>
                </a:lnTo>
                <a:close/>
                <a:moveTo>
                  <a:pt x="692325" y="107168"/>
                </a:moveTo>
                <a:lnTo>
                  <a:pt x="706587" y="109021"/>
                </a:lnTo>
                <a:cubicBezTo>
                  <a:pt x="705029" y="118877"/>
                  <a:pt x="701041" y="126592"/>
                  <a:pt x="694621" y="132167"/>
                </a:cubicBezTo>
                <a:cubicBezTo>
                  <a:pt x="688202" y="137740"/>
                  <a:pt x="680319" y="140527"/>
                  <a:pt x="670972" y="140527"/>
                </a:cubicBezTo>
                <a:cubicBezTo>
                  <a:pt x="659261" y="140527"/>
                  <a:pt x="649847" y="136699"/>
                  <a:pt x="642730" y="129045"/>
                </a:cubicBezTo>
                <a:cubicBezTo>
                  <a:pt x="635612" y="121390"/>
                  <a:pt x="632053" y="110418"/>
                  <a:pt x="632053" y="96129"/>
                </a:cubicBezTo>
                <a:cubicBezTo>
                  <a:pt x="632053" y="86889"/>
                  <a:pt x="633584" y="78805"/>
                  <a:pt x="636646" y="71875"/>
                </a:cubicBezTo>
                <a:cubicBezTo>
                  <a:pt x="639708" y="64945"/>
                  <a:pt x="644368" y="59748"/>
                  <a:pt x="650626" y="56283"/>
                </a:cubicBezTo>
                <a:cubicBezTo>
                  <a:pt x="656884" y="52818"/>
                  <a:pt x="663693" y="51086"/>
                  <a:pt x="671053" y="51086"/>
                </a:cubicBezTo>
                <a:cubicBezTo>
                  <a:pt x="680346" y="51086"/>
                  <a:pt x="687947" y="53444"/>
                  <a:pt x="693856" y="58159"/>
                </a:cubicBezTo>
                <a:cubicBezTo>
                  <a:pt x="699765" y="62873"/>
                  <a:pt x="703552" y="69567"/>
                  <a:pt x="705217" y="78241"/>
                </a:cubicBezTo>
                <a:lnTo>
                  <a:pt x="691116" y="80416"/>
                </a:lnTo>
                <a:cubicBezTo>
                  <a:pt x="689773" y="74695"/>
                  <a:pt x="687396" y="70391"/>
                  <a:pt x="683985" y="67504"/>
                </a:cubicBezTo>
                <a:cubicBezTo>
                  <a:pt x="680574" y="64616"/>
                  <a:pt x="676451" y="63173"/>
                  <a:pt x="671617" y="63173"/>
                </a:cubicBezTo>
                <a:cubicBezTo>
                  <a:pt x="664311" y="63173"/>
                  <a:pt x="658375" y="65779"/>
                  <a:pt x="653809" y="70991"/>
                </a:cubicBezTo>
                <a:cubicBezTo>
                  <a:pt x="649243" y="76202"/>
                  <a:pt x="646960" y="84447"/>
                  <a:pt x="646960" y="95726"/>
                </a:cubicBezTo>
                <a:cubicBezTo>
                  <a:pt x="646960" y="107166"/>
                  <a:pt x="649162" y="115479"/>
                  <a:pt x="653567" y="120665"/>
                </a:cubicBezTo>
                <a:cubicBezTo>
                  <a:pt x="657972" y="125848"/>
                  <a:pt x="663720" y="128440"/>
                  <a:pt x="670811" y="128440"/>
                </a:cubicBezTo>
                <a:cubicBezTo>
                  <a:pt x="676505" y="128440"/>
                  <a:pt x="681259" y="126701"/>
                  <a:pt x="685073" y="123223"/>
                </a:cubicBezTo>
                <a:cubicBezTo>
                  <a:pt x="688887" y="119745"/>
                  <a:pt x="691304" y="114393"/>
                  <a:pt x="692325" y="107168"/>
                </a:cubicBezTo>
                <a:close/>
                <a:moveTo>
                  <a:pt x="718623" y="138593"/>
                </a:moveTo>
                <a:lnTo>
                  <a:pt x="718623" y="20467"/>
                </a:lnTo>
                <a:lnTo>
                  <a:pt x="733127" y="20467"/>
                </a:lnTo>
                <a:lnTo>
                  <a:pt x="733127" y="62850"/>
                </a:lnTo>
                <a:cubicBezTo>
                  <a:pt x="739895" y="55007"/>
                  <a:pt x="748436" y="51086"/>
                  <a:pt x="758750" y="51086"/>
                </a:cubicBezTo>
                <a:cubicBezTo>
                  <a:pt x="765089" y="51086"/>
                  <a:pt x="770595" y="52335"/>
                  <a:pt x="775269" y="54833"/>
                </a:cubicBezTo>
                <a:cubicBezTo>
                  <a:pt x="779942" y="57331"/>
                  <a:pt x="783286" y="60782"/>
                  <a:pt x="785301" y="65187"/>
                </a:cubicBezTo>
                <a:cubicBezTo>
                  <a:pt x="787315" y="69592"/>
                  <a:pt x="788322" y="75984"/>
                  <a:pt x="788322" y="84364"/>
                </a:cubicBezTo>
                <a:lnTo>
                  <a:pt x="788322" y="138593"/>
                </a:lnTo>
                <a:lnTo>
                  <a:pt x="773818" y="138593"/>
                </a:lnTo>
                <a:lnTo>
                  <a:pt x="773818" y="84364"/>
                </a:lnTo>
                <a:cubicBezTo>
                  <a:pt x="773818" y="77113"/>
                  <a:pt x="772247" y="71835"/>
                  <a:pt x="769105" y="68531"/>
                </a:cubicBezTo>
                <a:cubicBezTo>
                  <a:pt x="765962" y="65227"/>
                  <a:pt x="761517" y="63576"/>
                  <a:pt x="755769" y="63576"/>
                </a:cubicBezTo>
                <a:cubicBezTo>
                  <a:pt x="751472" y="63576"/>
                  <a:pt x="747429" y="64690"/>
                  <a:pt x="743642" y="66919"/>
                </a:cubicBezTo>
                <a:cubicBezTo>
                  <a:pt x="739855" y="69149"/>
                  <a:pt x="737156" y="72170"/>
                  <a:pt x="735544" y="75984"/>
                </a:cubicBezTo>
                <a:cubicBezTo>
                  <a:pt x="733933" y="79798"/>
                  <a:pt x="733127" y="85063"/>
                  <a:pt x="733127" y="91778"/>
                </a:cubicBezTo>
                <a:lnTo>
                  <a:pt x="733127" y="138593"/>
                </a:lnTo>
                <a:lnTo>
                  <a:pt x="718623" y="138593"/>
                </a:lnTo>
                <a:close/>
                <a:moveTo>
                  <a:pt x="868301" y="111036"/>
                </a:moveTo>
                <a:lnTo>
                  <a:pt x="883289" y="112889"/>
                </a:lnTo>
                <a:cubicBezTo>
                  <a:pt x="880925" y="121645"/>
                  <a:pt x="876547" y="128440"/>
                  <a:pt x="870154" y="133275"/>
                </a:cubicBezTo>
                <a:cubicBezTo>
                  <a:pt x="863762" y="138110"/>
                  <a:pt x="855597" y="140527"/>
                  <a:pt x="845659" y="140527"/>
                </a:cubicBezTo>
                <a:cubicBezTo>
                  <a:pt x="833143" y="140527"/>
                  <a:pt x="823218" y="136673"/>
                  <a:pt x="815886" y="128964"/>
                </a:cubicBezTo>
                <a:cubicBezTo>
                  <a:pt x="808553" y="121255"/>
                  <a:pt x="804887" y="110445"/>
                  <a:pt x="804887" y="96532"/>
                </a:cubicBezTo>
                <a:cubicBezTo>
                  <a:pt x="804887" y="82135"/>
                  <a:pt x="808593" y="70962"/>
                  <a:pt x="816006" y="63011"/>
                </a:cubicBezTo>
                <a:cubicBezTo>
                  <a:pt x="823420" y="55061"/>
                  <a:pt x="833035" y="51086"/>
                  <a:pt x="844853" y="51086"/>
                </a:cubicBezTo>
                <a:cubicBezTo>
                  <a:pt x="856295" y="51086"/>
                  <a:pt x="865642" y="54975"/>
                  <a:pt x="872894" y="62752"/>
                </a:cubicBezTo>
                <a:cubicBezTo>
                  <a:pt x="880146" y="70528"/>
                  <a:pt x="883772" y="81468"/>
                  <a:pt x="883772" y="95572"/>
                </a:cubicBezTo>
                <a:cubicBezTo>
                  <a:pt x="883772" y="96430"/>
                  <a:pt x="883745" y="97717"/>
                  <a:pt x="883691" y="99432"/>
                </a:cubicBezTo>
                <a:lnTo>
                  <a:pt x="819874" y="99432"/>
                </a:lnTo>
                <a:cubicBezTo>
                  <a:pt x="820411" y="108806"/>
                  <a:pt x="823070" y="115984"/>
                  <a:pt x="827851" y="120967"/>
                </a:cubicBezTo>
                <a:cubicBezTo>
                  <a:pt x="832632" y="125949"/>
                  <a:pt x="838595" y="128440"/>
                  <a:pt x="845739" y="128440"/>
                </a:cubicBezTo>
                <a:cubicBezTo>
                  <a:pt x="851058" y="128440"/>
                  <a:pt x="855597" y="127057"/>
                  <a:pt x="859357" y="124291"/>
                </a:cubicBezTo>
                <a:cubicBezTo>
                  <a:pt x="863117" y="121522"/>
                  <a:pt x="866099" y="117104"/>
                  <a:pt x="868301" y="111036"/>
                </a:cubicBezTo>
                <a:moveTo>
                  <a:pt x="820680" y="87346"/>
                </a:moveTo>
                <a:lnTo>
                  <a:pt x="868462" y="87346"/>
                </a:lnTo>
                <a:cubicBezTo>
                  <a:pt x="867818" y="80265"/>
                  <a:pt x="865991" y="74955"/>
                  <a:pt x="862983" y="71414"/>
                </a:cubicBezTo>
                <a:cubicBezTo>
                  <a:pt x="858363" y="65920"/>
                  <a:pt x="852374" y="63173"/>
                  <a:pt x="845014" y="63173"/>
                </a:cubicBezTo>
                <a:cubicBezTo>
                  <a:pt x="838353" y="63173"/>
                  <a:pt x="832753" y="65366"/>
                  <a:pt x="828214" y="69752"/>
                </a:cubicBezTo>
                <a:cubicBezTo>
                  <a:pt x="823675" y="74137"/>
                  <a:pt x="821163" y="80002"/>
                  <a:pt x="820680" y="87346"/>
                </a:cubicBezTo>
                <a:close/>
                <a:moveTo>
                  <a:pt x="904606" y="138593"/>
                </a:moveTo>
                <a:lnTo>
                  <a:pt x="904606" y="121994"/>
                </a:lnTo>
                <a:lnTo>
                  <a:pt x="921125" y="121994"/>
                </a:lnTo>
                <a:lnTo>
                  <a:pt x="921125" y="138545"/>
                </a:lnTo>
                <a:cubicBezTo>
                  <a:pt x="921125" y="144629"/>
                  <a:pt x="920050" y="149541"/>
                  <a:pt x="917901" y="153281"/>
                </a:cubicBezTo>
                <a:cubicBezTo>
                  <a:pt x="915753" y="157023"/>
                  <a:pt x="912342" y="159916"/>
                  <a:pt x="907668" y="161960"/>
                </a:cubicBezTo>
                <a:lnTo>
                  <a:pt x="903639" y="155675"/>
                </a:lnTo>
                <a:cubicBezTo>
                  <a:pt x="906701" y="154339"/>
                  <a:pt x="908957" y="152374"/>
                  <a:pt x="910408" y="149781"/>
                </a:cubicBezTo>
                <a:cubicBezTo>
                  <a:pt x="911858" y="147187"/>
                  <a:pt x="912664" y="143458"/>
                  <a:pt x="912825" y="138593"/>
                </a:cubicBezTo>
                <a:lnTo>
                  <a:pt x="904606" y="138593"/>
                </a:lnTo>
                <a:close/>
                <a:moveTo>
                  <a:pt x="988211" y="80255"/>
                </a:moveTo>
                <a:cubicBezTo>
                  <a:pt x="988211" y="68207"/>
                  <a:pt x="990010" y="58095"/>
                  <a:pt x="993609" y="49920"/>
                </a:cubicBezTo>
                <a:cubicBezTo>
                  <a:pt x="996295" y="43895"/>
                  <a:pt x="999962" y="38489"/>
                  <a:pt x="1004608" y="33701"/>
                </a:cubicBezTo>
                <a:cubicBezTo>
                  <a:pt x="1009255" y="28914"/>
                  <a:pt x="1014345" y="25363"/>
                  <a:pt x="1019878" y="23050"/>
                </a:cubicBezTo>
                <a:cubicBezTo>
                  <a:pt x="1027237" y="19931"/>
                  <a:pt x="1035725" y="18372"/>
                  <a:pt x="1045340" y="18372"/>
                </a:cubicBezTo>
                <a:cubicBezTo>
                  <a:pt x="1062745" y="18372"/>
                  <a:pt x="1076671" y="23778"/>
                  <a:pt x="1087119" y="34590"/>
                </a:cubicBezTo>
                <a:cubicBezTo>
                  <a:pt x="1097568" y="45401"/>
                  <a:pt x="1102792" y="60435"/>
                  <a:pt x="1102792" y="79691"/>
                </a:cubicBezTo>
                <a:cubicBezTo>
                  <a:pt x="1102792" y="98786"/>
                  <a:pt x="1097608" y="113727"/>
                  <a:pt x="1087240" y="124512"/>
                </a:cubicBezTo>
                <a:cubicBezTo>
                  <a:pt x="1076873" y="135296"/>
                  <a:pt x="1063013" y="140688"/>
                  <a:pt x="1045662" y="140688"/>
                </a:cubicBezTo>
                <a:cubicBezTo>
                  <a:pt x="1028097" y="140688"/>
                  <a:pt x="1014130" y="135323"/>
                  <a:pt x="1003762" y="124593"/>
                </a:cubicBezTo>
                <a:cubicBezTo>
                  <a:pt x="993395" y="113861"/>
                  <a:pt x="988211" y="99082"/>
                  <a:pt x="988211" y="80255"/>
                </a:cubicBezTo>
                <a:moveTo>
                  <a:pt x="1012787" y="79449"/>
                </a:moveTo>
                <a:cubicBezTo>
                  <a:pt x="1012787" y="92825"/>
                  <a:pt x="1015876" y="102964"/>
                  <a:pt x="1022053" y="109867"/>
                </a:cubicBezTo>
                <a:cubicBezTo>
                  <a:pt x="1028231" y="116770"/>
                  <a:pt x="1036074" y="120221"/>
                  <a:pt x="1045582" y="120221"/>
                </a:cubicBezTo>
                <a:cubicBezTo>
                  <a:pt x="1055090" y="120221"/>
                  <a:pt x="1062893" y="116797"/>
                  <a:pt x="1068990" y="109948"/>
                </a:cubicBezTo>
                <a:cubicBezTo>
                  <a:pt x="1075087" y="103099"/>
                  <a:pt x="1078135" y="92825"/>
                  <a:pt x="1078135" y="79127"/>
                </a:cubicBezTo>
                <a:cubicBezTo>
                  <a:pt x="1078135" y="65590"/>
                  <a:pt x="1075167" y="55491"/>
                  <a:pt x="1069231" y="48830"/>
                </a:cubicBezTo>
                <a:cubicBezTo>
                  <a:pt x="1063295" y="42169"/>
                  <a:pt x="1055412" y="38838"/>
                  <a:pt x="1045582" y="38838"/>
                </a:cubicBezTo>
                <a:cubicBezTo>
                  <a:pt x="1035751" y="38838"/>
                  <a:pt x="1027828" y="42209"/>
                  <a:pt x="1021812" y="48951"/>
                </a:cubicBezTo>
                <a:cubicBezTo>
                  <a:pt x="1015795" y="55692"/>
                  <a:pt x="1012787" y="65859"/>
                  <a:pt x="1012787" y="79449"/>
                </a:cubicBezTo>
                <a:close/>
                <a:moveTo>
                  <a:pt x="1120813" y="138593"/>
                </a:moveTo>
                <a:lnTo>
                  <a:pt x="1120813" y="20467"/>
                </a:lnTo>
                <a:lnTo>
                  <a:pt x="1171012" y="20467"/>
                </a:lnTo>
                <a:cubicBezTo>
                  <a:pt x="1183636" y="20467"/>
                  <a:pt x="1192809" y="21528"/>
                  <a:pt x="1198530" y="23649"/>
                </a:cubicBezTo>
                <a:cubicBezTo>
                  <a:pt x="1204251" y="25771"/>
                  <a:pt x="1208830" y="29545"/>
                  <a:pt x="1212268" y="34971"/>
                </a:cubicBezTo>
                <a:cubicBezTo>
                  <a:pt x="1215706" y="40396"/>
                  <a:pt x="1217425" y="46601"/>
                  <a:pt x="1217425" y="53584"/>
                </a:cubicBezTo>
                <a:cubicBezTo>
                  <a:pt x="1217425" y="62447"/>
                  <a:pt x="1214820" y="69767"/>
                  <a:pt x="1209609" y="75541"/>
                </a:cubicBezTo>
                <a:cubicBezTo>
                  <a:pt x="1204398" y="81316"/>
                  <a:pt x="1196609" y="84955"/>
                  <a:pt x="1186242" y="86459"/>
                </a:cubicBezTo>
                <a:cubicBezTo>
                  <a:pt x="1191399" y="89468"/>
                  <a:pt x="1195656" y="92771"/>
                  <a:pt x="1199013" y="96370"/>
                </a:cubicBezTo>
                <a:cubicBezTo>
                  <a:pt x="1202370" y="99970"/>
                  <a:pt x="1206896" y="106362"/>
                  <a:pt x="1212590" y="115548"/>
                </a:cubicBezTo>
                <a:lnTo>
                  <a:pt x="1227014" y="138593"/>
                </a:lnTo>
                <a:lnTo>
                  <a:pt x="1198489" y="138593"/>
                </a:lnTo>
                <a:lnTo>
                  <a:pt x="1181246" y="112881"/>
                </a:lnTo>
                <a:cubicBezTo>
                  <a:pt x="1175122" y="103699"/>
                  <a:pt x="1170932" y="97913"/>
                  <a:pt x="1168676" y="95524"/>
                </a:cubicBezTo>
                <a:cubicBezTo>
                  <a:pt x="1166420" y="93134"/>
                  <a:pt x="1164029" y="91496"/>
                  <a:pt x="1161504" y="90609"/>
                </a:cubicBezTo>
                <a:cubicBezTo>
                  <a:pt x="1158980" y="89723"/>
                  <a:pt x="1154978" y="89280"/>
                  <a:pt x="1149498" y="89280"/>
                </a:cubicBezTo>
                <a:lnTo>
                  <a:pt x="1144664" y="89280"/>
                </a:lnTo>
                <a:lnTo>
                  <a:pt x="1144664" y="138593"/>
                </a:lnTo>
                <a:lnTo>
                  <a:pt x="1120813" y="138593"/>
                </a:lnTo>
                <a:moveTo>
                  <a:pt x="1144664" y="70425"/>
                </a:moveTo>
                <a:lnTo>
                  <a:pt x="1162310" y="70425"/>
                </a:lnTo>
                <a:cubicBezTo>
                  <a:pt x="1173752" y="70425"/>
                  <a:pt x="1180897" y="69941"/>
                  <a:pt x="1183744" y="68974"/>
                </a:cubicBezTo>
                <a:cubicBezTo>
                  <a:pt x="1186591" y="68007"/>
                  <a:pt x="1188820" y="66342"/>
                  <a:pt x="1190432" y="63978"/>
                </a:cubicBezTo>
                <a:cubicBezTo>
                  <a:pt x="1192043" y="61615"/>
                  <a:pt x="1192849" y="58660"/>
                  <a:pt x="1192849" y="55115"/>
                </a:cubicBezTo>
                <a:cubicBezTo>
                  <a:pt x="1192849" y="51140"/>
                  <a:pt x="1191788" y="47930"/>
                  <a:pt x="1189666" y="45486"/>
                </a:cubicBezTo>
                <a:cubicBezTo>
                  <a:pt x="1187544" y="43042"/>
                  <a:pt x="1184549" y="41497"/>
                  <a:pt x="1180682" y="40853"/>
                </a:cubicBezTo>
                <a:cubicBezTo>
                  <a:pt x="1178748" y="40584"/>
                  <a:pt x="1172946" y="40450"/>
                  <a:pt x="1163277" y="40450"/>
                </a:cubicBezTo>
                <a:lnTo>
                  <a:pt x="1144664" y="40450"/>
                </a:lnTo>
                <a:lnTo>
                  <a:pt x="1144664" y="70425"/>
                </a:lnTo>
                <a:close/>
                <a:moveTo>
                  <a:pt x="1242118" y="138593"/>
                </a:moveTo>
                <a:lnTo>
                  <a:pt x="1242118" y="121994"/>
                </a:lnTo>
                <a:lnTo>
                  <a:pt x="1258636" y="121994"/>
                </a:lnTo>
                <a:lnTo>
                  <a:pt x="1258636" y="138545"/>
                </a:lnTo>
                <a:cubicBezTo>
                  <a:pt x="1258636" y="144629"/>
                  <a:pt x="1257562" y="149541"/>
                  <a:pt x="1255413" y="153281"/>
                </a:cubicBezTo>
                <a:cubicBezTo>
                  <a:pt x="1253265" y="157023"/>
                  <a:pt x="1249854" y="159916"/>
                  <a:pt x="1245180" y="161960"/>
                </a:cubicBezTo>
                <a:lnTo>
                  <a:pt x="1241151" y="155675"/>
                </a:lnTo>
                <a:cubicBezTo>
                  <a:pt x="1244213" y="154339"/>
                  <a:pt x="1246469" y="152374"/>
                  <a:pt x="1247920" y="149781"/>
                </a:cubicBezTo>
                <a:cubicBezTo>
                  <a:pt x="1249370" y="147187"/>
                  <a:pt x="1250176" y="143458"/>
                  <a:pt x="1250337" y="138593"/>
                </a:cubicBezTo>
                <a:lnTo>
                  <a:pt x="1242118" y="13859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0103c85774b27"/>
          <a:stretch xmlns:a="http://schemas.openxmlformats.org/drawingml/2006/main"/>
        </p:blipFill>
        <p:spPr>
          <a:xfrm xmlns:a="http://schemas.openxmlformats.org/drawingml/2006/main">
            <a:off x="3014430" y="3179618"/>
            <a:ext cx="235676" cy="235676"/>
          </a:xfrm>
          <a:prstGeom xmlns:a="http://schemas.openxmlformats.org/drawingml/2006/main" prst="rect">
            <a:avLst/>
          </a:prstGeom>
        </p:spPr>
      </p:pic>
      <p:sp>
        <p:nvSpPr>
          <p:cNvPr id="64" name="Text ❺Queryrogueserver">
            <a:extLst xmlns:a="http://schemas.openxmlformats.org/drawingml/2006/main">
              <a:ext uri="{FF2B5EF4-FFF2-40B4-BE49-F238E27FC236}">
                <a16:creationId xmlns:a16="http://schemas.microsoft.com/office/drawing/2014/main" id="{0F44A385-2379-4920-AF5F-080665E4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458" y="3387975"/>
            <a:ext cx="1620681" cy="173402"/>
          </a:xfrm>
          <a:custGeom xmlns:a="http://schemas.openxmlformats.org/drawingml/2006/main">
            <a:pathLst>
              <a:path w="1620681" h="173402">
                <a:moveTo>
                  <a:pt x="72197" y="1289"/>
                </a:moveTo>
                <a:cubicBezTo>
                  <a:pt x="95404" y="0"/>
                  <a:pt x="114742" y="6446"/>
                  <a:pt x="130213" y="20628"/>
                </a:cubicBezTo>
                <a:cubicBezTo>
                  <a:pt x="146973" y="35669"/>
                  <a:pt x="155783" y="53288"/>
                  <a:pt x="156642" y="73487"/>
                </a:cubicBezTo>
                <a:cubicBezTo>
                  <a:pt x="157932" y="97982"/>
                  <a:pt x="150411" y="118395"/>
                  <a:pt x="134081" y="134725"/>
                </a:cubicBezTo>
                <a:cubicBezTo>
                  <a:pt x="119899" y="148907"/>
                  <a:pt x="103354" y="156427"/>
                  <a:pt x="84445" y="157287"/>
                </a:cubicBezTo>
                <a:cubicBezTo>
                  <a:pt x="59950" y="158576"/>
                  <a:pt x="39537" y="151056"/>
                  <a:pt x="23206" y="134725"/>
                </a:cubicBezTo>
                <a:cubicBezTo>
                  <a:pt x="7735" y="119254"/>
                  <a:pt x="0" y="100775"/>
                  <a:pt x="0" y="79288"/>
                </a:cubicBezTo>
                <a:cubicBezTo>
                  <a:pt x="0" y="60379"/>
                  <a:pt x="6016" y="43834"/>
                  <a:pt x="18049" y="29652"/>
                </a:cubicBezTo>
                <a:cubicBezTo>
                  <a:pt x="32661" y="12033"/>
                  <a:pt x="50710" y="2578"/>
                  <a:pt x="72197" y="1289"/>
                </a:cubicBezTo>
                <a:moveTo>
                  <a:pt x="74776" y="135370"/>
                </a:moveTo>
                <a:cubicBezTo>
                  <a:pt x="85090" y="135370"/>
                  <a:pt x="93685" y="133006"/>
                  <a:pt x="100561" y="128279"/>
                </a:cubicBezTo>
                <a:cubicBezTo>
                  <a:pt x="109585" y="122692"/>
                  <a:pt x="114312" y="114097"/>
                  <a:pt x="114742" y="102494"/>
                </a:cubicBezTo>
                <a:cubicBezTo>
                  <a:pt x="115602" y="89602"/>
                  <a:pt x="112379" y="79718"/>
                  <a:pt x="105073" y="72842"/>
                </a:cubicBezTo>
                <a:cubicBezTo>
                  <a:pt x="99056" y="66825"/>
                  <a:pt x="91321" y="63817"/>
                  <a:pt x="81867" y="63817"/>
                </a:cubicBezTo>
                <a:cubicBezTo>
                  <a:pt x="72842" y="63817"/>
                  <a:pt x="64677" y="66611"/>
                  <a:pt x="57371" y="72197"/>
                </a:cubicBezTo>
                <a:lnTo>
                  <a:pt x="59305" y="44479"/>
                </a:lnTo>
                <a:lnTo>
                  <a:pt x="94759" y="44479"/>
                </a:lnTo>
                <a:cubicBezTo>
                  <a:pt x="99916" y="44479"/>
                  <a:pt x="103354" y="43619"/>
                  <a:pt x="105073" y="41900"/>
                </a:cubicBezTo>
                <a:cubicBezTo>
                  <a:pt x="108511" y="39322"/>
                  <a:pt x="110230" y="33950"/>
                  <a:pt x="110230" y="25785"/>
                </a:cubicBezTo>
                <a:lnTo>
                  <a:pt x="50280" y="25785"/>
                </a:lnTo>
                <a:lnTo>
                  <a:pt x="45768" y="83800"/>
                </a:lnTo>
                <a:lnTo>
                  <a:pt x="56082" y="84445"/>
                </a:lnTo>
                <a:cubicBezTo>
                  <a:pt x="59950" y="78858"/>
                  <a:pt x="65751" y="76065"/>
                  <a:pt x="73487" y="76065"/>
                </a:cubicBezTo>
                <a:cubicBezTo>
                  <a:pt x="78214" y="76065"/>
                  <a:pt x="82081" y="77784"/>
                  <a:pt x="85090" y="81222"/>
                </a:cubicBezTo>
                <a:cubicBezTo>
                  <a:pt x="89387" y="85519"/>
                  <a:pt x="91536" y="91751"/>
                  <a:pt x="91536" y="99916"/>
                </a:cubicBezTo>
                <a:cubicBezTo>
                  <a:pt x="91536" y="108511"/>
                  <a:pt x="89817" y="114957"/>
                  <a:pt x="86379" y="119254"/>
                </a:cubicBezTo>
                <a:cubicBezTo>
                  <a:pt x="82941" y="123982"/>
                  <a:pt x="78643" y="126345"/>
                  <a:pt x="73487" y="126345"/>
                </a:cubicBezTo>
                <a:cubicBezTo>
                  <a:pt x="68759" y="126775"/>
                  <a:pt x="64462" y="125056"/>
                  <a:pt x="60594" y="121188"/>
                </a:cubicBezTo>
                <a:cubicBezTo>
                  <a:pt x="64032" y="119040"/>
                  <a:pt x="65536" y="115602"/>
                  <a:pt x="65106" y="110874"/>
                </a:cubicBezTo>
                <a:cubicBezTo>
                  <a:pt x="65106" y="102709"/>
                  <a:pt x="60379" y="99271"/>
                  <a:pt x="50925" y="100561"/>
                </a:cubicBezTo>
                <a:cubicBezTo>
                  <a:pt x="44908" y="101420"/>
                  <a:pt x="41685" y="104858"/>
                  <a:pt x="41256" y="110874"/>
                </a:cubicBezTo>
                <a:cubicBezTo>
                  <a:pt x="40826" y="117750"/>
                  <a:pt x="44049" y="123552"/>
                  <a:pt x="50925" y="128279"/>
                </a:cubicBezTo>
                <a:cubicBezTo>
                  <a:pt x="58231" y="133006"/>
                  <a:pt x="66181" y="135370"/>
                  <a:pt x="74776" y="135370"/>
                </a:cubicBezTo>
                <a:close/>
                <a:moveTo>
                  <a:pt x="308210" y="125872"/>
                </a:moveTo>
                <a:cubicBezTo>
                  <a:pt x="315462" y="130863"/>
                  <a:pt x="322150" y="134512"/>
                  <a:pt x="328273" y="136820"/>
                </a:cubicBezTo>
                <a:lnTo>
                  <a:pt x="323681" y="147779"/>
                </a:lnTo>
                <a:cubicBezTo>
                  <a:pt x="315193" y="144702"/>
                  <a:pt x="306732" y="139844"/>
                  <a:pt x="298299" y="133204"/>
                </a:cubicBezTo>
                <a:cubicBezTo>
                  <a:pt x="289543" y="138086"/>
                  <a:pt x="279873" y="140527"/>
                  <a:pt x="269291" y="140527"/>
                </a:cubicBezTo>
                <a:cubicBezTo>
                  <a:pt x="258601" y="140527"/>
                  <a:pt x="248905" y="137950"/>
                  <a:pt x="240202" y="132796"/>
                </a:cubicBezTo>
                <a:cubicBezTo>
                  <a:pt x="231500" y="127643"/>
                  <a:pt x="224799" y="120396"/>
                  <a:pt x="220098" y="111056"/>
                </a:cubicBezTo>
                <a:cubicBezTo>
                  <a:pt x="215398" y="101714"/>
                  <a:pt x="213048" y="91192"/>
                  <a:pt x="213048" y="79490"/>
                </a:cubicBezTo>
                <a:cubicBezTo>
                  <a:pt x="213048" y="67841"/>
                  <a:pt x="215411" y="57239"/>
                  <a:pt x="220139" y="47684"/>
                </a:cubicBezTo>
                <a:cubicBezTo>
                  <a:pt x="224866" y="38127"/>
                  <a:pt x="231594" y="30853"/>
                  <a:pt x="240323" y="25860"/>
                </a:cubicBezTo>
                <a:cubicBezTo>
                  <a:pt x="249052" y="20868"/>
                  <a:pt x="258816" y="18372"/>
                  <a:pt x="269613" y="18372"/>
                </a:cubicBezTo>
                <a:cubicBezTo>
                  <a:pt x="280518" y="18372"/>
                  <a:pt x="290348" y="20962"/>
                  <a:pt x="299104" y="26142"/>
                </a:cubicBezTo>
                <a:cubicBezTo>
                  <a:pt x="307860" y="31323"/>
                  <a:pt x="314535" y="38571"/>
                  <a:pt x="319128" y="47886"/>
                </a:cubicBezTo>
                <a:cubicBezTo>
                  <a:pt x="323721" y="57199"/>
                  <a:pt x="326017" y="67707"/>
                  <a:pt x="326017" y="79409"/>
                </a:cubicBezTo>
                <a:cubicBezTo>
                  <a:pt x="326017" y="89125"/>
                  <a:pt x="324540" y="97862"/>
                  <a:pt x="321585" y="105619"/>
                </a:cubicBezTo>
                <a:cubicBezTo>
                  <a:pt x="318631" y="113377"/>
                  <a:pt x="314172" y="120127"/>
                  <a:pt x="308210" y="125872"/>
                </a:cubicBezTo>
                <a:moveTo>
                  <a:pt x="273803" y="105879"/>
                </a:moveTo>
                <a:cubicBezTo>
                  <a:pt x="282828" y="108420"/>
                  <a:pt x="290268" y="112206"/>
                  <a:pt x="296123" y="117235"/>
                </a:cubicBezTo>
                <a:cubicBezTo>
                  <a:pt x="305309" y="108840"/>
                  <a:pt x="309902" y="96220"/>
                  <a:pt x="309902" y="79376"/>
                </a:cubicBezTo>
                <a:cubicBezTo>
                  <a:pt x="309902" y="69796"/>
                  <a:pt x="308277" y="61428"/>
                  <a:pt x="305027" y="54271"/>
                </a:cubicBezTo>
                <a:cubicBezTo>
                  <a:pt x="301777" y="47113"/>
                  <a:pt x="297023" y="41557"/>
                  <a:pt x="290765" y="37602"/>
                </a:cubicBezTo>
                <a:cubicBezTo>
                  <a:pt x="284506" y="33645"/>
                  <a:pt x="277483" y="31667"/>
                  <a:pt x="269694" y="31667"/>
                </a:cubicBezTo>
                <a:cubicBezTo>
                  <a:pt x="258037" y="31667"/>
                  <a:pt x="248368" y="35662"/>
                  <a:pt x="240686" y="43653"/>
                </a:cubicBezTo>
                <a:cubicBezTo>
                  <a:pt x="233004" y="51643"/>
                  <a:pt x="229163" y="63576"/>
                  <a:pt x="229163" y="79449"/>
                </a:cubicBezTo>
                <a:cubicBezTo>
                  <a:pt x="229163" y="94838"/>
                  <a:pt x="232964" y="106649"/>
                  <a:pt x="240565" y="114883"/>
                </a:cubicBezTo>
                <a:cubicBezTo>
                  <a:pt x="248166" y="123115"/>
                  <a:pt x="257876" y="127232"/>
                  <a:pt x="269694" y="127232"/>
                </a:cubicBezTo>
                <a:cubicBezTo>
                  <a:pt x="275280" y="127232"/>
                  <a:pt x="280545" y="126182"/>
                  <a:pt x="285487" y="124084"/>
                </a:cubicBezTo>
                <a:cubicBezTo>
                  <a:pt x="280598" y="120916"/>
                  <a:pt x="275442" y="118662"/>
                  <a:pt x="270016" y="117321"/>
                </a:cubicBezTo>
                <a:lnTo>
                  <a:pt x="273803" y="105879"/>
                </a:lnTo>
                <a:close/>
                <a:moveTo>
                  <a:pt x="400604" y="138593"/>
                </a:moveTo>
                <a:lnTo>
                  <a:pt x="400604" y="126023"/>
                </a:lnTo>
                <a:cubicBezTo>
                  <a:pt x="393943" y="135692"/>
                  <a:pt x="384891" y="140527"/>
                  <a:pt x="373449" y="140527"/>
                </a:cubicBezTo>
                <a:cubicBezTo>
                  <a:pt x="368400" y="140527"/>
                  <a:pt x="363686" y="139560"/>
                  <a:pt x="359308" y="137626"/>
                </a:cubicBezTo>
                <a:cubicBezTo>
                  <a:pt x="354930" y="135692"/>
                  <a:pt x="351680" y="133261"/>
                  <a:pt x="349558" y="130334"/>
                </a:cubicBezTo>
                <a:cubicBezTo>
                  <a:pt x="347436" y="127406"/>
                  <a:pt x="345946" y="123820"/>
                  <a:pt x="345086" y="119577"/>
                </a:cubicBezTo>
                <a:cubicBezTo>
                  <a:pt x="344495" y="116730"/>
                  <a:pt x="344200" y="112217"/>
                  <a:pt x="344200" y="106040"/>
                </a:cubicBezTo>
                <a:lnTo>
                  <a:pt x="344200" y="53020"/>
                </a:lnTo>
                <a:lnTo>
                  <a:pt x="358704" y="53020"/>
                </a:lnTo>
                <a:lnTo>
                  <a:pt x="358704" y="100480"/>
                </a:lnTo>
                <a:cubicBezTo>
                  <a:pt x="358704" y="108054"/>
                  <a:pt x="358999" y="113157"/>
                  <a:pt x="359590" y="115790"/>
                </a:cubicBezTo>
                <a:cubicBezTo>
                  <a:pt x="360503" y="119604"/>
                  <a:pt x="362437" y="122598"/>
                  <a:pt x="365392" y="124774"/>
                </a:cubicBezTo>
                <a:cubicBezTo>
                  <a:pt x="368346" y="126950"/>
                  <a:pt x="371999" y="128037"/>
                  <a:pt x="376350" y="128037"/>
                </a:cubicBezTo>
                <a:cubicBezTo>
                  <a:pt x="380701" y="128037"/>
                  <a:pt x="384784" y="126923"/>
                  <a:pt x="388598" y="124693"/>
                </a:cubicBezTo>
                <a:cubicBezTo>
                  <a:pt x="392412" y="122464"/>
                  <a:pt x="395111" y="119429"/>
                  <a:pt x="396696" y="115588"/>
                </a:cubicBezTo>
                <a:cubicBezTo>
                  <a:pt x="398281" y="111747"/>
                  <a:pt x="399073" y="106174"/>
                  <a:pt x="399073" y="98868"/>
                </a:cubicBezTo>
                <a:lnTo>
                  <a:pt x="399073" y="53020"/>
                </a:lnTo>
                <a:lnTo>
                  <a:pt x="413577" y="53020"/>
                </a:lnTo>
                <a:lnTo>
                  <a:pt x="413577" y="138593"/>
                </a:lnTo>
                <a:lnTo>
                  <a:pt x="400604" y="138593"/>
                </a:lnTo>
                <a:close/>
                <a:moveTo>
                  <a:pt x="494200" y="111036"/>
                </a:moveTo>
                <a:lnTo>
                  <a:pt x="509187" y="112889"/>
                </a:lnTo>
                <a:cubicBezTo>
                  <a:pt x="506824" y="121645"/>
                  <a:pt x="502446" y="128440"/>
                  <a:pt x="496053" y="133275"/>
                </a:cubicBezTo>
                <a:cubicBezTo>
                  <a:pt x="489661" y="138110"/>
                  <a:pt x="481495" y="140527"/>
                  <a:pt x="471558" y="140527"/>
                </a:cubicBezTo>
                <a:cubicBezTo>
                  <a:pt x="459041" y="140527"/>
                  <a:pt x="449117" y="136673"/>
                  <a:pt x="441784" y="128964"/>
                </a:cubicBezTo>
                <a:cubicBezTo>
                  <a:pt x="434452" y="121255"/>
                  <a:pt x="430785" y="110445"/>
                  <a:pt x="430785" y="96532"/>
                </a:cubicBezTo>
                <a:cubicBezTo>
                  <a:pt x="430785" y="82135"/>
                  <a:pt x="434492" y="70962"/>
                  <a:pt x="441905" y="63011"/>
                </a:cubicBezTo>
                <a:cubicBezTo>
                  <a:pt x="449318" y="55061"/>
                  <a:pt x="458934" y="51086"/>
                  <a:pt x="470752" y="51086"/>
                </a:cubicBezTo>
                <a:cubicBezTo>
                  <a:pt x="482194" y="51086"/>
                  <a:pt x="491541" y="54975"/>
                  <a:pt x="498793" y="62752"/>
                </a:cubicBezTo>
                <a:cubicBezTo>
                  <a:pt x="506045" y="70528"/>
                  <a:pt x="509671" y="81468"/>
                  <a:pt x="509671" y="95572"/>
                </a:cubicBezTo>
                <a:cubicBezTo>
                  <a:pt x="509671" y="96430"/>
                  <a:pt x="509644" y="97717"/>
                  <a:pt x="509590" y="99432"/>
                </a:cubicBezTo>
                <a:lnTo>
                  <a:pt x="445773" y="99432"/>
                </a:lnTo>
                <a:cubicBezTo>
                  <a:pt x="446310" y="108806"/>
                  <a:pt x="448969" y="115984"/>
                  <a:pt x="453750" y="120967"/>
                </a:cubicBezTo>
                <a:cubicBezTo>
                  <a:pt x="458531" y="125949"/>
                  <a:pt x="464494" y="128440"/>
                  <a:pt x="471638" y="128440"/>
                </a:cubicBezTo>
                <a:cubicBezTo>
                  <a:pt x="476956" y="128440"/>
                  <a:pt x="481495" y="127057"/>
                  <a:pt x="485256" y="124291"/>
                </a:cubicBezTo>
                <a:cubicBezTo>
                  <a:pt x="489016" y="121522"/>
                  <a:pt x="491997" y="117104"/>
                  <a:pt x="494200" y="111036"/>
                </a:cubicBezTo>
                <a:moveTo>
                  <a:pt x="446579" y="87346"/>
                </a:moveTo>
                <a:lnTo>
                  <a:pt x="494361" y="87346"/>
                </a:lnTo>
                <a:cubicBezTo>
                  <a:pt x="493716" y="80265"/>
                  <a:pt x="491890" y="74955"/>
                  <a:pt x="488882" y="71414"/>
                </a:cubicBezTo>
                <a:cubicBezTo>
                  <a:pt x="484262" y="65920"/>
                  <a:pt x="478272" y="63173"/>
                  <a:pt x="470913" y="63173"/>
                </a:cubicBezTo>
                <a:cubicBezTo>
                  <a:pt x="464252" y="63173"/>
                  <a:pt x="458652" y="65366"/>
                  <a:pt x="454113" y="69752"/>
                </a:cubicBezTo>
                <a:cubicBezTo>
                  <a:pt x="449573" y="74137"/>
                  <a:pt x="447062" y="80002"/>
                  <a:pt x="446579" y="87346"/>
                </a:cubicBezTo>
                <a:close/>
                <a:moveTo>
                  <a:pt x="526557" y="138593"/>
                </a:moveTo>
                <a:lnTo>
                  <a:pt x="526557" y="53020"/>
                </a:lnTo>
                <a:lnTo>
                  <a:pt x="539611" y="53020"/>
                </a:lnTo>
                <a:lnTo>
                  <a:pt x="539611" y="65912"/>
                </a:lnTo>
                <a:cubicBezTo>
                  <a:pt x="542942" y="59876"/>
                  <a:pt x="546017" y="55895"/>
                  <a:pt x="548837" y="53972"/>
                </a:cubicBezTo>
                <a:cubicBezTo>
                  <a:pt x="551657" y="52048"/>
                  <a:pt x="554760" y="51086"/>
                  <a:pt x="558144" y="51086"/>
                </a:cubicBezTo>
                <a:cubicBezTo>
                  <a:pt x="563032" y="51086"/>
                  <a:pt x="568001" y="52637"/>
                  <a:pt x="573051" y="55739"/>
                </a:cubicBezTo>
                <a:lnTo>
                  <a:pt x="568055" y="69135"/>
                </a:lnTo>
                <a:cubicBezTo>
                  <a:pt x="564509" y="67040"/>
                  <a:pt x="560964" y="65993"/>
                  <a:pt x="557419" y="65993"/>
                </a:cubicBezTo>
                <a:cubicBezTo>
                  <a:pt x="554249" y="65993"/>
                  <a:pt x="551402" y="66948"/>
                  <a:pt x="548877" y="68858"/>
                </a:cubicBezTo>
                <a:cubicBezTo>
                  <a:pt x="546353" y="70767"/>
                  <a:pt x="544553" y="73415"/>
                  <a:pt x="543479" y="76803"/>
                </a:cubicBezTo>
                <a:cubicBezTo>
                  <a:pt x="541867" y="81965"/>
                  <a:pt x="541061" y="87611"/>
                  <a:pt x="541061" y="93742"/>
                </a:cubicBezTo>
                <a:lnTo>
                  <a:pt x="541061" y="138593"/>
                </a:lnTo>
                <a:lnTo>
                  <a:pt x="526557" y="138593"/>
                </a:lnTo>
                <a:close/>
                <a:moveTo>
                  <a:pt x="580583" y="171630"/>
                </a:moveTo>
                <a:lnTo>
                  <a:pt x="578972" y="158012"/>
                </a:lnTo>
                <a:cubicBezTo>
                  <a:pt x="582141" y="158872"/>
                  <a:pt x="584908" y="159301"/>
                  <a:pt x="587271" y="159301"/>
                </a:cubicBezTo>
                <a:cubicBezTo>
                  <a:pt x="590494" y="159301"/>
                  <a:pt x="593073" y="158757"/>
                  <a:pt x="595007" y="157670"/>
                </a:cubicBezTo>
                <a:cubicBezTo>
                  <a:pt x="596941" y="156584"/>
                  <a:pt x="598525" y="155062"/>
                  <a:pt x="599761" y="153104"/>
                </a:cubicBezTo>
                <a:cubicBezTo>
                  <a:pt x="600674" y="151637"/>
                  <a:pt x="602151" y="147996"/>
                  <a:pt x="604193" y="142181"/>
                </a:cubicBezTo>
                <a:cubicBezTo>
                  <a:pt x="604461" y="141365"/>
                  <a:pt x="604891" y="140169"/>
                  <a:pt x="605482" y="138593"/>
                </a:cubicBezTo>
                <a:lnTo>
                  <a:pt x="573009" y="53020"/>
                </a:lnTo>
                <a:lnTo>
                  <a:pt x="588641" y="53020"/>
                </a:lnTo>
                <a:lnTo>
                  <a:pt x="606449" y="102459"/>
                </a:lnTo>
                <a:cubicBezTo>
                  <a:pt x="608759" y="108731"/>
                  <a:pt x="610827" y="115323"/>
                  <a:pt x="612653" y="122236"/>
                </a:cubicBezTo>
                <a:cubicBezTo>
                  <a:pt x="614318" y="115590"/>
                  <a:pt x="616306" y="109105"/>
                  <a:pt x="618616" y="102781"/>
                </a:cubicBezTo>
                <a:lnTo>
                  <a:pt x="636907" y="53020"/>
                </a:lnTo>
                <a:lnTo>
                  <a:pt x="651411" y="53020"/>
                </a:lnTo>
                <a:lnTo>
                  <a:pt x="618858" y="140101"/>
                </a:lnTo>
                <a:cubicBezTo>
                  <a:pt x="615366" y="149509"/>
                  <a:pt x="612653" y="155986"/>
                  <a:pt x="610719" y="159533"/>
                </a:cubicBezTo>
                <a:cubicBezTo>
                  <a:pt x="608141" y="164317"/>
                  <a:pt x="605186" y="167825"/>
                  <a:pt x="601856" y="170056"/>
                </a:cubicBezTo>
                <a:cubicBezTo>
                  <a:pt x="598525" y="172287"/>
                  <a:pt x="594550" y="173402"/>
                  <a:pt x="589930" y="173402"/>
                </a:cubicBezTo>
                <a:cubicBezTo>
                  <a:pt x="587137" y="173402"/>
                  <a:pt x="584021" y="172812"/>
                  <a:pt x="580583" y="171630"/>
                </a:cubicBezTo>
                <a:close/>
                <a:moveTo>
                  <a:pt x="708754" y="138593"/>
                </a:moveTo>
                <a:lnTo>
                  <a:pt x="708754" y="53020"/>
                </a:lnTo>
                <a:lnTo>
                  <a:pt x="721807" y="53020"/>
                </a:lnTo>
                <a:lnTo>
                  <a:pt x="721807" y="65912"/>
                </a:lnTo>
                <a:cubicBezTo>
                  <a:pt x="725138" y="59876"/>
                  <a:pt x="728213" y="55895"/>
                  <a:pt x="731034" y="53972"/>
                </a:cubicBezTo>
                <a:cubicBezTo>
                  <a:pt x="733854" y="52048"/>
                  <a:pt x="736956" y="51086"/>
                  <a:pt x="740340" y="51086"/>
                </a:cubicBezTo>
                <a:cubicBezTo>
                  <a:pt x="745229" y="51086"/>
                  <a:pt x="750198" y="52637"/>
                  <a:pt x="755247" y="55739"/>
                </a:cubicBezTo>
                <a:lnTo>
                  <a:pt x="750251" y="69135"/>
                </a:lnTo>
                <a:cubicBezTo>
                  <a:pt x="746706" y="67040"/>
                  <a:pt x="743160" y="65993"/>
                  <a:pt x="739615" y="65993"/>
                </a:cubicBezTo>
                <a:cubicBezTo>
                  <a:pt x="736446" y="65993"/>
                  <a:pt x="733599" y="66948"/>
                  <a:pt x="731074" y="68858"/>
                </a:cubicBezTo>
                <a:cubicBezTo>
                  <a:pt x="728549" y="70767"/>
                  <a:pt x="726750" y="73415"/>
                  <a:pt x="725675" y="76803"/>
                </a:cubicBezTo>
                <a:cubicBezTo>
                  <a:pt x="724064" y="81965"/>
                  <a:pt x="723258" y="87611"/>
                  <a:pt x="723258" y="93742"/>
                </a:cubicBezTo>
                <a:lnTo>
                  <a:pt x="723258" y="138593"/>
                </a:lnTo>
                <a:lnTo>
                  <a:pt x="708754" y="138593"/>
                </a:lnTo>
                <a:close/>
                <a:moveTo>
                  <a:pt x="758026" y="95806"/>
                </a:moveTo>
                <a:cubicBezTo>
                  <a:pt x="758026" y="79960"/>
                  <a:pt x="762431" y="68222"/>
                  <a:pt x="771241" y="60594"/>
                </a:cubicBezTo>
                <a:cubicBezTo>
                  <a:pt x="778600" y="54255"/>
                  <a:pt x="787571" y="51086"/>
                  <a:pt x="798154" y="51086"/>
                </a:cubicBezTo>
                <a:cubicBezTo>
                  <a:pt x="809918" y="51086"/>
                  <a:pt x="819533" y="54940"/>
                  <a:pt x="827000" y="62649"/>
                </a:cubicBezTo>
                <a:cubicBezTo>
                  <a:pt x="834467" y="70357"/>
                  <a:pt x="838201" y="81007"/>
                  <a:pt x="838201" y="94598"/>
                </a:cubicBezTo>
                <a:cubicBezTo>
                  <a:pt x="838201" y="105610"/>
                  <a:pt x="836549" y="114272"/>
                  <a:pt x="833245" y="120584"/>
                </a:cubicBezTo>
                <a:cubicBezTo>
                  <a:pt x="829941" y="126896"/>
                  <a:pt x="825134" y="131798"/>
                  <a:pt x="818822" y="135289"/>
                </a:cubicBezTo>
                <a:cubicBezTo>
                  <a:pt x="812510" y="138781"/>
                  <a:pt x="805620" y="140527"/>
                  <a:pt x="798154" y="140527"/>
                </a:cubicBezTo>
                <a:cubicBezTo>
                  <a:pt x="786174" y="140527"/>
                  <a:pt x="776492" y="136686"/>
                  <a:pt x="769105" y="129004"/>
                </a:cubicBezTo>
                <a:cubicBezTo>
                  <a:pt x="761719" y="121323"/>
                  <a:pt x="758026" y="110257"/>
                  <a:pt x="758026" y="95806"/>
                </a:cubicBezTo>
                <a:moveTo>
                  <a:pt x="772933" y="95766"/>
                </a:moveTo>
                <a:cubicBezTo>
                  <a:pt x="772933" y="106684"/>
                  <a:pt x="775323" y="114860"/>
                  <a:pt x="780104" y="120292"/>
                </a:cubicBezTo>
                <a:cubicBezTo>
                  <a:pt x="784885" y="125724"/>
                  <a:pt x="790902" y="128440"/>
                  <a:pt x="798154" y="128440"/>
                </a:cubicBezTo>
                <a:cubicBezTo>
                  <a:pt x="805352" y="128440"/>
                  <a:pt x="811341" y="125711"/>
                  <a:pt x="816122" y="120252"/>
                </a:cubicBezTo>
                <a:cubicBezTo>
                  <a:pt x="820903" y="114792"/>
                  <a:pt x="823294" y="106470"/>
                  <a:pt x="823294" y="95285"/>
                </a:cubicBezTo>
                <a:cubicBezTo>
                  <a:pt x="823294" y="84741"/>
                  <a:pt x="820890" y="76753"/>
                  <a:pt x="816082" y="71321"/>
                </a:cubicBezTo>
                <a:cubicBezTo>
                  <a:pt x="811274" y="65889"/>
                  <a:pt x="805298" y="63173"/>
                  <a:pt x="798154" y="63173"/>
                </a:cubicBezTo>
                <a:cubicBezTo>
                  <a:pt x="790902" y="63173"/>
                  <a:pt x="784885" y="65875"/>
                  <a:pt x="780104" y="71281"/>
                </a:cubicBezTo>
                <a:cubicBezTo>
                  <a:pt x="775323" y="76686"/>
                  <a:pt x="772933" y="84848"/>
                  <a:pt x="772933" y="95766"/>
                </a:cubicBezTo>
                <a:close/>
                <a:moveTo>
                  <a:pt x="851864" y="145684"/>
                </a:moveTo>
                <a:lnTo>
                  <a:pt x="865965" y="147779"/>
                </a:lnTo>
                <a:cubicBezTo>
                  <a:pt x="866556" y="152130"/>
                  <a:pt x="868195" y="155299"/>
                  <a:pt x="870880" y="157287"/>
                </a:cubicBezTo>
                <a:cubicBezTo>
                  <a:pt x="874480" y="159973"/>
                  <a:pt x="879395" y="161316"/>
                  <a:pt x="885626" y="161316"/>
                </a:cubicBezTo>
                <a:cubicBezTo>
                  <a:pt x="892341" y="161316"/>
                  <a:pt x="897525" y="159970"/>
                  <a:pt x="901178" y="157277"/>
                </a:cubicBezTo>
                <a:cubicBezTo>
                  <a:pt x="904830" y="154586"/>
                  <a:pt x="907301" y="150817"/>
                  <a:pt x="908591" y="145971"/>
                </a:cubicBezTo>
                <a:cubicBezTo>
                  <a:pt x="909343" y="143011"/>
                  <a:pt x="909692" y="136793"/>
                  <a:pt x="909638" y="127317"/>
                </a:cubicBezTo>
                <a:cubicBezTo>
                  <a:pt x="903299" y="134834"/>
                  <a:pt x="895403" y="138593"/>
                  <a:pt x="885948" y="138593"/>
                </a:cubicBezTo>
                <a:cubicBezTo>
                  <a:pt x="874184" y="138593"/>
                  <a:pt x="865079" y="134349"/>
                  <a:pt x="858633" y="125862"/>
                </a:cubicBezTo>
                <a:cubicBezTo>
                  <a:pt x="852187" y="117374"/>
                  <a:pt x="848963" y="107195"/>
                  <a:pt x="848963" y="95323"/>
                </a:cubicBezTo>
                <a:cubicBezTo>
                  <a:pt x="848963" y="87158"/>
                  <a:pt x="850441" y="79624"/>
                  <a:pt x="853395" y="72721"/>
                </a:cubicBezTo>
                <a:cubicBezTo>
                  <a:pt x="856350" y="65818"/>
                  <a:pt x="860634" y="60487"/>
                  <a:pt x="866247" y="56726"/>
                </a:cubicBezTo>
                <a:cubicBezTo>
                  <a:pt x="871861" y="52966"/>
                  <a:pt x="878455" y="51086"/>
                  <a:pt x="886029" y="51086"/>
                </a:cubicBezTo>
                <a:cubicBezTo>
                  <a:pt x="896128" y="51086"/>
                  <a:pt x="904454" y="55195"/>
                  <a:pt x="911008" y="63414"/>
                </a:cubicBezTo>
                <a:lnTo>
                  <a:pt x="911008" y="53020"/>
                </a:lnTo>
                <a:lnTo>
                  <a:pt x="924384" y="53020"/>
                </a:lnTo>
                <a:lnTo>
                  <a:pt x="924384" y="127040"/>
                </a:lnTo>
                <a:cubicBezTo>
                  <a:pt x="924384" y="140371"/>
                  <a:pt x="923027" y="149818"/>
                  <a:pt x="920315" y="155381"/>
                </a:cubicBezTo>
                <a:cubicBezTo>
                  <a:pt x="917602" y="160944"/>
                  <a:pt x="913304" y="165338"/>
                  <a:pt x="907422" y="168563"/>
                </a:cubicBezTo>
                <a:cubicBezTo>
                  <a:pt x="901540" y="171789"/>
                  <a:pt x="894302" y="173402"/>
                  <a:pt x="885707" y="173402"/>
                </a:cubicBezTo>
                <a:cubicBezTo>
                  <a:pt x="875500" y="173402"/>
                  <a:pt x="867255" y="171099"/>
                  <a:pt x="860969" y="166493"/>
                </a:cubicBezTo>
                <a:cubicBezTo>
                  <a:pt x="854684" y="161887"/>
                  <a:pt x="851649" y="154950"/>
                  <a:pt x="851864" y="145684"/>
                </a:cubicBezTo>
                <a:moveTo>
                  <a:pt x="863870" y="94278"/>
                </a:moveTo>
                <a:cubicBezTo>
                  <a:pt x="863870" y="105477"/>
                  <a:pt x="866100" y="113648"/>
                  <a:pt x="870558" y="118791"/>
                </a:cubicBezTo>
                <a:cubicBezTo>
                  <a:pt x="875017" y="123935"/>
                  <a:pt x="880603" y="126506"/>
                  <a:pt x="887318" y="126506"/>
                </a:cubicBezTo>
                <a:cubicBezTo>
                  <a:pt x="893979" y="126506"/>
                  <a:pt x="899566" y="123948"/>
                  <a:pt x="904078" y="118831"/>
                </a:cubicBezTo>
                <a:cubicBezTo>
                  <a:pt x="908591" y="113715"/>
                  <a:pt x="910847" y="105691"/>
                  <a:pt x="910847" y="94759"/>
                </a:cubicBezTo>
                <a:cubicBezTo>
                  <a:pt x="910847" y="84311"/>
                  <a:pt x="908524" y="76434"/>
                  <a:pt x="903877" y="71130"/>
                </a:cubicBezTo>
                <a:cubicBezTo>
                  <a:pt x="899230" y="65825"/>
                  <a:pt x="893630" y="63173"/>
                  <a:pt x="887077" y="63173"/>
                </a:cubicBezTo>
                <a:cubicBezTo>
                  <a:pt x="880630" y="63173"/>
                  <a:pt x="875151" y="65785"/>
                  <a:pt x="870639" y="71009"/>
                </a:cubicBezTo>
                <a:cubicBezTo>
                  <a:pt x="866126" y="76233"/>
                  <a:pt x="863870" y="83989"/>
                  <a:pt x="863870" y="94278"/>
                </a:cubicBezTo>
                <a:close/>
                <a:moveTo>
                  <a:pt x="1001704" y="138593"/>
                </a:moveTo>
                <a:lnTo>
                  <a:pt x="1001704" y="126023"/>
                </a:lnTo>
                <a:cubicBezTo>
                  <a:pt x="995043" y="135692"/>
                  <a:pt x="985991" y="140527"/>
                  <a:pt x="974549" y="140527"/>
                </a:cubicBezTo>
                <a:cubicBezTo>
                  <a:pt x="969500" y="140527"/>
                  <a:pt x="964786" y="139560"/>
                  <a:pt x="960408" y="137626"/>
                </a:cubicBezTo>
                <a:cubicBezTo>
                  <a:pt x="956030" y="135692"/>
                  <a:pt x="952780" y="133261"/>
                  <a:pt x="950658" y="130334"/>
                </a:cubicBezTo>
                <a:cubicBezTo>
                  <a:pt x="948536" y="127406"/>
                  <a:pt x="947045" y="123820"/>
                  <a:pt x="946186" y="119577"/>
                </a:cubicBezTo>
                <a:cubicBezTo>
                  <a:pt x="945595" y="116730"/>
                  <a:pt x="945300" y="112217"/>
                  <a:pt x="945300" y="106040"/>
                </a:cubicBezTo>
                <a:lnTo>
                  <a:pt x="945300" y="53020"/>
                </a:lnTo>
                <a:lnTo>
                  <a:pt x="959803" y="53020"/>
                </a:lnTo>
                <a:lnTo>
                  <a:pt x="959803" y="100480"/>
                </a:lnTo>
                <a:cubicBezTo>
                  <a:pt x="959803" y="108054"/>
                  <a:pt x="960099" y="113157"/>
                  <a:pt x="960690" y="115790"/>
                </a:cubicBezTo>
                <a:cubicBezTo>
                  <a:pt x="961603" y="119604"/>
                  <a:pt x="963537" y="122598"/>
                  <a:pt x="966491" y="124774"/>
                </a:cubicBezTo>
                <a:cubicBezTo>
                  <a:pt x="969446" y="126950"/>
                  <a:pt x="973099" y="128037"/>
                  <a:pt x="977450" y="128037"/>
                </a:cubicBezTo>
                <a:cubicBezTo>
                  <a:pt x="981801" y="128037"/>
                  <a:pt x="985884" y="126923"/>
                  <a:pt x="989698" y="124693"/>
                </a:cubicBezTo>
                <a:cubicBezTo>
                  <a:pt x="993512" y="122464"/>
                  <a:pt x="996211" y="119429"/>
                  <a:pt x="997796" y="115588"/>
                </a:cubicBezTo>
                <a:cubicBezTo>
                  <a:pt x="999380" y="111747"/>
                  <a:pt x="1000173" y="106174"/>
                  <a:pt x="1000173" y="98868"/>
                </a:cubicBezTo>
                <a:lnTo>
                  <a:pt x="1000173" y="53020"/>
                </a:lnTo>
                <a:lnTo>
                  <a:pt x="1014677" y="53020"/>
                </a:lnTo>
                <a:lnTo>
                  <a:pt x="1014677" y="138593"/>
                </a:lnTo>
                <a:lnTo>
                  <a:pt x="1001704" y="138593"/>
                </a:lnTo>
                <a:close/>
                <a:moveTo>
                  <a:pt x="1095300" y="111036"/>
                </a:moveTo>
                <a:lnTo>
                  <a:pt x="1110287" y="112889"/>
                </a:lnTo>
                <a:cubicBezTo>
                  <a:pt x="1107923" y="121645"/>
                  <a:pt x="1103545" y="128440"/>
                  <a:pt x="1097153" y="133275"/>
                </a:cubicBezTo>
                <a:cubicBezTo>
                  <a:pt x="1090760" y="138110"/>
                  <a:pt x="1082595" y="140527"/>
                  <a:pt x="1072657" y="140527"/>
                </a:cubicBezTo>
                <a:cubicBezTo>
                  <a:pt x="1060141" y="140527"/>
                  <a:pt x="1050216" y="136673"/>
                  <a:pt x="1042884" y="128964"/>
                </a:cubicBezTo>
                <a:cubicBezTo>
                  <a:pt x="1035551" y="121255"/>
                  <a:pt x="1031885" y="110445"/>
                  <a:pt x="1031885" y="96532"/>
                </a:cubicBezTo>
                <a:cubicBezTo>
                  <a:pt x="1031885" y="82135"/>
                  <a:pt x="1035592" y="70962"/>
                  <a:pt x="1043005" y="63011"/>
                </a:cubicBezTo>
                <a:cubicBezTo>
                  <a:pt x="1050418" y="55061"/>
                  <a:pt x="1060033" y="51086"/>
                  <a:pt x="1071851" y="51086"/>
                </a:cubicBezTo>
                <a:cubicBezTo>
                  <a:pt x="1083293" y="51086"/>
                  <a:pt x="1092640" y="54975"/>
                  <a:pt x="1099892" y="62752"/>
                </a:cubicBezTo>
                <a:cubicBezTo>
                  <a:pt x="1107144" y="70528"/>
                  <a:pt x="1110770" y="81468"/>
                  <a:pt x="1110770" y="95572"/>
                </a:cubicBezTo>
                <a:cubicBezTo>
                  <a:pt x="1110770" y="96430"/>
                  <a:pt x="1110743" y="97717"/>
                  <a:pt x="1110690" y="99432"/>
                </a:cubicBezTo>
                <a:lnTo>
                  <a:pt x="1046873" y="99432"/>
                </a:lnTo>
                <a:cubicBezTo>
                  <a:pt x="1047410" y="108806"/>
                  <a:pt x="1050069" y="115984"/>
                  <a:pt x="1054850" y="120967"/>
                </a:cubicBezTo>
                <a:cubicBezTo>
                  <a:pt x="1059631" y="125949"/>
                  <a:pt x="1065593" y="128440"/>
                  <a:pt x="1072738" y="128440"/>
                </a:cubicBezTo>
                <a:cubicBezTo>
                  <a:pt x="1078056" y="128440"/>
                  <a:pt x="1082595" y="127057"/>
                  <a:pt x="1086355" y="124291"/>
                </a:cubicBezTo>
                <a:cubicBezTo>
                  <a:pt x="1090116" y="121522"/>
                  <a:pt x="1093097" y="117104"/>
                  <a:pt x="1095300" y="111036"/>
                </a:cubicBezTo>
                <a:moveTo>
                  <a:pt x="1047678" y="87346"/>
                </a:moveTo>
                <a:lnTo>
                  <a:pt x="1095461" y="87346"/>
                </a:lnTo>
                <a:cubicBezTo>
                  <a:pt x="1094816" y="80265"/>
                  <a:pt x="1092990" y="74955"/>
                  <a:pt x="1089981" y="71414"/>
                </a:cubicBezTo>
                <a:cubicBezTo>
                  <a:pt x="1085362" y="65920"/>
                  <a:pt x="1079372" y="63173"/>
                  <a:pt x="1072013" y="63173"/>
                </a:cubicBezTo>
                <a:cubicBezTo>
                  <a:pt x="1065352" y="63173"/>
                  <a:pt x="1059751" y="65366"/>
                  <a:pt x="1055212" y="69752"/>
                </a:cubicBezTo>
                <a:cubicBezTo>
                  <a:pt x="1050673" y="74137"/>
                  <a:pt x="1048162" y="80002"/>
                  <a:pt x="1047678" y="87346"/>
                </a:cubicBezTo>
                <a:close/>
                <a:moveTo>
                  <a:pt x="1167566" y="112969"/>
                </a:moveTo>
                <a:lnTo>
                  <a:pt x="1181908" y="110713"/>
                </a:lnTo>
                <a:cubicBezTo>
                  <a:pt x="1182714" y="116436"/>
                  <a:pt x="1184957" y="120822"/>
                  <a:pt x="1188637" y="123870"/>
                </a:cubicBezTo>
                <a:cubicBezTo>
                  <a:pt x="1192316" y="126917"/>
                  <a:pt x="1197460" y="128440"/>
                  <a:pt x="1204067" y="128440"/>
                </a:cubicBezTo>
                <a:cubicBezTo>
                  <a:pt x="1210728" y="128440"/>
                  <a:pt x="1215670" y="127095"/>
                  <a:pt x="1218893" y="124404"/>
                </a:cubicBezTo>
                <a:cubicBezTo>
                  <a:pt x="1222116" y="121711"/>
                  <a:pt x="1223728" y="118554"/>
                  <a:pt x="1223728" y="114931"/>
                </a:cubicBezTo>
                <a:cubicBezTo>
                  <a:pt x="1223728" y="111679"/>
                  <a:pt x="1222304" y="109121"/>
                  <a:pt x="1219457" y="107256"/>
                </a:cubicBezTo>
                <a:cubicBezTo>
                  <a:pt x="1217470" y="105977"/>
                  <a:pt x="1212528" y="104351"/>
                  <a:pt x="1204631" y="102379"/>
                </a:cubicBezTo>
                <a:cubicBezTo>
                  <a:pt x="1193995" y="99691"/>
                  <a:pt x="1186622" y="97366"/>
                  <a:pt x="1182513" y="95404"/>
                </a:cubicBezTo>
                <a:cubicBezTo>
                  <a:pt x="1178403" y="93441"/>
                  <a:pt x="1175288" y="90726"/>
                  <a:pt x="1173166" y="87258"/>
                </a:cubicBezTo>
                <a:cubicBezTo>
                  <a:pt x="1171044" y="83790"/>
                  <a:pt x="1169983" y="79959"/>
                  <a:pt x="1169983" y="75765"/>
                </a:cubicBezTo>
                <a:cubicBezTo>
                  <a:pt x="1169983" y="71948"/>
                  <a:pt x="1170856" y="68413"/>
                  <a:pt x="1172602" y="65159"/>
                </a:cubicBezTo>
                <a:cubicBezTo>
                  <a:pt x="1174348" y="61906"/>
                  <a:pt x="1176725" y="59204"/>
                  <a:pt x="1179733" y="57054"/>
                </a:cubicBezTo>
                <a:cubicBezTo>
                  <a:pt x="1181989" y="55387"/>
                  <a:pt x="1185064" y="53976"/>
                  <a:pt x="1188959" y="52821"/>
                </a:cubicBezTo>
                <a:cubicBezTo>
                  <a:pt x="1192853" y="51664"/>
                  <a:pt x="1197030" y="51086"/>
                  <a:pt x="1201489" y="51086"/>
                </a:cubicBezTo>
                <a:cubicBezTo>
                  <a:pt x="1208203" y="51086"/>
                  <a:pt x="1214099" y="52060"/>
                  <a:pt x="1219175" y="54007"/>
                </a:cubicBezTo>
                <a:cubicBezTo>
                  <a:pt x="1224252" y="55953"/>
                  <a:pt x="1227999" y="58589"/>
                  <a:pt x="1230416" y="61916"/>
                </a:cubicBezTo>
                <a:cubicBezTo>
                  <a:pt x="1232833" y="65242"/>
                  <a:pt x="1234498" y="69689"/>
                  <a:pt x="1235412" y="75259"/>
                </a:cubicBezTo>
                <a:lnTo>
                  <a:pt x="1221230" y="77193"/>
                </a:lnTo>
                <a:cubicBezTo>
                  <a:pt x="1220585" y="72788"/>
                  <a:pt x="1218719" y="69350"/>
                  <a:pt x="1215630" y="66879"/>
                </a:cubicBezTo>
                <a:cubicBezTo>
                  <a:pt x="1212541" y="64408"/>
                  <a:pt x="1208177" y="63173"/>
                  <a:pt x="1202536" y="63173"/>
                </a:cubicBezTo>
                <a:cubicBezTo>
                  <a:pt x="1195875" y="63173"/>
                  <a:pt x="1191121" y="64269"/>
                  <a:pt x="1188274" y="66461"/>
                </a:cubicBezTo>
                <a:cubicBezTo>
                  <a:pt x="1185427" y="68652"/>
                  <a:pt x="1184003" y="71218"/>
                  <a:pt x="1184003" y="74159"/>
                </a:cubicBezTo>
                <a:cubicBezTo>
                  <a:pt x="1184003" y="76029"/>
                  <a:pt x="1184594" y="77713"/>
                  <a:pt x="1185776" y="79210"/>
                </a:cubicBezTo>
                <a:cubicBezTo>
                  <a:pt x="1186958" y="80759"/>
                  <a:pt x="1188811" y="82042"/>
                  <a:pt x="1191336" y="83058"/>
                </a:cubicBezTo>
                <a:cubicBezTo>
                  <a:pt x="1192786" y="83593"/>
                  <a:pt x="1197057" y="84823"/>
                  <a:pt x="1204148" y="86747"/>
                </a:cubicBezTo>
                <a:cubicBezTo>
                  <a:pt x="1214408" y="89484"/>
                  <a:pt x="1221566" y="91726"/>
                  <a:pt x="1225622" y="93470"/>
                </a:cubicBezTo>
                <a:cubicBezTo>
                  <a:pt x="1229677" y="95214"/>
                  <a:pt x="1232860" y="97750"/>
                  <a:pt x="1235170" y="101079"/>
                </a:cubicBezTo>
                <a:cubicBezTo>
                  <a:pt x="1237480" y="104406"/>
                  <a:pt x="1238635" y="108539"/>
                  <a:pt x="1238635" y="113476"/>
                </a:cubicBezTo>
                <a:cubicBezTo>
                  <a:pt x="1238635" y="118307"/>
                  <a:pt x="1237225" y="122856"/>
                  <a:pt x="1234404" y="127123"/>
                </a:cubicBezTo>
                <a:cubicBezTo>
                  <a:pt x="1231584" y="131389"/>
                  <a:pt x="1227515" y="134689"/>
                  <a:pt x="1222197" y="137024"/>
                </a:cubicBezTo>
                <a:cubicBezTo>
                  <a:pt x="1216879" y="139359"/>
                  <a:pt x="1210862" y="140527"/>
                  <a:pt x="1204148" y="140527"/>
                </a:cubicBezTo>
                <a:cubicBezTo>
                  <a:pt x="1193028" y="140527"/>
                  <a:pt x="1184554" y="138210"/>
                  <a:pt x="1178726" y="133577"/>
                </a:cubicBezTo>
                <a:cubicBezTo>
                  <a:pt x="1172897" y="128944"/>
                  <a:pt x="1169177" y="122075"/>
                  <a:pt x="1167566" y="112969"/>
                </a:cubicBezTo>
                <a:close/>
                <a:moveTo>
                  <a:pt x="1314085" y="111036"/>
                </a:moveTo>
                <a:lnTo>
                  <a:pt x="1329072" y="112889"/>
                </a:lnTo>
                <a:cubicBezTo>
                  <a:pt x="1326708" y="121645"/>
                  <a:pt x="1322330" y="128440"/>
                  <a:pt x="1315938" y="133275"/>
                </a:cubicBezTo>
                <a:cubicBezTo>
                  <a:pt x="1309545" y="138110"/>
                  <a:pt x="1301380" y="140527"/>
                  <a:pt x="1291442" y="140527"/>
                </a:cubicBezTo>
                <a:cubicBezTo>
                  <a:pt x="1278926" y="140527"/>
                  <a:pt x="1269002" y="136673"/>
                  <a:pt x="1261669" y="128964"/>
                </a:cubicBezTo>
                <a:cubicBezTo>
                  <a:pt x="1254336" y="121255"/>
                  <a:pt x="1250670" y="110445"/>
                  <a:pt x="1250670" y="96532"/>
                </a:cubicBezTo>
                <a:cubicBezTo>
                  <a:pt x="1250670" y="82135"/>
                  <a:pt x="1254377" y="70962"/>
                  <a:pt x="1261790" y="63011"/>
                </a:cubicBezTo>
                <a:cubicBezTo>
                  <a:pt x="1269203" y="55061"/>
                  <a:pt x="1278819" y="51086"/>
                  <a:pt x="1290637" y="51086"/>
                </a:cubicBezTo>
                <a:cubicBezTo>
                  <a:pt x="1302079" y="51086"/>
                  <a:pt x="1311426" y="54975"/>
                  <a:pt x="1318677" y="62752"/>
                </a:cubicBezTo>
                <a:cubicBezTo>
                  <a:pt x="1325929" y="70528"/>
                  <a:pt x="1329555" y="81468"/>
                  <a:pt x="1329555" y="95572"/>
                </a:cubicBezTo>
                <a:cubicBezTo>
                  <a:pt x="1329555" y="96430"/>
                  <a:pt x="1329529" y="97717"/>
                  <a:pt x="1329475" y="99432"/>
                </a:cubicBezTo>
                <a:lnTo>
                  <a:pt x="1265658" y="99432"/>
                </a:lnTo>
                <a:cubicBezTo>
                  <a:pt x="1266195" y="108806"/>
                  <a:pt x="1268854" y="115984"/>
                  <a:pt x="1273635" y="120967"/>
                </a:cubicBezTo>
                <a:cubicBezTo>
                  <a:pt x="1278416" y="125949"/>
                  <a:pt x="1284378" y="128440"/>
                  <a:pt x="1291523" y="128440"/>
                </a:cubicBezTo>
                <a:cubicBezTo>
                  <a:pt x="1296841" y="128440"/>
                  <a:pt x="1301380" y="127057"/>
                  <a:pt x="1305140" y="124291"/>
                </a:cubicBezTo>
                <a:cubicBezTo>
                  <a:pt x="1308901" y="121522"/>
                  <a:pt x="1311882" y="117104"/>
                  <a:pt x="1314085" y="111036"/>
                </a:cubicBezTo>
                <a:moveTo>
                  <a:pt x="1266463" y="87346"/>
                </a:moveTo>
                <a:lnTo>
                  <a:pt x="1314246" y="87346"/>
                </a:lnTo>
                <a:cubicBezTo>
                  <a:pt x="1313601" y="80265"/>
                  <a:pt x="1311775" y="74955"/>
                  <a:pt x="1308766" y="71414"/>
                </a:cubicBezTo>
                <a:cubicBezTo>
                  <a:pt x="1304147" y="65920"/>
                  <a:pt x="1298157" y="63173"/>
                  <a:pt x="1290798" y="63173"/>
                </a:cubicBezTo>
                <a:cubicBezTo>
                  <a:pt x="1284137" y="63173"/>
                  <a:pt x="1278537" y="65366"/>
                  <a:pt x="1273997" y="69752"/>
                </a:cubicBezTo>
                <a:cubicBezTo>
                  <a:pt x="1269458" y="74137"/>
                  <a:pt x="1266947" y="80002"/>
                  <a:pt x="1266463" y="87346"/>
                </a:cubicBezTo>
                <a:close/>
                <a:moveTo>
                  <a:pt x="1346442" y="138593"/>
                </a:moveTo>
                <a:lnTo>
                  <a:pt x="1346442" y="53020"/>
                </a:lnTo>
                <a:lnTo>
                  <a:pt x="1359496" y="53020"/>
                </a:lnTo>
                <a:lnTo>
                  <a:pt x="1359496" y="65912"/>
                </a:lnTo>
                <a:cubicBezTo>
                  <a:pt x="1362826" y="59876"/>
                  <a:pt x="1365902" y="55895"/>
                  <a:pt x="1368722" y="53972"/>
                </a:cubicBezTo>
                <a:cubicBezTo>
                  <a:pt x="1371542" y="52048"/>
                  <a:pt x="1374644" y="51086"/>
                  <a:pt x="1378029" y="51086"/>
                </a:cubicBezTo>
                <a:cubicBezTo>
                  <a:pt x="1382917" y="51086"/>
                  <a:pt x="1387886" y="52637"/>
                  <a:pt x="1392935" y="55739"/>
                </a:cubicBezTo>
                <a:lnTo>
                  <a:pt x="1387940" y="69135"/>
                </a:lnTo>
                <a:cubicBezTo>
                  <a:pt x="1384394" y="67040"/>
                  <a:pt x="1380849" y="65993"/>
                  <a:pt x="1377303" y="65993"/>
                </a:cubicBezTo>
                <a:cubicBezTo>
                  <a:pt x="1374134" y="65993"/>
                  <a:pt x="1371287" y="66948"/>
                  <a:pt x="1368762" y="68858"/>
                </a:cubicBezTo>
                <a:cubicBezTo>
                  <a:pt x="1366237" y="70767"/>
                  <a:pt x="1364438" y="73415"/>
                  <a:pt x="1363363" y="76803"/>
                </a:cubicBezTo>
                <a:cubicBezTo>
                  <a:pt x="1361752" y="81965"/>
                  <a:pt x="1360946" y="87611"/>
                  <a:pt x="1360946" y="93742"/>
                </a:cubicBezTo>
                <a:lnTo>
                  <a:pt x="1360946" y="138593"/>
                </a:lnTo>
                <a:lnTo>
                  <a:pt x="1346442" y="138593"/>
                </a:lnTo>
                <a:close/>
                <a:moveTo>
                  <a:pt x="1424883" y="138593"/>
                </a:moveTo>
                <a:lnTo>
                  <a:pt x="1392330" y="53020"/>
                </a:lnTo>
                <a:lnTo>
                  <a:pt x="1407640" y="53020"/>
                </a:lnTo>
                <a:lnTo>
                  <a:pt x="1426011" y="104267"/>
                </a:lnTo>
                <a:cubicBezTo>
                  <a:pt x="1427999" y="109800"/>
                  <a:pt x="1429825" y="115548"/>
                  <a:pt x="1431491" y="121511"/>
                </a:cubicBezTo>
                <a:cubicBezTo>
                  <a:pt x="1432780" y="116998"/>
                  <a:pt x="1434579" y="111573"/>
                  <a:pt x="1436889" y="105234"/>
                </a:cubicBezTo>
                <a:lnTo>
                  <a:pt x="1455906" y="53020"/>
                </a:lnTo>
                <a:lnTo>
                  <a:pt x="1470812" y="53020"/>
                </a:lnTo>
                <a:lnTo>
                  <a:pt x="1438420" y="138593"/>
                </a:lnTo>
                <a:lnTo>
                  <a:pt x="1424883" y="138593"/>
                </a:lnTo>
                <a:close/>
                <a:moveTo>
                  <a:pt x="1541830" y="111036"/>
                </a:moveTo>
                <a:lnTo>
                  <a:pt x="1556818" y="112889"/>
                </a:lnTo>
                <a:cubicBezTo>
                  <a:pt x="1554454" y="121645"/>
                  <a:pt x="1550076" y="128440"/>
                  <a:pt x="1543684" y="133275"/>
                </a:cubicBezTo>
                <a:cubicBezTo>
                  <a:pt x="1537291" y="138110"/>
                  <a:pt x="1529126" y="140527"/>
                  <a:pt x="1519188" y="140527"/>
                </a:cubicBezTo>
                <a:cubicBezTo>
                  <a:pt x="1506672" y="140527"/>
                  <a:pt x="1496747" y="136673"/>
                  <a:pt x="1489415" y="128964"/>
                </a:cubicBezTo>
                <a:cubicBezTo>
                  <a:pt x="1482082" y="121255"/>
                  <a:pt x="1478416" y="110445"/>
                  <a:pt x="1478416" y="96532"/>
                </a:cubicBezTo>
                <a:cubicBezTo>
                  <a:pt x="1478416" y="82135"/>
                  <a:pt x="1482123" y="70962"/>
                  <a:pt x="1489536" y="63011"/>
                </a:cubicBezTo>
                <a:cubicBezTo>
                  <a:pt x="1496949" y="55061"/>
                  <a:pt x="1506564" y="51086"/>
                  <a:pt x="1518382" y="51086"/>
                </a:cubicBezTo>
                <a:cubicBezTo>
                  <a:pt x="1529824" y="51086"/>
                  <a:pt x="1539171" y="54975"/>
                  <a:pt x="1546423" y="62752"/>
                </a:cubicBezTo>
                <a:cubicBezTo>
                  <a:pt x="1553675" y="70528"/>
                  <a:pt x="1557301" y="81468"/>
                  <a:pt x="1557301" y="95572"/>
                </a:cubicBezTo>
                <a:cubicBezTo>
                  <a:pt x="1557301" y="96430"/>
                  <a:pt x="1557274" y="97717"/>
                  <a:pt x="1557221" y="99432"/>
                </a:cubicBezTo>
                <a:lnTo>
                  <a:pt x="1493403" y="99432"/>
                </a:lnTo>
                <a:cubicBezTo>
                  <a:pt x="1493941" y="108806"/>
                  <a:pt x="1496600" y="115984"/>
                  <a:pt x="1501381" y="120967"/>
                </a:cubicBezTo>
                <a:cubicBezTo>
                  <a:pt x="1506162" y="125949"/>
                  <a:pt x="1512124" y="128440"/>
                  <a:pt x="1519269" y="128440"/>
                </a:cubicBezTo>
                <a:cubicBezTo>
                  <a:pt x="1524587" y="128440"/>
                  <a:pt x="1529126" y="127057"/>
                  <a:pt x="1532886" y="124291"/>
                </a:cubicBezTo>
                <a:cubicBezTo>
                  <a:pt x="1536647" y="121522"/>
                  <a:pt x="1539628" y="117104"/>
                  <a:pt x="1541830" y="111036"/>
                </a:cubicBezTo>
                <a:moveTo>
                  <a:pt x="1494209" y="87346"/>
                </a:moveTo>
                <a:lnTo>
                  <a:pt x="1541992" y="87346"/>
                </a:lnTo>
                <a:cubicBezTo>
                  <a:pt x="1541347" y="80265"/>
                  <a:pt x="1539521" y="74955"/>
                  <a:pt x="1536512" y="71414"/>
                </a:cubicBezTo>
                <a:cubicBezTo>
                  <a:pt x="1531893" y="65920"/>
                  <a:pt x="1525903" y="63173"/>
                  <a:pt x="1518544" y="63173"/>
                </a:cubicBezTo>
                <a:cubicBezTo>
                  <a:pt x="1511883" y="63173"/>
                  <a:pt x="1506282" y="65366"/>
                  <a:pt x="1501743" y="69752"/>
                </a:cubicBezTo>
                <a:cubicBezTo>
                  <a:pt x="1497204" y="74137"/>
                  <a:pt x="1494693" y="80002"/>
                  <a:pt x="1494209" y="87346"/>
                </a:cubicBezTo>
                <a:close/>
                <a:moveTo>
                  <a:pt x="1574188" y="138593"/>
                </a:moveTo>
                <a:lnTo>
                  <a:pt x="1574188" y="53020"/>
                </a:lnTo>
                <a:lnTo>
                  <a:pt x="1587242" y="53020"/>
                </a:lnTo>
                <a:lnTo>
                  <a:pt x="1587242" y="65912"/>
                </a:lnTo>
                <a:cubicBezTo>
                  <a:pt x="1590572" y="59876"/>
                  <a:pt x="1593648" y="55895"/>
                  <a:pt x="1596468" y="53972"/>
                </a:cubicBezTo>
                <a:cubicBezTo>
                  <a:pt x="1599288" y="52048"/>
                  <a:pt x="1602390" y="51086"/>
                  <a:pt x="1605774" y="51086"/>
                </a:cubicBezTo>
                <a:cubicBezTo>
                  <a:pt x="1610663" y="51086"/>
                  <a:pt x="1615632" y="52637"/>
                  <a:pt x="1620681" y="55739"/>
                </a:cubicBezTo>
                <a:lnTo>
                  <a:pt x="1615685" y="69135"/>
                </a:lnTo>
                <a:cubicBezTo>
                  <a:pt x="1612140" y="67040"/>
                  <a:pt x="1608595" y="65993"/>
                  <a:pt x="1605049" y="65993"/>
                </a:cubicBezTo>
                <a:cubicBezTo>
                  <a:pt x="1601880" y="65993"/>
                  <a:pt x="1599033" y="66948"/>
                  <a:pt x="1596508" y="68858"/>
                </a:cubicBezTo>
                <a:cubicBezTo>
                  <a:pt x="1593983" y="70767"/>
                  <a:pt x="1592184" y="73415"/>
                  <a:pt x="1591109" y="76803"/>
                </a:cubicBezTo>
                <a:cubicBezTo>
                  <a:pt x="1589498" y="81965"/>
                  <a:pt x="1588692" y="87611"/>
                  <a:pt x="1588692" y="93742"/>
                </a:cubicBezTo>
                <a:lnTo>
                  <a:pt x="1588692" y="138593"/>
                </a:lnTo>
                <a:lnTo>
                  <a:pt x="1574188" y="13859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4E7D1-E7F8-418D-898B-F523A72A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83" y="3578091"/>
            <a:ext cx="2281610" cy="89605"/>
          </a:xfrm>
          <a:custGeom xmlns:a="http://schemas.openxmlformats.org/drawingml/2006/main">
            <a:pathLst>
              <a:path w="2281610" h="89605">
                <a:moveTo>
                  <a:pt x="89605" y="52270"/>
                </a:moveTo>
                <a:lnTo>
                  <a:pt x="2281610" y="52270"/>
                </a:lnTo>
                <a:lnTo>
                  <a:pt x="2281610" y="37335"/>
                </a:lnTo>
                <a:lnTo>
                  <a:pt x="89605" y="37335"/>
                </a:lnTo>
                <a:lnTo>
                  <a:pt x="89605" y="0"/>
                </a:lnTo>
                <a:lnTo>
                  <a:pt x="0" y="44802"/>
                </a:lnTo>
                <a:lnTo>
                  <a:pt x="89605" y="89605"/>
                </a:lnTo>
                <a:lnTo>
                  <a:pt x="89605" y="52270"/>
                </a:lnTo>
                <a:close/>
              </a:path>
            </a:pathLst>
          </a:custGeom>
          <a:solidFill xmlns:a="http://schemas.openxmlformats.org/drawingml/2006/main">
            <a:srgbClr val="BB55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RogueDNSresponse❻">
            <a:extLst xmlns:a="http://schemas.openxmlformats.org/drawingml/2006/main">
              <a:ext uri="{FF2B5EF4-FFF2-40B4-BE49-F238E27FC236}">
                <a16:creationId xmlns:a16="http://schemas.microsoft.com/office/drawing/2014/main" id="{8408E1D2-304F-4EA9-8305-5D62D9C3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1" y="3429909"/>
            <a:ext cx="1789428" cy="165556"/>
          </a:xfrm>
          <a:custGeom xmlns:a="http://schemas.openxmlformats.org/drawingml/2006/main">
            <a:pathLst>
              <a:path w="1789428" h="165556">
                <a:moveTo>
                  <a:pt x="0" y="132322"/>
                </a:moveTo>
                <a:lnTo>
                  <a:pt x="0" y="19541"/>
                </a:lnTo>
                <a:lnTo>
                  <a:pt x="47928" y="19541"/>
                </a:lnTo>
                <a:cubicBezTo>
                  <a:pt x="59981" y="19541"/>
                  <a:pt x="68738" y="20553"/>
                  <a:pt x="74200" y="22579"/>
                </a:cubicBezTo>
                <a:cubicBezTo>
                  <a:pt x="79662" y="24605"/>
                  <a:pt x="84035" y="28208"/>
                  <a:pt x="87317" y="33388"/>
                </a:cubicBezTo>
                <a:cubicBezTo>
                  <a:pt x="90599" y="38568"/>
                  <a:pt x="92241" y="44492"/>
                  <a:pt x="92241" y="51159"/>
                </a:cubicBezTo>
                <a:cubicBezTo>
                  <a:pt x="92241" y="59622"/>
                  <a:pt x="89753" y="66610"/>
                  <a:pt x="84778" y="72123"/>
                </a:cubicBezTo>
                <a:cubicBezTo>
                  <a:pt x="79803" y="77637"/>
                  <a:pt x="72367" y="81111"/>
                  <a:pt x="62468" y="82547"/>
                </a:cubicBezTo>
                <a:cubicBezTo>
                  <a:pt x="67392" y="85419"/>
                  <a:pt x="71456" y="88574"/>
                  <a:pt x="74662" y="92010"/>
                </a:cubicBezTo>
                <a:cubicBezTo>
                  <a:pt x="77867" y="95446"/>
                  <a:pt x="82188" y="101549"/>
                  <a:pt x="87625" y="110319"/>
                </a:cubicBezTo>
                <a:lnTo>
                  <a:pt x="101395" y="132322"/>
                </a:lnTo>
                <a:lnTo>
                  <a:pt x="74162" y="132322"/>
                </a:lnTo>
                <a:lnTo>
                  <a:pt x="57698" y="107774"/>
                </a:lnTo>
                <a:cubicBezTo>
                  <a:pt x="51852" y="99007"/>
                  <a:pt x="47851" y="93483"/>
                  <a:pt x="45697" y="91202"/>
                </a:cubicBezTo>
                <a:cubicBezTo>
                  <a:pt x="43543" y="88920"/>
                  <a:pt x="41261" y="87355"/>
                  <a:pt x="38850" y="86509"/>
                </a:cubicBezTo>
                <a:cubicBezTo>
                  <a:pt x="36440" y="85663"/>
                  <a:pt x="32619" y="85240"/>
                  <a:pt x="27388" y="85240"/>
                </a:cubicBezTo>
                <a:lnTo>
                  <a:pt x="22772" y="85240"/>
                </a:lnTo>
                <a:lnTo>
                  <a:pt x="22772" y="132322"/>
                </a:lnTo>
                <a:lnTo>
                  <a:pt x="0" y="132322"/>
                </a:lnTo>
                <a:moveTo>
                  <a:pt x="22772" y="67238"/>
                </a:moveTo>
                <a:lnTo>
                  <a:pt x="39620" y="67238"/>
                </a:lnTo>
                <a:cubicBezTo>
                  <a:pt x="50544" y="67238"/>
                  <a:pt x="57365" y="66776"/>
                  <a:pt x="60083" y="65853"/>
                </a:cubicBezTo>
                <a:cubicBezTo>
                  <a:pt x="62802" y="64930"/>
                  <a:pt x="64930" y="63340"/>
                  <a:pt x="66469" y="61083"/>
                </a:cubicBezTo>
                <a:cubicBezTo>
                  <a:pt x="68007" y="58827"/>
                  <a:pt x="68777" y="56006"/>
                  <a:pt x="68777" y="52621"/>
                </a:cubicBezTo>
                <a:cubicBezTo>
                  <a:pt x="68777" y="48826"/>
                  <a:pt x="67764" y="45761"/>
                  <a:pt x="65738" y="43428"/>
                </a:cubicBezTo>
                <a:cubicBezTo>
                  <a:pt x="63712" y="41094"/>
                  <a:pt x="60853" y="39620"/>
                  <a:pt x="57160" y="39004"/>
                </a:cubicBezTo>
                <a:cubicBezTo>
                  <a:pt x="55314" y="38748"/>
                  <a:pt x="49775" y="38620"/>
                  <a:pt x="40543" y="38620"/>
                </a:cubicBezTo>
                <a:lnTo>
                  <a:pt x="22772" y="38620"/>
                </a:lnTo>
                <a:lnTo>
                  <a:pt x="22772" y="67238"/>
                </a:lnTo>
                <a:close/>
                <a:moveTo>
                  <a:pt x="108268" y="90317"/>
                </a:moveTo>
                <a:cubicBezTo>
                  <a:pt x="108268" y="83137"/>
                  <a:pt x="110038" y="76188"/>
                  <a:pt x="113577" y="69469"/>
                </a:cubicBezTo>
                <a:cubicBezTo>
                  <a:pt x="117116" y="62750"/>
                  <a:pt x="122129" y="57622"/>
                  <a:pt x="128617" y="54083"/>
                </a:cubicBezTo>
                <a:cubicBezTo>
                  <a:pt x="135105" y="50544"/>
                  <a:pt x="142349" y="48774"/>
                  <a:pt x="150350" y="48774"/>
                </a:cubicBezTo>
                <a:cubicBezTo>
                  <a:pt x="162710" y="48774"/>
                  <a:pt x="172839" y="52788"/>
                  <a:pt x="180738" y="60814"/>
                </a:cubicBezTo>
                <a:cubicBezTo>
                  <a:pt x="188636" y="68841"/>
                  <a:pt x="192585" y="78983"/>
                  <a:pt x="192585" y="91241"/>
                </a:cubicBezTo>
                <a:cubicBezTo>
                  <a:pt x="192585" y="103601"/>
                  <a:pt x="188598" y="113846"/>
                  <a:pt x="180622" y="121975"/>
                </a:cubicBezTo>
                <a:cubicBezTo>
                  <a:pt x="172647" y="130104"/>
                  <a:pt x="162608" y="134168"/>
                  <a:pt x="150504" y="134168"/>
                </a:cubicBezTo>
                <a:cubicBezTo>
                  <a:pt x="143016" y="134168"/>
                  <a:pt x="135874" y="132476"/>
                  <a:pt x="129078" y="129091"/>
                </a:cubicBezTo>
                <a:cubicBezTo>
                  <a:pt x="122283" y="125706"/>
                  <a:pt x="117116" y="120744"/>
                  <a:pt x="113577" y="114205"/>
                </a:cubicBezTo>
                <a:cubicBezTo>
                  <a:pt x="110038" y="107665"/>
                  <a:pt x="108268" y="99703"/>
                  <a:pt x="108268" y="90317"/>
                </a:cubicBezTo>
                <a:moveTo>
                  <a:pt x="130425" y="91471"/>
                </a:moveTo>
                <a:cubicBezTo>
                  <a:pt x="130425" y="99549"/>
                  <a:pt x="132348" y="105736"/>
                  <a:pt x="136194" y="110031"/>
                </a:cubicBezTo>
                <a:cubicBezTo>
                  <a:pt x="140041" y="114326"/>
                  <a:pt x="144785" y="116474"/>
                  <a:pt x="150427" y="116474"/>
                </a:cubicBezTo>
                <a:cubicBezTo>
                  <a:pt x="156068" y="116474"/>
                  <a:pt x="160800" y="114326"/>
                  <a:pt x="164621" y="110031"/>
                </a:cubicBezTo>
                <a:cubicBezTo>
                  <a:pt x="168442" y="105736"/>
                  <a:pt x="170352" y="99498"/>
                  <a:pt x="170352" y="91317"/>
                </a:cubicBezTo>
                <a:cubicBezTo>
                  <a:pt x="170352" y="83342"/>
                  <a:pt x="168442" y="77207"/>
                  <a:pt x="164621" y="72912"/>
                </a:cubicBezTo>
                <a:cubicBezTo>
                  <a:pt x="160800" y="68616"/>
                  <a:pt x="156068" y="66469"/>
                  <a:pt x="150427" y="66469"/>
                </a:cubicBezTo>
                <a:cubicBezTo>
                  <a:pt x="144785" y="66469"/>
                  <a:pt x="140041" y="68616"/>
                  <a:pt x="136194" y="72912"/>
                </a:cubicBezTo>
                <a:cubicBezTo>
                  <a:pt x="132348" y="77207"/>
                  <a:pt x="130425" y="83394"/>
                  <a:pt x="130425" y="91471"/>
                </a:cubicBezTo>
                <a:close/>
                <a:moveTo>
                  <a:pt x="206847" y="137553"/>
                </a:moveTo>
                <a:lnTo>
                  <a:pt x="231542" y="140630"/>
                </a:lnTo>
                <a:cubicBezTo>
                  <a:pt x="231953" y="143530"/>
                  <a:pt x="232901" y="145523"/>
                  <a:pt x="234389" y="146609"/>
                </a:cubicBezTo>
                <a:cubicBezTo>
                  <a:pt x="236440" y="148162"/>
                  <a:pt x="239671" y="148939"/>
                  <a:pt x="244082" y="148939"/>
                </a:cubicBezTo>
                <a:cubicBezTo>
                  <a:pt x="249724" y="148939"/>
                  <a:pt x="253955" y="148086"/>
                  <a:pt x="256776" y="146381"/>
                </a:cubicBezTo>
                <a:cubicBezTo>
                  <a:pt x="258673" y="145245"/>
                  <a:pt x="260109" y="143411"/>
                  <a:pt x="261084" y="140880"/>
                </a:cubicBezTo>
                <a:cubicBezTo>
                  <a:pt x="261751" y="139073"/>
                  <a:pt x="262084" y="135741"/>
                  <a:pt x="262084" y="130887"/>
                </a:cubicBezTo>
                <a:lnTo>
                  <a:pt x="262084" y="118876"/>
                </a:lnTo>
                <a:cubicBezTo>
                  <a:pt x="255622" y="127840"/>
                  <a:pt x="247467" y="132322"/>
                  <a:pt x="237620" y="132322"/>
                </a:cubicBezTo>
                <a:cubicBezTo>
                  <a:pt x="226644" y="132322"/>
                  <a:pt x="217951" y="127680"/>
                  <a:pt x="211540" y="118397"/>
                </a:cubicBezTo>
                <a:cubicBezTo>
                  <a:pt x="206514" y="111063"/>
                  <a:pt x="204001" y="101934"/>
                  <a:pt x="204001" y="91010"/>
                </a:cubicBezTo>
                <a:cubicBezTo>
                  <a:pt x="204001" y="77316"/>
                  <a:pt x="207296" y="66853"/>
                  <a:pt x="213887" y="59622"/>
                </a:cubicBezTo>
                <a:cubicBezTo>
                  <a:pt x="220477" y="52390"/>
                  <a:pt x="228670" y="48774"/>
                  <a:pt x="238466" y="48774"/>
                </a:cubicBezTo>
                <a:cubicBezTo>
                  <a:pt x="248570" y="48774"/>
                  <a:pt x="256904" y="53232"/>
                  <a:pt x="263469" y="62146"/>
                </a:cubicBezTo>
                <a:lnTo>
                  <a:pt x="263469" y="50621"/>
                </a:lnTo>
                <a:lnTo>
                  <a:pt x="283702" y="50621"/>
                </a:lnTo>
                <a:lnTo>
                  <a:pt x="283702" y="123984"/>
                </a:lnTo>
                <a:cubicBezTo>
                  <a:pt x="283702" y="133633"/>
                  <a:pt x="282907" y="140844"/>
                  <a:pt x="281317" y="145617"/>
                </a:cubicBezTo>
                <a:cubicBezTo>
                  <a:pt x="279727" y="150389"/>
                  <a:pt x="277496" y="154136"/>
                  <a:pt x="274624" y="156856"/>
                </a:cubicBezTo>
                <a:cubicBezTo>
                  <a:pt x="271752" y="159577"/>
                  <a:pt x="267918" y="161707"/>
                  <a:pt x="263123" y="163246"/>
                </a:cubicBezTo>
                <a:cubicBezTo>
                  <a:pt x="258327" y="164786"/>
                  <a:pt x="252262" y="165556"/>
                  <a:pt x="244928" y="165556"/>
                </a:cubicBezTo>
                <a:cubicBezTo>
                  <a:pt x="231081" y="165556"/>
                  <a:pt x="221259" y="163164"/>
                  <a:pt x="215464" y="158380"/>
                </a:cubicBezTo>
                <a:cubicBezTo>
                  <a:pt x="209668" y="153597"/>
                  <a:pt x="206770" y="147534"/>
                  <a:pt x="206770" y="140190"/>
                </a:cubicBezTo>
                <a:cubicBezTo>
                  <a:pt x="206770" y="139466"/>
                  <a:pt x="206796" y="138587"/>
                  <a:pt x="206847" y="137553"/>
                </a:cubicBezTo>
                <a:moveTo>
                  <a:pt x="226157" y="89779"/>
                </a:moveTo>
                <a:cubicBezTo>
                  <a:pt x="226157" y="98421"/>
                  <a:pt x="227837" y="104748"/>
                  <a:pt x="231196" y="108762"/>
                </a:cubicBezTo>
                <a:cubicBezTo>
                  <a:pt x="234555" y="112775"/>
                  <a:pt x="238697" y="114782"/>
                  <a:pt x="243621" y="114782"/>
                </a:cubicBezTo>
                <a:cubicBezTo>
                  <a:pt x="248903" y="114782"/>
                  <a:pt x="253365" y="112724"/>
                  <a:pt x="257007" y="108608"/>
                </a:cubicBezTo>
                <a:cubicBezTo>
                  <a:pt x="260648" y="104492"/>
                  <a:pt x="262469" y="98395"/>
                  <a:pt x="262469" y="90317"/>
                </a:cubicBezTo>
                <a:cubicBezTo>
                  <a:pt x="262469" y="81881"/>
                  <a:pt x="260725" y="75617"/>
                  <a:pt x="257237" y="71527"/>
                </a:cubicBezTo>
                <a:cubicBezTo>
                  <a:pt x="253750" y="67437"/>
                  <a:pt x="249339" y="65392"/>
                  <a:pt x="244005" y="65392"/>
                </a:cubicBezTo>
                <a:cubicBezTo>
                  <a:pt x="238825" y="65392"/>
                  <a:pt x="234555" y="67398"/>
                  <a:pt x="231196" y="71411"/>
                </a:cubicBezTo>
                <a:cubicBezTo>
                  <a:pt x="227837" y="75425"/>
                  <a:pt x="226157" y="81547"/>
                  <a:pt x="226157" y="89779"/>
                </a:cubicBezTo>
                <a:close/>
                <a:moveTo>
                  <a:pt x="358201" y="132322"/>
                </a:moveTo>
                <a:lnTo>
                  <a:pt x="358201" y="120090"/>
                </a:lnTo>
                <a:cubicBezTo>
                  <a:pt x="355226" y="124449"/>
                  <a:pt x="351316" y="127885"/>
                  <a:pt x="346469" y="130399"/>
                </a:cubicBezTo>
                <a:cubicBezTo>
                  <a:pt x="341622" y="132912"/>
                  <a:pt x="336506" y="134168"/>
                  <a:pt x="331121" y="134168"/>
                </a:cubicBezTo>
                <a:cubicBezTo>
                  <a:pt x="325633" y="134168"/>
                  <a:pt x="320710" y="132963"/>
                  <a:pt x="316350" y="130552"/>
                </a:cubicBezTo>
                <a:cubicBezTo>
                  <a:pt x="311991" y="128142"/>
                  <a:pt x="308837" y="124757"/>
                  <a:pt x="306888" y="120397"/>
                </a:cubicBezTo>
                <a:cubicBezTo>
                  <a:pt x="304939" y="116038"/>
                  <a:pt x="303964" y="110012"/>
                  <a:pt x="303964" y="102319"/>
                </a:cubicBezTo>
                <a:lnTo>
                  <a:pt x="303964" y="50621"/>
                </a:lnTo>
                <a:lnTo>
                  <a:pt x="325582" y="50621"/>
                </a:lnTo>
                <a:lnTo>
                  <a:pt x="325582" y="88077"/>
                </a:lnTo>
                <a:cubicBezTo>
                  <a:pt x="325582" y="99539"/>
                  <a:pt x="325980" y="106563"/>
                  <a:pt x="326775" y="109146"/>
                </a:cubicBezTo>
                <a:cubicBezTo>
                  <a:pt x="327569" y="111730"/>
                  <a:pt x="329018" y="113777"/>
                  <a:pt x="331121" y="115286"/>
                </a:cubicBezTo>
                <a:cubicBezTo>
                  <a:pt x="333224" y="116796"/>
                  <a:pt x="335891" y="117551"/>
                  <a:pt x="339122" y="117551"/>
                </a:cubicBezTo>
                <a:cubicBezTo>
                  <a:pt x="342815" y="117551"/>
                  <a:pt x="346123" y="116541"/>
                  <a:pt x="349046" y="114519"/>
                </a:cubicBezTo>
                <a:cubicBezTo>
                  <a:pt x="351970" y="112498"/>
                  <a:pt x="353970" y="109991"/>
                  <a:pt x="355047" y="106997"/>
                </a:cubicBezTo>
                <a:cubicBezTo>
                  <a:pt x="356124" y="104003"/>
                  <a:pt x="356662" y="96673"/>
                  <a:pt x="356662" y="85007"/>
                </a:cubicBezTo>
                <a:lnTo>
                  <a:pt x="356662" y="50621"/>
                </a:lnTo>
                <a:lnTo>
                  <a:pt x="378280" y="50621"/>
                </a:lnTo>
                <a:lnTo>
                  <a:pt x="378280" y="132322"/>
                </a:lnTo>
                <a:lnTo>
                  <a:pt x="358201" y="132322"/>
                </a:lnTo>
                <a:close/>
                <a:moveTo>
                  <a:pt x="447317" y="106319"/>
                </a:moveTo>
                <a:lnTo>
                  <a:pt x="468858" y="110012"/>
                </a:lnTo>
                <a:cubicBezTo>
                  <a:pt x="466088" y="117884"/>
                  <a:pt x="461716" y="123879"/>
                  <a:pt x="455741" y="127994"/>
                </a:cubicBezTo>
                <a:cubicBezTo>
                  <a:pt x="449766" y="132110"/>
                  <a:pt x="442291" y="134168"/>
                  <a:pt x="433316" y="134168"/>
                </a:cubicBezTo>
                <a:cubicBezTo>
                  <a:pt x="419109" y="134168"/>
                  <a:pt x="408595" y="129527"/>
                  <a:pt x="401774" y="120244"/>
                </a:cubicBezTo>
                <a:cubicBezTo>
                  <a:pt x="396389" y="112807"/>
                  <a:pt x="393696" y="103421"/>
                  <a:pt x="393696" y="92087"/>
                </a:cubicBezTo>
                <a:cubicBezTo>
                  <a:pt x="393696" y="78547"/>
                  <a:pt x="397235" y="67943"/>
                  <a:pt x="404313" y="60276"/>
                </a:cubicBezTo>
                <a:cubicBezTo>
                  <a:pt x="411390" y="52608"/>
                  <a:pt x="420340" y="48774"/>
                  <a:pt x="431162" y="48774"/>
                </a:cubicBezTo>
                <a:cubicBezTo>
                  <a:pt x="443317" y="48774"/>
                  <a:pt x="452907" y="52788"/>
                  <a:pt x="459934" y="60814"/>
                </a:cubicBezTo>
                <a:cubicBezTo>
                  <a:pt x="466960" y="68841"/>
                  <a:pt x="470320" y="81137"/>
                  <a:pt x="470012" y="97703"/>
                </a:cubicBezTo>
                <a:lnTo>
                  <a:pt x="415852" y="97703"/>
                </a:lnTo>
                <a:cubicBezTo>
                  <a:pt x="416006" y="104114"/>
                  <a:pt x="417750" y="109101"/>
                  <a:pt x="421084" y="112666"/>
                </a:cubicBezTo>
                <a:cubicBezTo>
                  <a:pt x="424417" y="116230"/>
                  <a:pt x="428572" y="118013"/>
                  <a:pt x="433546" y="118013"/>
                </a:cubicBezTo>
                <a:cubicBezTo>
                  <a:pt x="436931" y="118013"/>
                  <a:pt x="439778" y="117089"/>
                  <a:pt x="442086" y="115243"/>
                </a:cubicBezTo>
                <a:cubicBezTo>
                  <a:pt x="444394" y="113397"/>
                  <a:pt x="446138" y="110422"/>
                  <a:pt x="447317" y="106319"/>
                </a:cubicBezTo>
                <a:moveTo>
                  <a:pt x="448548" y="84471"/>
                </a:moveTo>
                <a:cubicBezTo>
                  <a:pt x="448394" y="78239"/>
                  <a:pt x="446779" y="73501"/>
                  <a:pt x="443701" y="70258"/>
                </a:cubicBezTo>
                <a:cubicBezTo>
                  <a:pt x="440624" y="67014"/>
                  <a:pt x="436880" y="65392"/>
                  <a:pt x="432469" y="65392"/>
                </a:cubicBezTo>
                <a:cubicBezTo>
                  <a:pt x="427751" y="65392"/>
                  <a:pt x="423853" y="67103"/>
                  <a:pt x="420776" y="70524"/>
                </a:cubicBezTo>
                <a:cubicBezTo>
                  <a:pt x="417699" y="73948"/>
                  <a:pt x="416186" y="78597"/>
                  <a:pt x="416237" y="84471"/>
                </a:cubicBezTo>
                <a:lnTo>
                  <a:pt x="448548" y="84471"/>
                </a:lnTo>
                <a:close/>
                <a:moveTo>
                  <a:pt x="530755" y="19541"/>
                </a:moveTo>
                <a:lnTo>
                  <a:pt x="572375" y="19541"/>
                </a:lnTo>
                <a:cubicBezTo>
                  <a:pt x="581761" y="19541"/>
                  <a:pt x="588915" y="20259"/>
                  <a:pt x="593839" y="21695"/>
                </a:cubicBezTo>
                <a:cubicBezTo>
                  <a:pt x="600455" y="23644"/>
                  <a:pt x="606122" y="27105"/>
                  <a:pt x="610841" y="32080"/>
                </a:cubicBezTo>
                <a:cubicBezTo>
                  <a:pt x="615559" y="37055"/>
                  <a:pt x="619149" y="43146"/>
                  <a:pt x="621611" y="50352"/>
                </a:cubicBezTo>
                <a:cubicBezTo>
                  <a:pt x="624073" y="57557"/>
                  <a:pt x="625304" y="66443"/>
                  <a:pt x="625304" y="77008"/>
                </a:cubicBezTo>
                <a:cubicBezTo>
                  <a:pt x="625304" y="86291"/>
                  <a:pt x="624150" y="94292"/>
                  <a:pt x="621842" y="101011"/>
                </a:cubicBezTo>
                <a:cubicBezTo>
                  <a:pt x="619021" y="109217"/>
                  <a:pt x="614995" y="115859"/>
                  <a:pt x="609764" y="120936"/>
                </a:cubicBezTo>
                <a:cubicBezTo>
                  <a:pt x="605814" y="124783"/>
                  <a:pt x="600480" y="127783"/>
                  <a:pt x="593762" y="129937"/>
                </a:cubicBezTo>
                <a:cubicBezTo>
                  <a:pt x="588736" y="131527"/>
                  <a:pt x="582017" y="132322"/>
                  <a:pt x="573606" y="132322"/>
                </a:cubicBezTo>
                <a:lnTo>
                  <a:pt x="530755" y="132322"/>
                </a:lnTo>
                <a:lnTo>
                  <a:pt x="530755" y="19541"/>
                </a:lnTo>
                <a:moveTo>
                  <a:pt x="553527" y="38620"/>
                </a:moveTo>
                <a:lnTo>
                  <a:pt x="553527" y="113243"/>
                </a:lnTo>
                <a:lnTo>
                  <a:pt x="570529" y="113243"/>
                </a:lnTo>
                <a:cubicBezTo>
                  <a:pt x="576888" y="113243"/>
                  <a:pt x="581478" y="112884"/>
                  <a:pt x="584299" y="112166"/>
                </a:cubicBezTo>
                <a:cubicBezTo>
                  <a:pt x="587992" y="111244"/>
                  <a:pt x="591056" y="109682"/>
                  <a:pt x="593493" y="107480"/>
                </a:cubicBezTo>
                <a:cubicBezTo>
                  <a:pt x="595929" y="105276"/>
                  <a:pt x="597916" y="101651"/>
                  <a:pt x="599455" y="96604"/>
                </a:cubicBezTo>
                <a:cubicBezTo>
                  <a:pt x="600993" y="91557"/>
                  <a:pt x="601763" y="84679"/>
                  <a:pt x="601763" y="75970"/>
                </a:cubicBezTo>
                <a:cubicBezTo>
                  <a:pt x="601763" y="67260"/>
                  <a:pt x="600993" y="60575"/>
                  <a:pt x="599455" y="55912"/>
                </a:cubicBezTo>
                <a:cubicBezTo>
                  <a:pt x="597916" y="51250"/>
                  <a:pt x="595762" y="47612"/>
                  <a:pt x="592992" y="45000"/>
                </a:cubicBezTo>
                <a:cubicBezTo>
                  <a:pt x="590223" y="42386"/>
                  <a:pt x="586710" y="40618"/>
                  <a:pt x="582453" y="39697"/>
                </a:cubicBezTo>
                <a:cubicBezTo>
                  <a:pt x="579273" y="38979"/>
                  <a:pt x="573042" y="38620"/>
                  <a:pt x="563759" y="38620"/>
                </a:cubicBezTo>
                <a:lnTo>
                  <a:pt x="553527" y="38620"/>
                </a:lnTo>
                <a:close/>
                <a:moveTo>
                  <a:pt x="644563" y="132322"/>
                </a:moveTo>
                <a:lnTo>
                  <a:pt x="644563" y="19541"/>
                </a:lnTo>
                <a:lnTo>
                  <a:pt x="666719" y="19541"/>
                </a:lnTo>
                <a:lnTo>
                  <a:pt x="712878" y="95017"/>
                </a:lnTo>
                <a:lnTo>
                  <a:pt x="712878" y="19541"/>
                </a:lnTo>
                <a:lnTo>
                  <a:pt x="734034" y="19541"/>
                </a:lnTo>
                <a:lnTo>
                  <a:pt x="734034" y="132322"/>
                </a:lnTo>
                <a:lnTo>
                  <a:pt x="711185" y="132322"/>
                </a:lnTo>
                <a:lnTo>
                  <a:pt x="665719" y="58569"/>
                </a:lnTo>
                <a:lnTo>
                  <a:pt x="665719" y="132322"/>
                </a:lnTo>
                <a:lnTo>
                  <a:pt x="644563" y="132322"/>
                </a:lnTo>
                <a:close/>
                <a:moveTo>
                  <a:pt x="752062" y="95703"/>
                </a:moveTo>
                <a:lnTo>
                  <a:pt x="774218" y="93548"/>
                </a:lnTo>
                <a:cubicBezTo>
                  <a:pt x="775551" y="101012"/>
                  <a:pt x="778257" y="106495"/>
                  <a:pt x="782334" y="109995"/>
                </a:cubicBezTo>
                <a:cubicBezTo>
                  <a:pt x="786411" y="113494"/>
                  <a:pt x="791912" y="115243"/>
                  <a:pt x="798836" y="115243"/>
                </a:cubicBezTo>
                <a:cubicBezTo>
                  <a:pt x="806170" y="115243"/>
                  <a:pt x="811696" y="113687"/>
                  <a:pt x="815415" y="110574"/>
                </a:cubicBezTo>
                <a:cubicBezTo>
                  <a:pt x="819133" y="107462"/>
                  <a:pt x="820992" y="103821"/>
                  <a:pt x="820992" y="99652"/>
                </a:cubicBezTo>
                <a:cubicBezTo>
                  <a:pt x="820992" y="96978"/>
                  <a:pt x="820210" y="94702"/>
                  <a:pt x="818646" y="92825"/>
                </a:cubicBezTo>
                <a:cubicBezTo>
                  <a:pt x="817081" y="90946"/>
                  <a:pt x="814350" y="89312"/>
                  <a:pt x="810452" y="87923"/>
                </a:cubicBezTo>
                <a:cubicBezTo>
                  <a:pt x="807786" y="86998"/>
                  <a:pt x="801708" y="85354"/>
                  <a:pt x="792220" y="82990"/>
                </a:cubicBezTo>
                <a:cubicBezTo>
                  <a:pt x="780013" y="79957"/>
                  <a:pt x="771448" y="76231"/>
                  <a:pt x="766525" y="71811"/>
                </a:cubicBezTo>
                <a:cubicBezTo>
                  <a:pt x="759601" y="65592"/>
                  <a:pt x="756139" y="58012"/>
                  <a:pt x="756139" y="49070"/>
                </a:cubicBezTo>
                <a:cubicBezTo>
                  <a:pt x="756139" y="43315"/>
                  <a:pt x="757767" y="37932"/>
                  <a:pt x="761024" y="32922"/>
                </a:cubicBezTo>
                <a:cubicBezTo>
                  <a:pt x="764281" y="27910"/>
                  <a:pt x="768974" y="24094"/>
                  <a:pt x="775103" y="21473"/>
                </a:cubicBezTo>
                <a:cubicBezTo>
                  <a:pt x="781231" y="18851"/>
                  <a:pt x="788630" y="17540"/>
                  <a:pt x="797297" y="17540"/>
                </a:cubicBezTo>
                <a:cubicBezTo>
                  <a:pt x="811453" y="17540"/>
                  <a:pt x="822108" y="20658"/>
                  <a:pt x="829262" y="26892"/>
                </a:cubicBezTo>
                <a:cubicBezTo>
                  <a:pt x="836417" y="33125"/>
                  <a:pt x="840174" y="41445"/>
                  <a:pt x="840533" y="51852"/>
                </a:cubicBezTo>
                <a:lnTo>
                  <a:pt x="817761" y="52775"/>
                </a:lnTo>
                <a:cubicBezTo>
                  <a:pt x="816786" y="46979"/>
                  <a:pt x="814697" y="42812"/>
                  <a:pt x="811491" y="40274"/>
                </a:cubicBezTo>
                <a:cubicBezTo>
                  <a:pt x="808286" y="37735"/>
                  <a:pt x="803477" y="36465"/>
                  <a:pt x="797066" y="36465"/>
                </a:cubicBezTo>
                <a:cubicBezTo>
                  <a:pt x="790450" y="36465"/>
                  <a:pt x="785270" y="37825"/>
                  <a:pt x="781526" y="40545"/>
                </a:cubicBezTo>
                <a:cubicBezTo>
                  <a:pt x="779116" y="42289"/>
                  <a:pt x="777911" y="44623"/>
                  <a:pt x="777911" y="47548"/>
                </a:cubicBezTo>
                <a:cubicBezTo>
                  <a:pt x="777911" y="50217"/>
                  <a:pt x="779039" y="52500"/>
                  <a:pt x="781295" y="54398"/>
                </a:cubicBezTo>
                <a:cubicBezTo>
                  <a:pt x="784168" y="56810"/>
                  <a:pt x="791143" y="59326"/>
                  <a:pt x="802221" y="61947"/>
                </a:cubicBezTo>
                <a:cubicBezTo>
                  <a:pt x="813299" y="64567"/>
                  <a:pt x="821492" y="67278"/>
                  <a:pt x="826800" y="70080"/>
                </a:cubicBezTo>
                <a:cubicBezTo>
                  <a:pt x="832109" y="72880"/>
                  <a:pt x="836263" y="76708"/>
                  <a:pt x="839263" y="81564"/>
                </a:cubicBezTo>
                <a:cubicBezTo>
                  <a:pt x="842264" y="86419"/>
                  <a:pt x="843764" y="92418"/>
                  <a:pt x="843764" y="99561"/>
                </a:cubicBezTo>
                <a:cubicBezTo>
                  <a:pt x="843764" y="106035"/>
                  <a:pt x="841969" y="112098"/>
                  <a:pt x="838379" y="117751"/>
                </a:cubicBezTo>
                <a:cubicBezTo>
                  <a:pt x="834788" y="123403"/>
                  <a:pt x="829711" y="127604"/>
                  <a:pt x="823146" y="130353"/>
                </a:cubicBezTo>
                <a:cubicBezTo>
                  <a:pt x="816581" y="133102"/>
                  <a:pt x="808401" y="134476"/>
                  <a:pt x="798605" y="134476"/>
                </a:cubicBezTo>
                <a:cubicBezTo>
                  <a:pt x="784347" y="134476"/>
                  <a:pt x="773397" y="131174"/>
                  <a:pt x="765755" y="124571"/>
                </a:cubicBezTo>
                <a:cubicBezTo>
                  <a:pt x="758114" y="117968"/>
                  <a:pt x="753549" y="108345"/>
                  <a:pt x="752062" y="95703"/>
                </a:cubicBezTo>
                <a:close/>
                <a:moveTo>
                  <a:pt x="926220" y="132322"/>
                </a:moveTo>
                <a:lnTo>
                  <a:pt x="904602" y="132322"/>
                </a:lnTo>
                <a:lnTo>
                  <a:pt x="904602" y="50621"/>
                </a:lnTo>
                <a:lnTo>
                  <a:pt x="924681" y="50621"/>
                </a:lnTo>
                <a:lnTo>
                  <a:pt x="924681" y="62237"/>
                </a:lnTo>
                <a:cubicBezTo>
                  <a:pt x="928118" y="56750"/>
                  <a:pt x="931208" y="53134"/>
                  <a:pt x="933952" y="51390"/>
                </a:cubicBezTo>
                <a:cubicBezTo>
                  <a:pt x="936696" y="49646"/>
                  <a:pt x="939811" y="48774"/>
                  <a:pt x="943299" y="48774"/>
                </a:cubicBezTo>
                <a:cubicBezTo>
                  <a:pt x="948222" y="48774"/>
                  <a:pt x="952967" y="50134"/>
                  <a:pt x="957531" y="52852"/>
                </a:cubicBezTo>
                <a:lnTo>
                  <a:pt x="950838" y="71700"/>
                </a:lnTo>
                <a:cubicBezTo>
                  <a:pt x="947197" y="69341"/>
                  <a:pt x="943812" y="68161"/>
                  <a:pt x="940683" y="68161"/>
                </a:cubicBezTo>
                <a:cubicBezTo>
                  <a:pt x="937657" y="68161"/>
                  <a:pt x="935093" y="68995"/>
                  <a:pt x="932990" y="70661"/>
                </a:cubicBezTo>
                <a:cubicBezTo>
                  <a:pt x="930887" y="72328"/>
                  <a:pt x="929233" y="75341"/>
                  <a:pt x="928028" y="79701"/>
                </a:cubicBezTo>
                <a:cubicBezTo>
                  <a:pt x="926823" y="84060"/>
                  <a:pt x="926220" y="93189"/>
                  <a:pt x="926220" y="107088"/>
                </a:cubicBezTo>
                <a:lnTo>
                  <a:pt x="926220" y="132322"/>
                </a:lnTo>
                <a:close/>
                <a:moveTo>
                  <a:pt x="1014068" y="106319"/>
                </a:moveTo>
                <a:lnTo>
                  <a:pt x="1035609" y="110012"/>
                </a:lnTo>
                <a:cubicBezTo>
                  <a:pt x="1032840" y="117884"/>
                  <a:pt x="1028467" y="123879"/>
                  <a:pt x="1022492" y="127994"/>
                </a:cubicBezTo>
                <a:cubicBezTo>
                  <a:pt x="1016517" y="132110"/>
                  <a:pt x="1009042" y="134168"/>
                  <a:pt x="1000067" y="134168"/>
                </a:cubicBezTo>
                <a:cubicBezTo>
                  <a:pt x="985860" y="134168"/>
                  <a:pt x="975346" y="129527"/>
                  <a:pt x="968525" y="120244"/>
                </a:cubicBezTo>
                <a:cubicBezTo>
                  <a:pt x="963140" y="112807"/>
                  <a:pt x="960447" y="103421"/>
                  <a:pt x="960447" y="92087"/>
                </a:cubicBezTo>
                <a:cubicBezTo>
                  <a:pt x="960447" y="78547"/>
                  <a:pt x="963986" y="67943"/>
                  <a:pt x="971064" y="60276"/>
                </a:cubicBezTo>
                <a:cubicBezTo>
                  <a:pt x="978141" y="52608"/>
                  <a:pt x="987091" y="48774"/>
                  <a:pt x="997913" y="48774"/>
                </a:cubicBezTo>
                <a:cubicBezTo>
                  <a:pt x="1010068" y="48774"/>
                  <a:pt x="1019659" y="52788"/>
                  <a:pt x="1026685" y="60814"/>
                </a:cubicBezTo>
                <a:cubicBezTo>
                  <a:pt x="1033712" y="68841"/>
                  <a:pt x="1037071" y="81137"/>
                  <a:pt x="1036763" y="97703"/>
                </a:cubicBezTo>
                <a:lnTo>
                  <a:pt x="982604" y="97703"/>
                </a:lnTo>
                <a:cubicBezTo>
                  <a:pt x="982757" y="104114"/>
                  <a:pt x="984501" y="109101"/>
                  <a:pt x="987835" y="112666"/>
                </a:cubicBezTo>
                <a:cubicBezTo>
                  <a:pt x="991169" y="116230"/>
                  <a:pt x="995323" y="118013"/>
                  <a:pt x="1000298" y="118013"/>
                </a:cubicBezTo>
                <a:cubicBezTo>
                  <a:pt x="1003683" y="118013"/>
                  <a:pt x="1006529" y="117089"/>
                  <a:pt x="1008837" y="115243"/>
                </a:cubicBezTo>
                <a:cubicBezTo>
                  <a:pt x="1011145" y="113397"/>
                  <a:pt x="1012889" y="110422"/>
                  <a:pt x="1014068" y="106319"/>
                </a:cubicBezTo>
                <a:moveTo>
                  <a:pt x="1015299" y="84471"/>
                </a:moveTo>
                <a:cubicBezTo>
                  <a:pt x="1015145" y="78239"/>
                  <a:pt x="1013530" y="73501"/>
                  <a:pt x="1010453" y="70258"/>
                </a:cubicBezTo>
                <a:cubicBezTo>
                  <a:pt x="1007375" y="67014"/>
                  <a:pt x="1003631" y="65392"/>
                  <a:pt x="999221" y="65392"/>
                </a:cubicBezTo>
                <a:cubicBezTo>
                  <a:pt x="994502" y="65392"/>
                  <a:pt x="990604" y="67103"/>
                  <a:pt x="987527" y="70524"/>
                </a:cubicBezTo>
                <a:cubicBezTo>
                  <a:pt x="984450" y="73948"/>
                  <a:pt x="982937" y="78597"/>
                  <a:pt x="982988" y="84471"/>
                </a:cubicBezTo>
                <a:lnTo>
                  <a:pt x="1015299" y="84471"/>
                </a:lnTo>
                <a:close/>
                <a:moveTo>
                  <a:pt x="1046504" y="109089"/>
                </a:moveTo>
                <a:lnTo>
                  <a:pt x="1068199" y="105704"/>
                </a:lnTo>
                <a:cubicBezTo>
                  <a:pt x="1069122" y="109884"/>
                  <a:pt x="1070994" y="113057"/>
                  <a:pt x="1073815" y="115224"/>
                </a:cubicBezTo>
                <a:cubicBezTo>
                  <a:pt x="1076636" y="117391"/>
                  <a:pt x="1080585" y="118474"/>
                  <a:pt x="1085663" y="118474"/>
                </a:cubicBezTo>
                <a:cubicBezTo>
                  <a:pt x="1091253" y="118474"/>
                  <a:pt x="1095458" y="117450"/>
                  <a:pt x="1098279" y="115402"/>
                </a:cubicBezTo>
                <a:cubicBezTo>
                  <a:pt x="1100177" y="113967"/>
                  <a:pt x="1101126" y="112046"/>
                  <a:pt x="1101126" y="109639"/>
                </a:cubicBezTo>
                <a:cubicBezTo>
                  <a:pt x="1101126" y="108000"/>
                  <a:pt x="1100613" y="106642"/>
                  <a:pt x="1099587" y="105567"/>
                </a:cubicBezTo>
                <a:cubicBezTo>
                  <a:pt x="1098510" y="104542"/>
                  <a:pt x="1096100" y="103595"/>
                  <a:pt x="1092356" y="102725"/>
                </a:cubicBezTo>
                <a:cubicBezTo>
                  <a:pt x="1074918" y="98885"/>
                  <a:pt x="1063865" y="95376"/>
                  <a:pt x="1059198" y="92200"/>
                </a:cubicBezTo>
                <a:cubicBezTo>
                  <a:pt x="1052736" y="87792"/>
                  <a:pt x="1049505" y="81669"/>
                  <a:pt x="1049505" y="73830"/>
                </a:cubicBezTo>
                <a:cubicBezTo>
                  <a:pt x="1049505" y="66759"/>
                  <a:pt x="1052300" y="60815"/>
                  <a:pt x="1057890" y="55999"/>
                </a:cubicBezTo>
                <a:cubicBezTo>
                  <a:pt x="1063481" y="51183"/>
                  <a:pt x="1072148" y="48774"/>
                  <a:pt x="1083893" y="48774"/>
                </a:cubicBezTo>
                <a:cubicBezTo>
                  <a:pt x="1095074" y="48774"/>
                  <a:pt x="1103382" y="50589"/>
                  <a:pt x="1108819" y="54217"/>
                </a:cubicBezTo>
                <a:cubicBezTo>
                  <a:pt x="1114255" y="57846"/>
                  <a:pt x="1117999" y="63212"/>
                  <a:pt x="1120051" y="70315"/>
                </a:cubicBezTo>
                <a:lnTo>
                  <a:pt x="1099664" y="74162"/>
                </a:lnTo>
                <a:cubicBezTo>
                  <a:pt x="1098792" y="70982"/>
                  <a:pt x="1097138" y="68546"/>
                  <a:pt x="1094702" y="66853"/>
                </a:cubicBezTo>
                <a:cubicBezTo>
                  <a:pt x="1092266" y="65161"/>
                  <a:pt x="1088791" y="64315"/>
                  <a:pt x="1084278" y="64315"/>
                </a:cubicBezTo>
                <a:cubicBezTo>
                  <a:pt x="1078585" y="64315"/>
                  <a:pt x="1074507" y="65109"/>
                  <a:pt x="1072046" y="66697"/>
                </a:cubicBezTo>
                <a:cubicBezTo>
                  <a:pt x="1070404" y="67822"/>
                  <a:pt x="1069584" y="69281"/>
                  <a:pt x="1069584" y="71075"/>
                </a:cubicBezTo>
                <a:cubicBezTo>
                  <a:pt x="1069584" y="72610"/>
                  <a:pt x="1070302" y="73916"/>
                  <a:pt x="1071738" y="74991"/>
                </a:cubicBezTo>
                <a:cubicBezTo>
                  <a:pt x="1073687" y="76426"/>
                  <a:pt x="1080418" y="78449"/>
                  <a:pt x="1091932" y="81062"/>
                </a:cubicBezTo>
                <a:cubicBezTo>
                  <a:pt x="1103446" y="83674"/>
                  <a:pt x="1111486" y="86879"/>
                  <a:pt x="1116050" y="90676"/>
                </a:cubicBezTo>
                <a:cubicBezTo>
                  <a:pt x="1120564" y="94525"/>
                  <a:pt x="1122820" y="99888"/>
                  <a:pt x="1122820" y="106764"/>
                </a:cubicBezTo>
                <a:cubicBezTo>
                  <a:pt x="1122820" y="114257"/>
                  <a:pt x="1119692" y="120697"/>
                  <a:pt x="1113435" y="126086"/>
                </a:cubicBezTo>
                <a:cubicBezTo>
                  <a:pt x="1107178" y="131474"/>
                  <a:pt x="1097920" y="134168"/>
                  <a:pt x="1085663" y="134168"/>
                </a:cubicBezTo>
                <a:cubicBezTo>
                  <a:pt x="1074533" y="134168"/>
                  <a:pt x="1065725" y="131919"/>
                  <a:pt x="1059237" y="127420"/>
                </a:cubicBezTo>
                <a:cubicBezTo>
                  <a:pt x="1052749" y="122919"/>
                  <a:pt x="1048505" y="116809"/>
                  <a:pt x="1046504" y="109089"/>
                </a:cubicBezTo>
                <a:close/>
                <a:moveTo>
                  <a:pt x="1140870" y="50621"/>
                </a:moveTo>
                <a:lnTo>
                  <a:pt x="1161026" y="50621"/>
                </a:lnTo>
                <a:lnTo>
                  <a:pt x="1161026" y="62622"/>
                </a:lnTo>
                <a:cubicBezTo>
                  <a:pt x="1163642" y="58519"/>
                  <a:pt x="1167181" y="55185"/>
                  <a:pt x="1171643" y="52621"/>
                </a:cubicBezTo>
                <a:cubicBezTo>
                  <a:pt x="1176105" y="50057"/>
                  <a:pt x="1181054" y="48774"/>
                  <a:pt x="1186490" y="48774"/>
                </a:cubicBezTo>
                <a:cubicBezTo>
                  <a:pt x="1195979" y="48774"/>
                  <a:pt x="1204031" y="52493"/>
                  <a:pt x="1210647" y="59929"/>
                </a:cubicBezTo>
                <a:cubicBezTo>
                  <a:pt x="1217263" y="67366"/>
                  <a:pt x="1220571" y="77726"/>
                  <a:pt x="1220571" y="91010"/>
                </a:cubicBezTo>
                <a:cubicBezTo>
                  <a:pt x="1220571" y="104652"/>
                  <a:pt x="1217237" y="115256"/>
                  <a:pt x="1210570" y="122821"/>
                </a:cubicBezTo>
                <a:cubicBezTo>
                  <a:pt x="1203903" y="130386"/>
                  <a:pt x="1195825" y="134168"/>
                  <a:pt x="1186337" y="134168"/>
                </a:cubicBezTo>
                <a:cubicBezTo>
                  <a:pt x="1181823" y="134168"/>
                  <a:pt x="1177733" y="133271"/>
                  <a:pt x="1174066" y="131476"/>
                </a:cubicBezTo>
                <a:cubicBezTo>
                  <a:pt x="1170399" y="129681"/>
                  <a:pt x="1166540" y="126603"/>
                  <a:pt x="1162488" y="122244"/>
                </a:cubicBezTo>
                <a:lnTo>
                  <a:pt x="1162488" y="163402"/>
                </a:lnTo>
                <a:lnTo>
                  <a:pt x="1140870" y="163402"/>
                </a:lnTo>
                <a:lnTo>
                  <a:pt x="1140870" y="50621"/>
                </a:lnTo>
                <a:moveTo>
                  <a:pt x="1162257" y="90050"/>
                </a:moveTo>
                <a:cubicBezTo>
                  <a:pt x="1162257" y="99217"/>
                  <a:pt x="1164078" y="105989"/>
                  <a:pt x="1167719" y="110368"/>
                </a:cubicBezTo>
                <a:cubicBezTo>
                  <a:pt x="1171361" y="114746"/>
                  <a:pt x="1175797" y="116936"/>
                  <a:pt x="1181028" y="116936"/>
                </a:cubicBezTo>
                <a:cubicBezTo>
                  <a:pt x="1186054" y="116936"/>
                  <a:pt x="1190234" y="114926"/>
                  <a:pt x="1193568" y="110906"/>
                </a:cubicBezTo>
                <a:cubicBezTo>
                  <a:pt x="1196902" y="106886"/>
                  <a:pt x="1198569" y="100293"/>
                  <a:pt x="1198569" y="91125"/>
                </a:cubicBezTo>
                <a:cubicBezTo>
                  <a:pt x="1198569" y="82573"/>
                  <a:pt x="1196850" y="76223"/>
                  <a:pt x="1193414" y="72075"/>
                </a:cubicBezTo>
                <a:cubicBezTo>
                  <a:pt x="1189978" y="67927"/>
                  <a:pt x="1185721" y="65853"/>
                  <a:pt x="1180644" y="65853"/>
                </a:cubicBezTo>
                <a:cubicBezTo>
                  <a:pt x="1175361" y="65853"/>
                  <a:pt x="1170976" y="67889"/>
                  <a:pt x="1167488" y="71960"/>
                </a:cubicBezTo>
                <a:cubicBezTo>
                  <a:pt x="1164001" y="76031"/>
                  <a:pt x="1162257" y="82061"/>
                  <a:pt x="1162257" y="90050"/>
                </a:cubicBezTo>
                <a:close/>
                <a:moveTo>
                  <a:pt x="1232064" y="90317"/>
                </a:moveTo>
                <a:cubicBezTo>
                  <a:pt x="1232064" y="83137"/>
                  <a:pt x="1233833" y="76188"/>
                  <a:pt x="1237372" y="69469"/>
                </a:cubicBezTo>
                <a:cubicBezTo>
                  <a:pt x="1240911" y="62750"/>
                  <a:pt x="1245924" y="57622"/>
                  <a:pt x="1252412" y="54083"/>
                </a:cubicBezTo>
                <a:cubicBezTo>
                  <a:pt x="1258900" y="50544"/>
                  <a:pt x="1266144" y="48774"/>
                  <a:pt x="1274145" y="48774"/>
                </a:cubicBezTo>
                <a:cubicBezTo>
                  <a:pt x="1286505" y="48774"/>
                  <a:pt x="1296635" y="52788"/>
                  <a:pt x="1304533" y="60814"/>
                </a:cubicBezTo>
                <a:cubicBezTo>
                  <a:pt x="1312431" y="68841"/>
                  <a:pt x="1316380" y="78983"/>
                  <a:pt x="1316380" y="91241"/>
                </a:cubicBezTo>
                <a:cubicBezTo>
                  <a:pt x="1316380" y="103601"/>
                  <a:pt x="1312393" y="113846"/>
                  <a:pt x="1304417" y="121975"/>
                </a:cubicBezTo>
                <a:cubicBezTo>
                  <a:pt x="1296442" y="130104"/>
                  <a:pt x="1286403" y="134168"/>
                  <a:pt x="1274299" y="134168"/>
                </a:cubicBezTo>
                <a:cubicBezTo>
                  <a:pt x="1266811" y="134168"/>
                  <a:pt x="1259669" y="132476"/>
                  <a:pt x="1252874" y="129091"/>
                </a:cubicBezTo>
                <a:cubicBezTo>
                  <a:pt x="1246078" y="125706"/>
                  <a:pt x="1240911" y="120744"/>
                  <a:pt x="1237372" y="114205"/>
                </a:cubicBezTo>
                <a:cubicBezTo>
                  <a:pt x="1233833" y="107665"/>
                  <a:pt x="1232064" y="99703"/>
                  <a:pt x="1232064" y="90317"/>
                </a:cubicBezTo>
                <a:moveTo>
                  <a:pt x="1254220" y="91471"/>
                </a:moveTo>
                <a:cubicBezTo>
                  <a:pt x="1254220" y="99549"/>
                  <a:pt x="1256143" y="105736"/>
                  <a:pt x="1259990" y="110031"/>
                </a:cubicBezTo>
                <a:cubicBezTo>
                  <a:pt x="1263836" y="114326"/>
                  <a:pt x="1268580" y="116474"/>
                  <a:pt x="1274222" y="116474"/>
                </a:cubicBezTo>
                <a:cubicBezTo>
                  <a:pt x="1279864" y="116474"/>
                  <a:pt x="1284595" y="114326"/>
                  <a:pt x="1288416" y="110031"/>
                </a:cubicBezTo>
                <a:cubicBezTo>
                  <a:pt x="1292237" y="105736"/>
                  <a:pt x="1294147" y="99498"/>
                  <a:pt x="1294147" y="91317"/>
                </a:cubicBezTo>
                <a:cubicBezTo>
                  <a:pt x="1294147" y="83342"/>
                  <a:pt x="1292237" y="77207"/>
                  <a:pt x="1288416" y="72912"/>
                </a:cubicBezTo>
                <a:cubicBezTo>
                  <a:pt x="1284595" y="68616"/>
                  <a:pt x="1279864" y="66469"/>
                  <a:pt x="1274222" y="66469"/>
                </a:cubicBezTo>
                <a:cubicBezTo>
                  <a:pt x="1268580" y="66469"/>
                  <a:pt x="1263836" y="68616"/>
                  <a:pt x="1259990" y="72912"/>
                </a:cubicBezTo>
                <a:cubicBezTo>
                  <a:pt x="1256143" y="77207"/>
                  <a:pt x="1254220" y="83394"/>
                  <a:pt x="1254220" y="91471"/>
                </a:cubicBezTo>
                <a:close/>
                <a:moveTo>
                  <a:pt x="1406958" y="132322"/>
                </a:moveTo>
                <a:lnTo>
                  <a:pt x="1385340" y="132322"/>
                </a:lnTo>
                <a:lnTo>
                  <a:pt x="1385340" y="90673"/>
                </a:lnTo>
                <a:cubicBezTo>
                  <a:pt x="1385340" y="81861"/>
                  <a:pt x="1384879" y="76162"/>
                  <a:pt x="1383956" y="73575"/>
                </a:cubicBezTo>
                <a:cubicBezTo>
                  <a:pt x="1383032" y="70988"/>
                  <a:pt x="1381532" y="68978"/>
                  <a:pt x="1379455" y="67543"/>
                </a:cubicBezTo>
                <a:cubicBezTo>
                  <a:pt x="1377378" y="66109"/>
                  <a:pt x="1374878" y="65392"/>
                  <a:pt x="1371954" y="65392"/>
                </a:cubicBezTo>
                <a:cubicBezTo>
                  <a:pt x="1368210" y="65392"/>
                  <a:pt x="1364851" y="66417"/>
                  <a:pt x="1361876" y="68466"/>
                </a:cubicBezTo>
                <a:cubicBezTo>
                  <a:pt x="1358902" y="70515"/>
                  <a:pt x="1356863" y="73230"/>
                  <a:pt x="1355760" y="76612"/>
                </a:cubicBezTo>
                <a:cubicBezTo>
                  <a:pt x="1354658" y="79992"/>
                  <a:pt x="1354106" y="86242"/>
                  <a:pt x="1354106" y="95361"/>
                </a:cubicBezTo>
                <a:lnTo>
                  <a:pt x="1354106" y="132322"/>
                </a:lnTo>
                <a:lnTo>
                  <a:pt x="1332489" y="132322"/>
                </a:lnTo>
                <a:lnTo>
                  <a:pt x="1332489" y="50621"/>
                </a:lnTo>
                <a:lnTo>
                  <a:pt x="1352568" y="50621"/>
                </a:lnTo>
                <a:lnTo>
                  <a:pt x="1352568" y="62622"/>
                </a:lnTo>
                <a:cubicBezTo>
                  <a:pt x="1359697" y="53390"/>
                  <a:pt x="1368672" y="48774"/>
                  <a:pt x="1379494" y="48774"/>
                </a:cubicBezTo>
                <a:cubicBezTo>
                  <a:pt x="1384263" y="48774"/>
                  <a:pt x="1388623" y="49634"/>
                  <a:pt x="1392572" y="51352"/>
                </a:cubicBezTo>
                <a:cubicBezTo>
                  <a:pt x="1396521" y="53070"/>
                  <a:pt x="1399508" y="55262"/>
                  <a:pt x="1401534" y="57929"/>
                </a:cubicBezTo>
                <a:cubicBezTo>
                  <a:pt x="1403560" y="60596"/>
                  <a:pt x="1404971" y="63622"/>
                  <a:pt x="1405766" y="67007"/>
                </a:cubicBezTo>
                <a:cubicBezTo>
                  <a:pt x="1406561" y="70392"/>
                  <a:pt x="1406958" y="75239"/>
                  <a:pt x="1406958" y="81547"/>
                </a:cubicBezTo>
                <a:lnTo>
                  <a:pt x="1406958" y="132322"/>
                </a:lnTo>
                <a:close/>
                <a:moveTo>
                  <a:pt x="1420605" y="109089"/>
                </a:moveTo>
                <a:lnTo>
                  <a:pt x="1442299" y="105704"/>
                </a:lnTo>
                <a:cubicBezTo>
                  <a:pt x="1443222" y="109884"/>
                  <a:pt x="1445094" y="113057"/>
                  <a:pt x="1447915" y="115224"/>
                </a:cubicBezTo>
                <a:cubicBezTo>
                  <a:pt x="1450736" y="117391"/>
                  <a:pt x="1454685" y="118474"/>
                  <a:pt x="1459763" y="118474"/>
                </a:cubicBezTo>
                <a:cubicBezTo>
                  <a:pt x="1465353" y="118474"/>
                  <a:pt x="1469559" y="117450"/>
                  <a:pt x="1472379" y="115402"/>
                </a:cubicBezTo>
                <a:cubicBezTo>
                  <a:pt x="1474277" y="113967"/>
                  <a:pt x="1475226" y="112046"/>
                  <a:pt x="1475226" y="109639"/>
                </a:cubicBezTo>
                <a:cubicBezTo>
                  <a:pt x="1475226" y="108000"/>
                  <a:pt x="1474713" y="106642"/>
                  <a:pt x="1473687" y="105567"/>
                </a:cubicBezTo>
                <a:cubicBezTo>
                  <a:pt x="1472610" y="104542"/>
                  <a:pt x="1470200" y="103595"/>
                  <a:pt x="1466456" y="102725"/>
                </a:cubicBezTo>
                <a:cubicBezTo>
                  <a:pt x="1449018" y="98885"/>
                  <a:pt x="1437966" y="95376"/>
                  <a:pt x="1433298" y="92200"/>
                </a:cubicBezTo>
                <a:cubicBezTo>
                  <a:pt x="1426836" y="87792"/>
                  <a:pt x="1423605" y="81669"/>
                  <a:pt x="1423605" y="73830"/>
                </a:cubicBezTo>
                <a:cubicBezTo>
                  <a:pt x="1423605" y="66759"/>
                  <a:pt x="1426400" y="60815"/>
                  <a:pt x="1431991" y="55999"/>
                </a:cubicBezTo>
                <a:cubicBezTo>
                  <a:pt x="1437581" y="51183"/>
                  <a:pt x="1446248" y="48774"/>
                  <a:pt x="1457993" y="48774"/>
                </a:cubicBezTo>
                <a:cubicBezTo>
                  <a:pt x="1469174" y="48774"/>
                  <a:pt x="1477483" y="50589"/>
                  <a:pt x="1482919" y="54217"/>
                </a:cubicBezTo>
                <a:cubicBezTo>
                  <a:pt x="1488356" y="57846"/>
                  <a:pt x="1492100" y="63212"/>
                  <a:pt x="1494151" y="70315"/>
                </a:cubicBezTo>
                <a:lnTo>
                  <a:pt x="1473764" y="74162"/>
                </a:lnTo>
                <a:cubicBezTo>
                  <a:pt x="1472892" y="70982"/>
                  <a:pt x="1471238" y="68546"/>
                  <a:pt x="1468802" y="66853"/>
                </a:cubicBezTo>
                <a:cubicBezTo>
                  <a:pt x="1466366" y="65161"/>
                  <a:pt x="1462891" y="64315"/>
                  <a:pt x="1458378" y="64315"/>
                </a:cubicBezTo>
                <a:cubicBezTo>
                  <a:pt x="1452685" y="64315"/>
                  <a:pt x="1448608" y="65109"/>
                  <a:pt x="1446146" y="66697"/>
                </a:cubicBezTo>
                <a:cubicBezTo>
                  <a:pt x="1444505" y="67822"/>
                  <a:pt x="1443684" y="69281"/>
                  <a:pt x="1443684" y="71075"/>
                </a:cubicBezTo>
                <a:cubicBezTo>
                  <a:pt x="1443684" y="72610"/>
                  <a:pt x="1444402" y="73916"/>
                  <a:pt x="1445838" y="74991"/>
                </a:cubicBezTo>
                <a:cubicBezTo>
                  <a:pt x="1447787" y="76426"/>
                  <a:pt x="1454519" y="78449"/>
                  <a:pt x="1466033" y="81062"/>
                </a:cubicBezTo>
                <a:cubicBezTo>
                  <a:pt x="1477547" y="83674"/>
                  <a:pt x="1485586" y="86879"/>
                  <a:pt x="1490151" y="90676"/>
                </a:cubicBezTo>
                <a:cubicBezTo>
                  <a:pt x="1494664" y="94525"/>
                  <a:pt x="1496921" y="99888"/>
                  <a:pt x="1496921" y="106764"/>
                </a:cubicBezTo>
                <a:cubicBezTo>
                  <a:pt x="1496921" y="114257"/>
                  <a:pt x="1493792" y="120697"/>
                  <a:pt x="1487535" y="126086"/>
                </a:cubicBezTo>
                <a:cubicBezTo>
                  <a:pt x="1481278" y="131474"/>
                  <a:pt x="1472020" y="134168"/>
                  <a:pt x="1459763" y="134168"/>
                </a:cubicBezTo>
                <a:cubicBezTo>
                  <a:pt x="1448633" y="134168"/>
                  <a:pt x="1439825" y="131919"/>
                  <a:pt x="1433337" y="127420"/>
                </a:cubicBezTo>
                <a:cubicBezTo>
                  <a:pt x="1426849" y="122919"/>
                  <a:pt x="1422605" y="116809"/>
                  <a:pt x="1420605" y="109089"/>
                </a:cubicBezTo>
                <a:close/>
                <a:moveTo>
                  <a:pt x="1562899" y="106319"/>
                </a:moveTo>
                <a:lnTo>
                  <a:pt x="1584439" y="110012"/>
                </a:lnTo>
                <a:cubicBezTo>
                  <a:pt x="1581670" y="117884"/>
                  <a:pt x="1577298" y="123879"/>
                  <a:pt x="1571323" y="127994"/>
                </a:cubicBezTo>
                <a:cubicBezTo>
                  <a:pt x="1565348" y="132110"/>
                  <a:pt x="1557872" y="134168"/>
                  <a:pt x="1548897" y="134168"/>
                </a:cubicBezTo>
                <a:cubicBezTo>
                  <a:pt x="1534690" y="134168"/>
                  <a:pt x="1524176" y="129527"/>
                  <a:pt x="1517355" y="120244"/>
                </a:cubicBezTo>
                <a:cubicBezTo>
                  <a:pt x="1511970" y="112807"/>
                  <a:pt x="1509277" y="103421"/>
                  <a:pt x="1509277" y="92087"/>
                </a:cubicBezTo>
                <a:cubicBezTo>
                  <a:pt x="1509277" y="78547"/>
                  <a:pt x="1512816" y="67943"/>
                  <a:pt x="1519894" y="60276"/>
                </a:cubicBezTo>
                <a:cubicBezTo>
                  <a:pt x="1526972" y="52608"/>
                  <a:pt x="1535921" y="48774"/>
                  <a:pt x="1546743" y="48774"/>
                </a:cubicBezTo>
                <a:cubicBezTo>
                  <a:pt x="1558898" y="48774"/>
                  <a:pt x="1568489" y="52788"/>
                  <a:pt x="1575515" y="60814"/>
                </a:cubicBezTo>
                <a:cubicBezTo>
                  <a:pt x="1582542" y="68841"/>
                  <a:pt x="1585901" y="81137"/>
                  <a:pt x="1585593" y="97703"/>
                </a:cubicBezTo>
                <a:lnTo>
                  <a:pt x="1531434" y="97703"/>
                </a:lnTo>
                <a:cubicBezTo>
                  <a:pt x="1531588" y="104114"/>
                  <a:pt x="1533331" y="109101"/>
                  <a:pt x="1536665" y="112666"/>
                </a:cubicBezTo>
                <a:cubicBezTo>
                  <a:pt x="1539999" y="116230"/>
                  <a:pt x="1544153" y="118013"/>
                  <a:pt x="1549128" y="118013"/>
                </a:cubicBezTo>
                <a:cubicBezTo>
                  <a:pt x="1552513" y="118013"/>
                  <a:pt x="1555359" y="117089"/>
                  <a:pt x="1557667" y="115243"/>
                </a:cubicBezTo>
                <a:cubicBezTo>
                  <a:pt x="1559975" y="113397"/>
                  <a:pt x="1561719" y="110422"/>
                  <a:pt x="1562899" y="106319"/>
                </a:cubicBezTo>
                <a:moveTo>
                  <a:pt x="1564129" y="84471"/>
                </a:moveTo>
                <a:cubicBezTo>
                  <a:pt x="1563976" y="78239"/>
                  <a:pt x="1562360" y="73501"/>
                  <a:pt x="1559283" y="70258"/>
                </a:cubicBezTo>
                <a:cubicBezTo>
                  <a:pt x="1556206" y="67014"/>
                  <a:pt x="1552462" y="65392"/>
                  <a:pt x="1548051" y="65392"/>
                </a:cubicBezTo>
                <a:cubicBezTo>
                  <a:pt x="1543332" y="65392"/>
                  <a:pt x="1539435" y="67103"/>
                  <a:pt x="1536357" y="70524"/>
                </a:cubicBezTo>
                <a:cubicBezTo>
                  <a:pt x="1533280" y="73948"/>
                  <a:pt x="1531767" y="78597"/>
                  <a:pt x="1531818" y="84471"/>
                </a:cubicBezTo>
                <a:lnTo>
                  <a:pt x="1564129" y="84471"/>
                </a:lnTo>
                <a:close/>
                <a:moveTo>
                  <a:pt x="1707574" y="1231"/>
                </a:moveTo>
                <a:cubicBezTo>
                  <a:pt x="1729730" y="0"/>
                  <a:pt x="1748193" y="6155"/>
                  <a:pt x="1762964" y="19694"/>
                </a:cubicBezTo>
                <a:cubicBezTo>
                  <a:pt x="1778966" y="34055"/>
                  <a:pt x="1787377" y="50877"/>
                  <a:pt x="1788198" y="70161"/>
                </a:cubicBezTo>
                <a:cubicBezTo>
                  <a:pt x="1789428" y="93548"/>
                  <a:pt x="1782248" y="113038"/>
                  <a:pt x="1766657" y="128629"/>
                </a:cubicBezTo>
                <a:cubicBezTo>
                  <a:pt x="1753117" y="142169"/>
                  <a:pt x="1737320" y="149349"/>
                  <a:pt x="1719267" y="150170"/>
                </a:cubicBezTo>
                <a:cubicBezTo>
                  <a:pt x="1695880" y="151401"/>
                  <a:pt x="1676391" y="144221"/>
                  <a:pt x="1660799" y="128629"/>
                </a:cubicBezTo>
                <a:cubicBezTo>
                  <a:pt x="1646028" y="113858"/>
                  <a:pt x="1638643" y="96215"/>
                  <a:pt x="1638643" y="75700"/>
                </a:cubicBezTo>
                <a:cubicBezTo>
                  <a:pt x="1638643" y="57647"/>
                  <a:pt x="1644387" y="41851"/>
                  <a:pt x="1655876" y="28311"/>
                </a:cubicBezTo>
                <a:cubicBezTo>
                  <a:pt x="1669826" y="11488"/>
                  <a:pt x="1687059" y="2462"/>
                  <a:pt x="1707574" y="1231"/>
                </a:cubicBezTo>
                <a:moveTo>
                  <a:pt x="1710651" y="128629"/>
                </a:moveTo>
                <a:cubicBezTo>
                  <a:pt x="1722960" y="129860"/>
                  <a:pt x="1732602" y="126783"/>
                  <a:pt x="1739577" y="119397"/>
                </a:cubicBezTo>
                <a:cubicBezTo>
                  <a:pt x="1744501" y="114063"/>
                  <a:pt x="1747168" y="106883"/>
                  <a:pt x="1747578" y="97857"/>
                </a:cubicBezTo>
                <a:cubicBezTo>
                  <a:pt x="1747988" y="86779"/>
                  <a:pt x="1745526" y="78367"/>
                  <a:pt x="1740192" y="72623"/>
                </a:cubicBezTo>
                <a:cubicBezTo>
                  <a:pt x="1735269" y="67289"/>
                  <a:pt x="1729114" y="64622"/>
                  <a:pt x="1721729" y="64622"/>
                </a:cubicBezTo>
                <a:cubicBezTo>
                  <a:pt x="1713933" y="64622"/>
                  <a:pt x="1707368" y="67084"/>
                  <a:pt x="1702034" y="72008"/>
                </a:cubicBezTo>
                <a:cubicBezTo>
                  <a:pt x="1702034" y="58468"/>
                  <a:pt x="1703881" y="48210"/>
                  <a:pt x="1707574" y="41235"/>
                </a:cubicBezTo>
                <a:cubicBezTo>
                  <a:pt x="1710856" y="35081"/>
                  <a:pt x="1715164" y="32003"/>
                  <a:pt x="1720498" y="32003"/>
                </a:cubicBezTo>
                <a:cubicBezTo>
                  <a:pt x="1723780" y="32003"/>
                  <a:pt x="1726242" y="32619"/>
                  <a:pt x="1727883" y="33850"/>
                </a:cubicBezTo>
                <a:cubicBezTo>
                  <a:pt x="1725011" y="35901"/>
                  <a:pt x="1723165" y="38363"/>
                  <a:pt x="1722344" y="41235"/>
                </a:cubicBezTo>
                <a:cubicBezTo>
                  <a:pt x="1721934" y="45748"/>
                  <a:pt x="1723165" y="49236"/>
                  <a:pt x="1726037" y="51698"/>
                </a:cubicBezTo>
                <a:cubicBezTo>
                  <a:pt x="1728499" y="53749"/>
                  <a:pt x="1731781" y="54775"/>
                  <a:pt x="1735884" y="54775"/>
                </a:cubicBezTo>
                <a:cubicBezTo>
                  <a:pt x="1742859" y="54775"/>
                  <a:pt x="1746347" y="50672"/>
                  <a:pt x="1746347" y="42466"/>
                </a:cubicBezTo>
                <a:cubicBezTo>
                  <a:pt x="1746347" y="37132"/>
                  <a:pt x="1744090" y="32414"/>
                  <a:pt x="1739577" y="28311"/>
                </a:cubicBezTo>
                <a:cubicBezTo>
                  <a:pt x="1735064" y="24208"/>
                  <a:pt x="1728909" y="22156"/>
                  <a:pt x="1721113" y="22156"/>
                </a:cubicBezTo>
                <a:cubicBezTo>
                  <a:pt x="1711266" y="22156"/>
                  <a:pt x="1702034" y="26259"/>
                  <a:pt x="1693418" y="34465"/>
                </a:cubicBezTo>
                <a:cubicBezTo>
                  <a:pt x="1683981" y="43902"/>
                  <a:pt x="1678853" y="56416"/>
                  <a:pt x="1678032" y="72008"/>
                </a:cubicBezTo>
                <a:cubicBezTo>
                  <a:pt x="1677211" y="89240"/>
                  <a:pt x="1680289" y="103191"/>
                  <a:pt x="1687264" y="113858"/>
                </a:cubicBezTo>
                <a:cubicBezTo>
                  <a:pt x="1693418" y="122885"/>
                  <a:pt x="1701214" y="127809"/>
                  <a:pt x="1710651" y="128629"/>
                </a:cubicBezTo>
                <a:moveTo>
                  <a:pt x="1714959" y="76316"/>
                </a:moveTo>
                <a:cubicBezTo>
                  <a:pt x="1717831" y="76316"/>
                  <a:pt x="1720293" y="78162"/>
                  <a:pt x="1722344" y="81855"/>
                </a:cubicBezTo>
                <a:cubicBezTo>
                  <a:pt x="1724396" y="85137"/>
                  <a:pt x="1725422" y="89856"/>
                  <a:pt x="1725422" y="96010"/>
                </a:cubicBezTo>
                <a:cubicBezTo>
                  <a:pt x="1725832" y="112422"/>
                  <a:pt x="1722139" y="120628"/>
                  <a:pt x="1714343" y="120628"/>
                </a:cubicBezTo>
                <a:cubicBezTo>
                  <a:pt x="1710240" y="120628"/>
                  <a:pt x="1707163" y="118577"/>
                  <a:pt x="1705112" y="114474"/>
                </a:cubicBezTo>
                <a:cubicBezTo>
                  <a:pt x="1702650" y="109550"/>
                  <a:pt x="1701419" y="100524"/>
                  <a:pt x="1701419" y="87394"/>
                </a:cubicBezTo>
                <a:cubicBezTo>
                  <a:pt x="1704701" y="80009"/>
                  <a:pt x="1709215" y="76316"/>
                  <a:pt x="1714959" y="76316"/>
                </a:cubicBezTo>
                <a:close/>
              </a:path>
            </a:pathLst>
          </a:custGeom>
          <a:solidFill xmlns:a="http://schemas.openxmlformats.org/drawingml/2006/main">
            <a:srgbClr val="BB55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❻">
            <a:extLst xmlns:a="http://schemas.openxmlformats.org/drawingml/2006/main">
              <a:ext uri="{FF2B5EF4-FFF2-40B4-BE49-F238E27FC236}">
                <a16:creationId xmlns:a16="http://schemas.microsoft.com/office/drawing/2014/main" id="{155F4A68-E7D6-4BF8-8AC8-67B2D978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44" y="3429909"/>
            <a:ext cx="150785" cy="151401"/>
          </a:xfrm>
          <a:custGeom xmlns:a="http://schemas.openxmlformats.org/drawingml/2006/main">
            <a:pathLst>
              <a:path w="150785" h="151401" fill="none">
                <a:moveTo>
                  <a:pt x="68930" y="1231"/>
                </a:moveTo>
                <a:cubicBezTo>
                  <a:pt x="91087" y="0"/>
                  <a:pt x="109550" y="6155"/>
                  <a:pt x="124321" y="19694"/>
                </a:cubicBezTo>
                <a:cubicBezTo>
                  <a:pt x="140323" y="34055"/>
                  <a:pt x="148734" y="50877"/>
                  <a:pt x="149554" y="70161"/>
                </a:cubicBezTo>
                <a:cubicBezTo>
                  <a:pt x="150785" y="93548"/>
                  <a:pt x="143605" y="113038"/>
                  <a:pt x="128014" y="128629"/>
                </a:cubicBezTo>
                <a:cubicBezTo>
                  <a:pt x="114474" y="142169"/>
                  <a:pt x="98677" y="149349"/>
                  <a:pt x="80624" y="150170"/>
                </a:cubicBezTo>
                <a:cubicBezTo>
                  <a:pt x="57237" y="151401"/>
                  <a:pt x="37748" y="144221"/>
                  <a:pt x="22156" y="128629"/>
                </a:cubicBezTo>
                <a:cubicBezTo>
                  <a:pt x="7385" y="113858"/>
                  <a:pt x="0" y="96215"/>
                  <a:pt x="0" y="75700"/>
                </a:cubicBezTo>
                <a:cubicBezTo>
                  <a:pt x="0" y="57647"/>
                  <a:pt x="5744" y="41851"/>
                  <a:pt x="17233" y="28311"/>
                </a:cubicBezTo>
                <a:cubicBezTo>
                  <a:pt x="31183" y="11488"/>
                  <a:pt x="48415" y="2462"/>
                  <a:pt x="68930" y="1231"/>
                </a:cubicBezTo>
                <a:moveTo>
                  <a:pt x="72008" y="128629"/>
                </a:moveTo>
                <a:cubicBezTo>
                  <a:pt x="84317" y="129860"/>
                  <a:pt x="93959" y="126783"/>
                  <a:pt x="100934" y="119397"/>
                </a:cubicBezTo>
                <a:cubicBezTo>
                  <a:pt x="105857" y="114063"/>
                  <a:pt x="108524" y="106883"/>
                  <a:pt x="108935" y="97857"/>
                </a:cubicBezTo>
                <a:cubicBezTo>
                  <a:pt x="109345" y="86779"/>
                  <a:pt x="106883" y="78367"/>
                  <a:pt x="101549" y="72623"/>
                </a:cubicBezTo>
                <a:cubicBezTo>
                  <a:pt x="96626" y="67289"/>
                  <a:pt x="90471" y="64622"/>
                  <a:pt x="83086" y="64622"/>
                </a:cubicBezTo>
                <a:cubicBezTo>
                  <a:pt x="75290" y="64622"/>
                  <a:pt x="68725" y="67084"/>
                  <a:pt x="63391" y="72008"/>
                </a:cubicBezTo>
                <a:cubicBezTo>
                  <a:pt x="63391" y="58468"/>
                  <a:pt x="65238" y="48210"/>
                  <a:pt x="68930" y="41235"/>
                </a:cubicBezTo>
                <a:cubicBezTo>
                  <a:pt x="72213" y="35081"/>
                  <a:pt x="76521" y="32003"/>
                  <a:pt x="81855" y="32003"/>
                </a:cubicBezTo>
                <a:cubicBezTo>
                  <a:pt x="85137" y="32003"/>
                  <a:pt x="87599" y="32619"/>
                  <a:pt x="89240" y="33850"/>
                </a:cubicBezTo>
                <a:cubicBezTo>
                  <a:pt x="86368" y="35901"/>
                  <a:pt x="84522" y="38363"/>
                  <a:pt x="83701" y="41235"/>
                </a:cubicBezTo>
                <a:cubicBezTo>
                  <a:pt x="83291" y="45748"/>
                  <a:pt x="84522" y="49236"/>
                  <a:pt x="87394" y="51698"/>
                </a:cubicBezTo>
                <a:cubicBezTo>
                  <a:pt x="89856" y="53749"/>
                  <a:pt x="93138" y="54775"/>
                  <a:pt x="97241" y="54775"/>
                </a:cubicBezTo>
                <a:cubicBezTo>
                  <a:pt x="104216" y="54775"/>
                  <a:pt x="107704" y="50672"/>
                  <a:pt x="107704" y="42466"/>
                </a:cubicBezTo>
                <a:cubicBezTo>
                  <a:pt x="107704" y="37132"/>
                  <a:pt x="105447" y="32414"/>
                  <a:pt x="100934" y="28311"/>
                </a:cubicBezTo>
                <a:cubicBezTo>
                  <a:pt x="96421" y="24208"/>
                  <a:pt x="90266" y="22156"/>
                  <a:pt x="82470" y="22156"/>
                </a:cubicBezTo>
                <a:cubicBezTo>
                  <a:pt x="72623" y="22156"/>
                  <a:pt x="63391" y="26259"/>
                  <a:pt x="54775" y="34465"/>
                </a:cubicBezTo>
                <a:cubicBezTo>
                  <a:pt x="45338" y="43902"/>
                  <a:pt x="40209" y="56416"/>
                  <a:pt x="39389" y="72008"/>
                </a:cubicBezTo>
                <a:cubicBezTo>
                  <a:pt x="38568" y="89240"/>
                  <a:pt x="41645" y="103191"/>
                  <a:pt x="48621" y="113858"/>
                </a:cubicBezTo>
                <a:cubicBezTo>
                  <a:pt x="54775" y="122885"/>
                  <a:pt x="62571" y="127809"/>
                  <a:pt x="72008" y="128629"/>
                </a:cubicBezTo>
                <a:moveTo>
                  <a:pt x="76316" y="76316"/>
                </a:moveTo>
                <a:cubicBezTo>
                  <a:pt x="79188" y="76316"/>
                  <a:pt x="81650" y="78162"/>
                  <a:pt x="83701" y="81855"/>
                </a:cubicBezTo>
                <a:cubicBezTo>
                  <a:pt x="85753" y="85137"/>
                  <a:pt x="86779" y="89856"/>
                  <a:pt x="86779" y="96010"/>
                </a:cubicBezTo>
                <a:cubicBezTo>
                  <a:pt x="87189" y="112422"/>
                  <a:pt x="83496" y="120628"/>
                  <a:pt x="75700" y="120628"/>
                </a:cubicBezTo>
                <a:cubicBezTo>
                  <a:pt x="71597" y="120628"/>
                  <a:pt x="68520" y="118577"/>
                  <a:pt x="66469" y="114474"/>
                </a:cubicBezTo>
                <a:cubicBezTo>
                  <a:pt x="64007" y="109550"/>
                  <a:pt x="62776" y="100524"/>
                  <a:pt x="62776" y="87394"/>
                </a:cubicBezTo>
                <a:cubicBezTo>
                  <a:pt x="66058" y="80009"/>
                  <a:pt x="70572" y="76316"/>
                  <a:pt x="76316" y="763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64" cap="flat">
            <a:solidFill>
              <a:srgbClr val="BB5510"/>
            </a:solidFill>
            <a:miter/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60ec6a4df452f"/>
          <a:stretch xmlns:a="http://schemas.openxmlformats.org/drawingml/2006/main"/>
        </p:blipFill>
        <p:spPr>
          <a:xfrm xmlns:a="http://schemas.openxmlformats.org/drawingml/2006/main">
            <a:off x="40249" y="3379422"/>
            <a:ext cx="340558" cy="340558"/>
          </a:xfrm>
          <a:prstGeom xmlns:a="http://schemas.openxmlformats.org/drawingml/2006/main" prst="rect">
            <a:avLst/>
          </a:prstGeom>
        </p:spPr>
      </p:pic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9E9F3-49BD-4B3F-985B-2E994E8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816" y="3514979"/>
            <a:ext cx="968689" cy="111080"/>
          </a:xfrm>
          <a:custGeom xmlns:a="http://schemas.openxmlformats.org/drawingml/2006/main">
            <a:pathLst>
              <a:path w="968689" h="111080">
                <a:moveTo>
                  <a:pt x="879084" y="89605"/>
                </a:moveTo>
                <a:lnTo>
                  <a:pt x="923886" y="89605"/>
                </a:lnTo>
                <a:lnTo>
                  <a:pt x="968689" y="89605"/>
                </a:lnTo>
                <a:lnTo>
                  <a:pt x="923886" y="0"/>
                </a:lnTo>
                <a:lnTo>
                  <a:pt x="879084" y="89605"/>
                </a:lnTo>
                <a:close/>
                <a:moveTo>
                  <a:pt x="0" y="111080"/>
                </a:moveTo>
                <a:lnTo>
                  <a:pt x="44802" y="111080"/>
                </a:lnTo>
                <a:lnTo>
                  <a:pt x="44802" y="99880"/>
                </a:lnTo>
                <a:lnTo>
                  <a:pt x="0" y="99880"/>
                </a:lnTo>
                <a:lnTo>
                  <a:pt x="0" y="111080"/>
                </a:lnTo>
                <a:close/>
                <a:moveTo>
                  <a:pt x="78404" y="111080"/>
                </a:moveTo>
                <a:lnTo>
                  <a:pt x="123207" y="111080"/>
                </a:lnTo>
                <a:lnTo>
                  <a:pt x="123207" y="99880"/>
                </a:lnTo>
                <a:lnTo>
                  <a:pt x="78404" y="99880"/>
                </a:lnTo>
                <a:lnTo>
                  <a:pt x="78404" y="111080"/>
                </a:lnTo>
                <a:close/>
                <a:moveTo>
                  <a:pt x="156809" y="111080"/>
                </a:moveTo>
                <a:lnTo>
                  <a:pt x="201611" y="111080"/>
                </a:lnTo>
                <a:lnTo>
                  <a:pt x="201611" y="99880"/>
                </a:lnTo>
                <a:lnTo>
                  <a:pt x="156809" y="99880"/>
                </a:lnTo>
                <a:lnTo>
                  <a:pt x="156809" y="111080"/>
                </a:lnTo>
                <a:close/>
                <a:moveTo>
                  <a:pt x="235213" y="111080"/>
                </a:moveTo>
                <a:lnTo>
                  <a:pt x="280015" y="111080"/>
                </a:lnTo>
                <a:lnTo>
                  <a:pt x="280015" y="99880"/>
                </a:lnTo>
                <a:lnTo>
                  <a:pt x="235213" y="99880"/>
                </a:lnTo>
                <a:lnTo>
                  <a:pt x="235213" y="111080"/>
                </a:lnTo>
                <a:close/>
                <a:moveTo>
                  <a:pt x="313617" y="111080"/>
                </a:moveTo>
                <a:lnTo>
                  <a:pt x="358420" y="111080"/>
                </a:lnTo>
                <a:lnTo>
                  <a:pt x="358420" y="99880"/>
                </a:lnTo>
                <a:lnTo>
                  <a:pt x="313617" y="99880"/>
                </a:lnTo>
                <a:lnTo>
                  <a:pt x="313617" y="111080"/>
                </a:lnTo>
                <a:close/>
                <a:moveTo>
                  <a:pt x="392021" y="111080"/>
                </a:moveTo>
                <a:lnTo>
                  <a:pt x="436824" y="111080"/>
                </a:lnTo>
                <a:lnTo>
                  <a:pt x="436824" y="99880"/>
                </a:lnTo>
                <a:lnTo>
                  <a:pt x="392021" y="99880"/>
                </a:lnTo>
                <a:lnTo>
                  <a:pt x="392021" y="111080"/>
                </a:lnTo>
                <a:close/>
                <a:moveTo>
                  <a:pt x="470426" y="111080"/>
                </a:moveTo>
                <a:lnTo>
                  <a:pt x="515228" y="111080"/>
                </a:lnTo>
                <a:lnTo>
                  <a:pt x="515228" y="99880"/>
                </a:lnTo>
                <a:lnTo>
                  <a:pt x="470426" y="99880"/>
                </a:lnTo>
                <a:lnTo>
                  <a:pt x="470426" y="111080"/>
                </a:lnTo>
                <a:close/>
                <a:moveTo>
                  <a:pt x="548830" y="111080"/>
                </a:moveTo>
                <a:lnTo>
                  <a:pt x="593633" y="111080"/>
                </a:lnTo>
                <a:lnTo>
                  <a:pt x="593633" y="99880"/>
                </a:lnTo>
                <a:lnTo>
                  <a:pt x="548830" y="99880"/>
                </a:lnTo>
                <a:lnTo>
                  <a:pt x="548830" y="111080"/>
                </a:lnTo>
                <a:close/>
                <a:moveTo>
                  <a:pt x="627234" y="111080"/>
                </a:moveTo>
                <a:lnTo>
                  <a:pt x="672037" y="111080"/>
                </a:lnTo>
                <a:lnTo>
                  <a:pt x="672037" y="99880"/>
                </a:lnTo>
                <a:lnTo>
                  <a:pt x="627234" y="99880"/>
                </a:lnTo>
                <a:lnTo>
                  <a:pt x="627234" y="111080"/>
                </a:lnTo>
                <a:close/>
                <a:moveTo>
                  <a:pt x="705639" y="111080"/>
                </a:moveTo>
                <a:lnTo>
                  <a:pt x="750441" y="111080"/>
                </a:lnTo>
                <a:lnTo>
                  <a:pt x="750441" y="99880"/>
                </a:lnTo>
                <a:lnTo>
                  <a:pt x="705639" y="99880"/>
                </a:lnTo>
                <a:lnTo>
                  <a:pt x="705639" y="111080"/>
                </a:lnTo>
                <a:close/>
                <a:moveTo>
                  <a:pt x="784043" y="111080"/>
                </a:moveTo>
                <a:lnTo>
                  <a:pt x="828845" y="111080"/>
                </a:lnTo>
                <a:lnTo>
                  <a:pt x="828845" y="99880"/>
                </a:lnTo>
                <a:lnTo>
                  <a:pt x="784043" y="99880"/>
                </a:lnTo>
                <a:lnTo>
                  <a:pt x="784043" y="111080"/>
                </a:lnTo>
                <a:close/>
                <a:moveTo>
                  <a:pt x="862447" y="111080"/>
                </a:moveTo>
                <a:lnTo>
                  <a:pt x="907250" y="111080"/>
                </a:lnTo>
                <a:lnTo>
                  <a:pt x="907250" y="99880"/>
                </a:lnTo>
                <a:lnTo>
                  <a:pt x="862447" y="99880"/>
                </a:lnTo>
                <a:lnTo>
                  <a:pt x="862447" y="111080"/>
                </a:lnTo>
                <a:close/>
                <a:moveTo>
                  <a:pt x="929487" y="88515"/>
                </a:moveTo>
                <a:lnTo>
                  <a:pt x="929487" y="67204"/>
                </a:lnTo>
                <a:lnTo>
                  <a:pt x="918286" y="67204"/>
                </a:lnTo>
                <a:lnTo>
                  <a:pt x="918286" y="88515"/>
                </a:lnTo>
                <a:lnTo>
                  <a:pt x="929487" y="8851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Noqueryduetocache">
            <a:extLst xmlns:a="http://schemas.openxmlformats.org/drawingml/2006/main">
              <a:ext uri="{FF2B5EF4-FFF2-40B4-BE49-F238E27FC236}">
                <a16:creationId xmlns:a16="http://schemas.microsoft.com/office/drawing/2014/main" id="{7F5A8419-DA17-44F6-9587-9A65D6CC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803" y="3699895"/>
            <a:ext cx="1560258" cy="146016"/>
          </a:xfrm>
          <a:custGeom xmlns:a="http://schemas.openxmlformats.org/drawingml/2006/main">
            <a:pathLst>
              <a:path w="1560258" h="146016">
                <a:moveTo>
                  <a:pt x="0" y="112781"/>
                </a:moveTo>
                <a:lnTo>
                  <a:pt x="0" y="0"/>
                </a:lnTo>
                <a:lnTo>
                  <a:pt x="15309" y="0"/>
                </a:lnTo>
                <a:lnTo>
                  <a:pt x="74546" y="88548"/>
                </a:lnTo>
                <a:lnTo>
                  <a:pt x="74546" y="0"/>
                </a:lnTo>
                <a:lnTo>
                  <a:pt x="88856" y="0"/>
                </a:lnTo>
                <a:lnTo>
                  <a:pt x="88856" y="112781"/>
                </a:lnTo>
                <a:lnTo>
                  <a:pt x="73546" y="112781"/>
                </a:lnTo>
                <a:lnTo>
                  <a:pt x="14309" y="24156"/>
                </a:lnTo>
                <a:lnTo>
                  <a:pt x="14309" y="112781"/>
                </a:lnTo>
                <a:lnTo>
                  <a:pt x="0" y="112781"/>
                </a:lnTo>
                <a:close/>
                <a:moveTo>
                  <a:pt x="106730" y="71931"/>
                </a:moveTo>
                <a:cubicBezTo>
                  <a:pt x="106730" y="56801"/>
                  <a:pt x="110936" y="45595"/>
                  <a:pt x="119347" y="38312"/>
                </a:cubicBezTo>
                <a:cubicBezTo>
                  <a:pt x="126373" y="32260"/>
                  <a:pt x="134938" y="29234"/>
                  <a:pt x="145042" y="29234"/>
                </a:cubicBezTo>
                <a:cubicBezTo>
                  <a:pt x="156274" y="29234"/>
                  <a:pt x="165454" y="32914"/>
                  <a:pt x="172583" y="40274"/>
                </a:cubicBezTo>
                <a:cubicBezTo>
                  <a:pt x="179712" y="47633"/>
                  <a:pt x="183277" y="57801"/>
                  <a:pt x="183277" y="70777"/>
                </a:cubicBezTo>
                <a:cubicBezTo>
                  <a:pt x="183277" y="81291"/>
                  <a:pt x="181699" y="89561"/>
                  <a:pt x="178545" y="95587"/>
                </a:cubicBezTo>
                <a:cubicBezTo>
                  <a:pt x="175391" y="101613"/>
                  <a:pt x="170801" y="106293"/>
                  <a:pt x="164775" y="109627"/>
                </a:cubicBezTo>
                <a:cubicBezTo>
                  <a:pt x="158748" y="112961"/>
                  <a:pt x="152171" y="114628"/>
                  <a:pt x="145042" y="114628"/>
                </a:cubicBezTo>
                <a:cubicBezTo>
                  <a:pt x="133605" y="114628"/>
                  <a:pt x="124360" y="110961"/>
                  <a:pt x="117308" y="103626"/>
                </a:cubicBezTo>
                <a:cubicBezTo>
                  <a:pt x="110256" y="96292"/>
                  <a:pt x="106730" y="85727"/>
                  <a:pt x="106730" y="71931"/>
                </a:cubicBezTo>
                <a:moveTo>
                  <a:pt x="120962" y="71892"/>
                </a:moveTo>
                <a:cubicBezTo>
                  <a:pt x="120962" y="82316"/>
                  <a:pt x="123245" y="90122"/>
                  <a:pt x="127809" y="95308"/>
                </a:cubicBezTo>
                <a:cubicBezTo>
                  <a:pt x="132374" y="100495"/>
                  <a:pt x="138118" y="103088"/>
                  <a:pt x="145042" y="103088"/>
                </a:cubicBezTo>
                <a:cubicBezTo>
                  <a:pt x="151914" y="103088"/>
                  <a:pt x="157633" y="100482"/>
                  <a:pt x="162197" y="95270"/>
                </a:cubicBezTo>
                <a:cubicBezTo>
                  <a:pt x="166762" y="90058"/>
                  <a:pt x="169044" y="82112"/>
                  <a:pt x="169044" y="71433"/>
                </a:cubicBezTo>
                <a:cubicBezTo>
                  <a:pt x="169044" y="61366"/>
                  <a:pt x="166749" y="53740"/>
                  <a:pt x="162159" y="48553"/>
                </a:cubicBezTo>
                <a:cubicBezTo>
                  <a:pt x="157569" y="43367"/>
                  <a:pt x="151863" y="40774"/>
                  <a:pt x="145042" y="40774"/>
                </a:cubicBezTo>
                <a:cubicBezTo>
                  <a:pt x="138118" y="40774"/>
                  <a:pt x="132374" y="43354"/>
                  <a:pt x="127809" y="48515"/>
                </a:cubicBezTo>
                <a:cubicBezTo>
                  <a:pt x="123245" y="53676"/>
                  <a:pt x="120962" y="61468"/>
                  <a:pt x="120962" y="71892"/>
                </a:cubicBezTo>
                <a:close/>
                <a:moveTo>
                  <a:pt x="294640" y="144169"/>
                </a:moveTo>
                <a:lnTo>
                  <a:pt x="294640" y="103946"/>
                </a:lnTo>
                <a:cubicBezTo>
                  <a:pt x="292486" y="107012"/>
                  <a:pt x="289473" y="109559"/>
                  <a:pt x="285601" y="111586"/>
                </a:cubicBezTo>
                <a:cubicBezTo>
                  <a:pt x="281729" y="113614"/>
                  <a:pt x="277613" y="114628"/>
                  <a:pt x="273253" y="114628"/>
                </a:cubicBezTo>
                <a:cubicBezTo>
                  <a:pt x="263560" y="114628"/>
                  <a:pt x="255213" y="110755"/>
                  <a:pt x="248212" y="103011"/>
                </a:cubicBezTo>
                <a:cubicBezTo>
                  <a:pt x="241212" y="95267"/>
                  <a:pt x="237711" y="84650"/>
                  <a:pt x="237711" y="71161"/>
                </a:cubicBezTo>
                <a:cubicBezTo>
                  <a:pt x="237711" y="62955"/>
                  <a:pt x="239134" y="55596"/>
                  <a:pt x="241981" y="49082"/>
                </a:cubicBezTo>
                <a:cubicBezTo>
                  <a:pt x="244827" y="42569"/>
                  <a:pt x="248956" y="37632"/>
                  <a:pt x="254367" y="34273"/>
                </a:cubicBezTo>
                <a:cubicBezTo>
                  <a:pt x="259778" y="30914"/>
                  <a:pt x="265714" y="29234"/>
                  <a:pt x="272176" y="29234"/>
                </a:cubicBezTo>
                <a:cubicBezTo>
                  <a:pt x="282280" y="29234"/>
                  <a:pt x="290230" y="33439"/>
                  <a:pt x="296025" y="41851"/>
                </a:cubicBezTo>
                <a:lnTo>
                  <a:pt x="296025" y="31080"/>
                </a:lnTo>
                <a:lnTo>
                  <a:pt x="308488" y="31080"/>
                </a:lnTo>
                <a:lnTo>
                  <a:pt x="308488" y="144169"/>
                </a:lnTo>
                <a:lnTo>
                  <a:pt x="294640" y="144169"/>
                </a:lnTo>
                <a:moveTo>
                  <a:pt x="251943" y="71546"/>
                </a:moveTo>
                <a:cubicBezTo>
                  <a:pt x="251943" y="82060"/>
                  <a:pt x="254149" y="89946"/>
                  <a:pt x="258560" y="95202"/>
                </a:cubicBezTo>
                <a:cubicBezTo>
                  <a:pt x="262970" y="100459"/>
                  <a:pt x="268253" y="103088"/>
                  <a:pt x="274407" y="103088"/>
                </a:cubicBezTo>
                <a:cubicBezTo>
                  <a:pt x="280305" y="103088"/>
                  <a:pt x="285383" y="100588"/>
                  <a:pt x="289640" y="95587"/>
                </a:cubicBezTo>
                <a:cubicBezTo>
                  <a:pt x="293897" y="90587"/>
                  <a:pt x="296025" y="82983"/>
                  <a:pt x="296025" y="72777"/>
                </a:cubicBezTo>
                <a:cubicBezTo>
                  <a:pt x="296025" y="61904"/>
                  <a:pt x="293781" y="53724"/>
                  <a:pt x="289294" y="48236"/>
                </a:cubicBezTo>
                <a:cubicBezTo>
                  <a:pt x="284806" y="42748"/>
                  <a:pt x="279536" y="40004"/>
                  <a:pt x="273484" y="40004"/>
                </a:cubicBezTo>
                <a:cubicBezTo>
                  <a:pt x="267484" y="40004"/>
                  <a:pt x="262393" y="42556"/>
                  <a:pt x="258213" y="47659"/>
                </a:cubicBezTo>
                <a:cubicBezTo>
                  <a:pt x="254033" y="52762"/>
                  <a:pt x="251943" y="60724"/>
                  <a:pt x="251943" y="71546"/>
                </a:cubicBezTo>
                <a:close/>
                <a:moveTo>
                  <a:pt x="383466" y="112781"/>
                </a:moveTo>
                <a:lnTo>
                  <a:pt x="383466" y="100780"/>
                </a:lnTo>
                <a:cubicBezTo>
                  <a:pt x="377107" y="110012"/>
                  <a:pt x="368465" y="114628"/>
                  <a:pt x="357541" y="114628"/>
                </a:cubicBezTo>
                <a:cubicBezTo>
                  <a:pt x="352719" y="114628"/>
                  <a:pt x="348219" y="113704"/>
                  <a:pt x="344039" y="111858"/>
                </a:cubicBezTo>
                <a:cubicBezTo>
                  <a:pt x="339859" y="110012"/>
                  <a:pt x="336756" y="107691"/>
                  <a:pt x="334730" y="104896"/>
                </a:cubicBezTo>
                <a:cubicBezTo>
                  <a:pt x="332705" y="102101"/>
                  <a:pt x="331281" y="98677"/>
                  <a:pt x="330461" y="94625"/>
                </a:cubicBezTo>
                <a:cubicBezTo>
                  <a:pt x="329897" y="91907"/>
                  <a:pt x="329614" y="87599"/>
                  <a:pt x="329614" y="81701"/>
                </a:cubicBezTo>
                <a:lnTo>
                  <a:pt x="329614" y="31080"/>
                </a:lnTo>
                <a:lnTo>
                  <a:pt x="343462" y="31080"/>
                </a:lnTo>
                <a:lnTo>
                  <a:pt x="343462" y="76393"/>
                </a:lnTo>
                <a:cubicBezTo>
                  <a:pt x="343462" y="83624"/>
                  <a:pt x="343744" y="88497"/>
                  <a:pt x="344308" y="91010"/>
                </a:cubicBezTo>
                <a:cubicBezTo>
                  <a:pt x="345180" y="94651"/>
                  <a:pt x="347027" y="97510"/>
                  <a:pt x="349847" y="99588"/>
                </a:cubicBezTo>
                <a:cubicBezTo>
                  <a:pt x="352668" y="101665"/>
                  <a:pt x="356156" y="102703"/>
                  <a:pt x="360310" y="102703"/>
                </a:cubicBezTo>
                <a:cubicBezTo>
                  <a:pt x="364464" y="102703"/>
                  <a:pt x="368362" y="101639"/>
                  <a:pt x="372004" y="99511"/>
                </a:cubicBezTo>
                <a:cubicBezTo>
                  <a:pt x="375645" y="97382"/>
                  <a:pt x="378222" y="94484"/>
                  <a:pt x="379735" y="90817"/>
                </a:cubicBezTo>
                <a:cubicBezTo>
                  <a:pt x="381248" y="87150"/>
                  <a:pt x="382005" y="81829"/>
                  <a:pt x="382005" y="74854"/>
                </a:cubicBezTo>
                <a:lnTo>
                  <a:pt x="382005" y="31080"/>
                </a:lnTo>
                <a:lnTo>
                  <a:pt x="395852" y="31080"/>
                </a:lnTo>
                <a:lnTo>
                  <a:pt x="395852" y="112781"/>
                </a:lnTo>
                <a:lnTo>
                  <a:pt x="383466" y="112781"/>
                </a:lnTo>
                <a:close/>
                <a:moveTo>
                  <a:pt x="473216" y="86471"/>
                </a:moveTo>
                <a:lnTo>
                  <a:pt x="487525" y="88240"/>
                </a:lnTo>
                <a:cubicBezTo>
                  <a:pt x="485268" y="96600"/>
                  <a:pt x="481088" y="103088"/>
                  <a:pt x="474985" y="107704"/>
                </a:cubicBezTo>
                <a:cubicBezTo>
                  <a:pt x="468882" y="112320"/>
                  <a:pt x="461086" y="114628"/>
                  <a:pt x="451598" y="114628"/>
                </a:cubicBezTo>
                <a:cubicBezTo>
                  <a:pt x="439648" y="114628"/>
                  <a:pt x="430173" y="110948"/>
                  <a:pt x="423172" y="103588"/>
                </a:cubicBezTo>
                <a:cubicBezTo>
                  <a:pt x="416171" y="96228"/>
                  <a:pt x="412671" y="85907"/>
                  <a:pt x="412671" y="72623"/>
                </a:cubicBezTo>
                <a:cubicBezTo>
                  <a:pt x="412671" y="58878"/>
                  <a:pt x="416209" y="48210"/>
                  <a:pt x="423287" y="40620"/>
                </a:cubicBezTo>
                <a:cubicBezTo>
                  <a:pt x="430365" y="33029"/>
                  <a:pt x="439545" y="29234"/>
                  <a:pt x="450829" y="29234"/>
                </a:cubicBezTo>
                <a:cubicBezTo>
                  <a:pt x="461753" y="29234"/>
                  <a:pt x="470677" y="32947"/>
                  <a:pt x="477601" y="40372"/>
                </a:cubicBezTo>
                <a:cubicBezTo>
                  <a:pt x="484524" y="47796"/>
                  <a:pt x="487986" y="58241"/>
                  <a:pt x="487986" y="71707"/>
                </a:cubicBezTo>
                <a:cubicBezTo>
                  <a:pt x="487986" y="72526"/>
                  <a:pt x="487961" y="73755"/>
                  <a:pt x="487909" y="75393"/>
                </a:cubicBezTo>
                <a:lnTo>
                  <a:pt x="426980" y="75393"/>
                </a:lnTo>
                <a:cubicBezTo>
                  <a:pt x="427493" y="84342"/>
                  <a:pt x="430031" y="91196"/>
                  <a:pt x="434596" y="95953"/>
                </a:cubicBezTo>
                <a:cubicBezTo>
                  <a:pt x="439161" y="100709"/>
                  <a:pt x="444854" y="103088"/>
                  <a:pt x="451675" y="103088"/>
                </a:cubicBezTo>
                <a:cubicBezTo>
                  <a:pt x="456752" y="103088"/>
                  <a:pt x="461086" y="101767"/>
                  <a:pt x="464676" y="99126"/>
                </a:cubicBezTo>
                <a:cubicBezTo>
                  <a:pt x="468266" y="96483"/>
                  <a:pt x="471113" y="92265"/>
                  <a:pt x="473216" y="86471"/>
                </a:cubicBezTo>
                <a:moveTo>
                  <a:pt x="427749" y="63853"/>
                </a:moveTo>
                <a:lnTo>
                  <a:pt x="473369" y="63853"/>
                </a:lnTo>
                <a:cubicBezTo>
                  <a:pt x="472754" y="57093"/>
                  <a:pt x="471010" y="52022"/>
                  <a:pt x="468138" y="48642"/>
                </a:cubicBezTo>
                <a:cubicBezTo>
                  <a:pt x="463727" y="43396"/>
                  <a:pt x="458009" y="40774"/>
                  <a:pt x="450982" y="40774"/>
                </a:cubicBezTo>
                <a:cubicBezTo>
                  <a:pt x="444623" y="40774"/>
                  <a:pt x="439276" y="42868"/>
                  <a:pt x="434942" y="47056"/>
                </a:cubicBezTo>
                <a:cubicBezTo>
                  <a:pt x="430608" y="51242"/>
                  <a:pt x="428211" y="56841"/>
                  <a:pt x="427749" y="63853"/>
                </a:cubicBezTo>
                <a:close/>
                <a:moveTo>
                  <a:pt x="504497" y="112781"/>
                </a:moveTo>
                <a:lnTo>
                  <a:pt x="504497" y="31080"/>
                </a:lnTo>
                <a:lnTo>
                  <a:pt x="516960" y="31080"/>
                </a:lnTo>
                <a:lnTo>
                  <a:pt x="516960" y="43389"/>
                </a:lnTo>
                <a:cubicBezTo>
                  <a:pt x="520140" y="37626"/>
                  <a:pt x="523076" y="33826"/>
                  <a:pt x="525769" y="31989"/>
                </a:cubicBezTo>
                <a:cubicBezTo>
                  <a:pt x="528461" y="30152"/>
                  <a:pt x="531423" y="29234"/>
                  <a:pt x="534654" y="29234"/>
                </a:cubicBezTo>
                <a:cubicBezTo>
                  <a:pt x="539321" y="29234"/>
                  <a:pt x="544065" y="30715"/>
                  <a:pt x="548886" y="33677"/>
                </a:cubicBezTo>
                <a:lnTo>
                  <a:pt x="544117" y="46467"/>
                </a:lnTo>
                <a:cubicBezTo>
                  <a:pt x="540732" y="44466"/>
                  <a:pt x="537347" y="43466"/>
                  <a:pt x="533962" y="43466"/>
                </a:cubicBezTo>
                <a:cubicBezTo>
                  <a:pt x="530936" y="43466"/>
                  <a:pt x="528217" y="44378"/>
                  <a:pt x="525807" y="46202"/>
                </a:cubicBezTo>
                <a:cubicBezTo>
                  <a:pt x="523396" y="48024"/>
                  <a:pt x="521678" y="50553"/>
                  <a:pt x="520653" y="53787"/>
                </a:cubicBezTo>
                <a:cubicBezTo>
                  <a:pt x="519114" y="58715"/>
                  <a:pt x="518345" y="64106"/>
                  <a:pt x="518345" y="69959"/>
                </a:cubicBezTo>
                <a:lnTo>
                  <a:pt x="518345" y="112781"/>
                </a:lnTo>
                <a:lnTo>
                  <a:pt x="504497" y="112781"/>
                </a:lnTo>
                <a:close/>
                <a:moveTo>
                  <a:pt x="556306" y="144323"/>
                </a:moveTo>
                <a:lnTo>
                  <a:pt x="554767" y="131322"/>
                </a:lnTo>
                <a:cubicBezTo>
                  <a:pt x="557793" y="132142"/>
                  <a:pt x="560434" y="132553"/>
                  <a:pt x="562691" y="132553"/>
                </a:cubicBezTo>
                <a:cubicBezTo>
                  <a:pt x="565768" y="132553"/>
                  <a:pt x="568230" y="132033"/>
                  <a:pt x="570076" y="130995"/>
                </a:cubicBezTo>
                <a:cubicBezTo>
                  <a:pt x="571923" y="129958"/>
                  <a:pt x="573436" y="128505"/>
                  <a:pt x="574615" y="126636"/>
                </a:cubicBezTo>
                <a:cubicBezTo>
                  <a:pt x="575487" y="125235"/>
                  <a:pt x="576898" y="121759"/>
                  <a:pt x="578847" y="116207"/>
                </a:cubicBezTo>
                <a:cubicBezTo>
                  <a:pt x="579103" y="115428"/>
                  <a:pt x="579513" y="114286"/>
                  <a:pt x="580077" y="112781"/>
                </a:cubicBezTo>
                <a:lnTo>
                  <a:pt x="549074" y="31080"/>
                </a:lnTo>
                <a:lnTo>
                  <a:pt x="563999" y="31080"/>
                </a:lnTo>
                <a:lnTo>
                  <a:pt x="581001" y="78282"/>
                </a:lnTo>
                <a:cubicBezTo>
                  <a:pt x="583206" y="84270"/>
                  <a:pt x="585181" y="90564"/>
                  <a:pt x="586924" y="97164"/>
                </a:cubicBezTo>
                <a:cubicBezTo>
                  <a:pt x="588514" y="90819"/>
                  <a:pt x="590412" y="84628"/>
                  <a:pt x="592617" y="78590"/>
                </a:cubicBezTo>
                <a:lnTo>
                  <a:pt x="610081" y="31080"/>
                </a:lnTo>
                <a:lnTo>
                  <a:pt x="623928" y="31080"/>
                </a:lnTo>
                <a:lnTo>
                  <a:pt x="592848" y="114221"/>
                </a:lnTo>
                <a:cubicBezTo>
                  <a:pt x="589514" y="123203"/>
                  <a:pt x="586924" y="129387"/>
                  <a:pt x="585078" y="132774"/>
                </a:cubicBezTo>
                <a:cubicBezTo>
                  <a:pt x="582616" y="137342"/>
                  <a:pt x="579795" y="140691"/>
                  <a:pt x="576616" y="142821"/>
                </a:cubicBezTo>
                <a:cubicBezTo>
                  <a:pt x="573436" y="144951"/>
                  <a:pt x="569640" y="146016"/>
                  <a:pt x="565230" y="146016"/>
                </a:cubicBezTo>
                <a:cubicBezTo>
                  <a:pt x="562563" y="146016"/>
                  <a:pt x="559588" y="145451"/>
                  <a:pt x="556306" y="144323"/>
                </a:cubicBezTo>
                <a:close/>
                <a:moveTo>
                  <a:pt x="731640" y="112781"/>
                </a:moveTo>
                <a:lnTo>
                  <a:pt x="731640" y="102472"/>
                </a:lnTo>
                <a:cubicBezTo>
                  <a:pt x="726460" y="110576"/>
                  <a:pt x="718844" y="114628"/>
                  <a:pt x="708791" y="114628"/>
                </a:cubicBezTo>
                <a:cubicBezTo>
                  <a:pt x="702278" y="114628"/>
                  <a:pt x="696290" y="112833"/>
                  <a:pt x="690828" y="109242"/>
                </a:cubicBezTo>
                <a:cubicBezTo>
                  <a:pt x="685366" y="105652"/>
                  <a:pt x="681135" y="100639"/>
                  <a:pt x="678134" y="94202"/>
                </a:cubicBezTo>
                <a:cubicBezTo>
                  <a:pt x="675134" y="87766"/>
                  <a:pt x="673634" y="80368"/>
                  <a:pt x="673634" y="72008"/>
                </a:cubicBezTo>
                <a:cubicBezTo>
                  <a:pt x="673634" y="63853"/>
                  <a:pt x="674993" y="56455"/>
                  <a:pt x="677711" y="49813"/>
                </a:cubicBezTo>
                <a:cubicBezTo>
                  <a:pt x="680429" y="43171"/>
                  <a:pt x="684507" y="38081"/>
                  <a:pt x="689943" y="34542"/>
                </a:cubicBezTo>
                <a:cubicBezTo>
                  <a:pt x="695380" y="31003"/>
                  <a:pt x="701457" y="29234"/>
                  <a:pt x="708176" y="29234"/>
                </a:cubicBezTo>
                <a:cubicBezTo>
                  <a:pt x="713100" y="29234"/>
                  <a:pt x="717485" y="30272"/>
                  <a:pt x="721331" y="32350"/>
                </a:cubicBezTo>
                <a:cubicBezTo>
                  <a:pt x="725178" y="34427"/>
                  <a:pt x="728306" y="37132"/>
                  <a:pt x="730717" y="40466"/>
                </a:cubicBezTo>
                <a:lnTo>
                  <a:pt x="730717" y="0"/>
                </a:lnTo>
                <a:lnTo>
                  <a:pt x="744488" y="0"/>
                </a:lnTo>
                <a:lnTo>
                  <a:pt x="744488" y="112781"/>
                </a:lnTo>
                <a:lnTo>
                  <a:pt x="731640" y="112781"/>
                </a:lnTo>
                <a:moveTo>
                  <a:pt x="687866" y="71969"/>
                </a:moveTo>
                <a:cubicBezTo>
                  <a:pt x="687866" y="82393"/>
                  <a:pt x="690071" y="90186"/>
                  <a:pt x="694482" y="95347"/>
                </a:cubicBezTo>
                <a:cubicBezTo>
                  <a:pt x="698893" y="100508"/>
                  <a:pt x="704099" y="103088"/>
                  <a:pt x="710099" y="103088"/>
                </a:cubicBezTo>
                <a:cubicBezTo>
                  <a:pt x="716151" y="103088"/>
                  <a:pt x="721293" y="100623"/>
                  <a:pt x="725524" y="95693"/>
                </a:cubicBezTo>
                <a:cubicBezTo>
                  <a:pt x="729755" y="90761"/>
                  <a:pt x="731871" y="83236"/>
                  <a:pt x="731871" y="73118"/>
                </a:cubicBezTo>
                <a:cubicBezTo>
                  <a:pt x="731871" y="61979"/>
                  <a:pt x="729717" y="53804"/>
                  <a:pt x="725409" y="48592"/>
                </a:cubicBezTo>
                <a:cubicBezTo>
                  <a:pt x="721100" y="43380"/>
                  <a:pt x="715792" y="40774"/>
                  <a:pt x="709484" y="40774"/>
                </a:cubicBezTo>
                <a:cubicBezTo>
                  <a:pt x="703329" y="40774"/>
                  <a:pt x="698188" y="43278"/>
                  <a:pt x="694059" y="48286"/>
                </a:cubicBezTo>
                <a:cubicBezTo>
                  <a:pt x="689930" y="53293"/>
                  <a:pt x="687866" y="61188"/>
                  <a:pt x="687866" y="71969"/>
                </a:cubicBezTo>
                <a:close/>
                <a:moveTo>
                  <a:pt x="819543" y="112781"/>
                </a:moveTo>
                <a:lnTo>
                  <a:pt x="819543" y="100780"/>
                </a:lnTo>
                <a:cubicBezTo>
                  <a:pt x="813183" y="110012"/>
                  <a:pt x="804541" y="114628"/>
                  <a:pt x="793617" y="114628"/>
                </a:cubicBezTo>
                <a:cubicBezTo>
                  <a:pt x="788796" y="114628"/>
                  <a:pt x="784295" y="113704"/>
                  <a:pt x="780116" y="111858"/>
                </a:cubicBezTo>
                <a:cubicBezTo>
                  <a:pt x="775936" y="110012"/>
                  <a:pt x="772833" y="107691"/>
                  <a:pt x="770807" y="104896"/>
                </a:cubicBezTo>
                <a:cubicBezTo>
                  <a:pt x="768781" y="102101"/>
                  <a:pt x="767358" y="98677"/>
                  <a:pt x="766537" y="94625"/>
                </a:cubicBezTo>
                <a:cubicBezTo>
                  <a:pt x="765973" y="91907"/>
                  <a:pt x="765691" y="87599"/>
                  <a:pt x="765691" y="81701"/>
                </a:cubicBezTo>
                <a:lnTo>
                  <a:pt x="765691" y="31080"/>
                </a:lnTo>
                <a:lnTo>
                  <a:pt x="779539" y="31080"/>
                </a:lnTo>
                <a:lnTo>
                  <a:pt x="779539" y="76393"/>
                </a:lnTo>
                <a:cubicBezTo>
                  <a:pt x="779539" y="83624"/>
                  <a:pt x="779821" y="88497"/>
                  <a:pt x="780385" y="91010"/>
                </a:cubicBezTo>
                <a:cubicBezTo>
                  <a:pt x="781257" y="94651"/>
                  <a:pt x="783103" y="97510"/>
                  <a:pt x="785924" y="99588"/>
                </a:cubicBezTo>
                <a:cubicBezTo>
                  <a:pt x="788745" y="101665"/>
                  <a:pt x="792232" y="102703"/>
                  <a:pt x="796387" y="102703"/>
                </a:cubicBezTo>
                <a:cubicBezTo>
                  <a:pt x="800541" y="102703"/>
                  <a:pt x="804439" y="101639"/>
                  <a:pt x="808080" y="99511"/>
                </a:cubicBezTo>
                <a:cubicBezTo>
                  <a:pt x="811722" y="97382"/>
                  <a:pt x="814299" y="94484"/>
                  <a:pt x="815812" y="90817"/>
                </a:cubicBezTo>
                <a:cubicBezTo>
                  <a:pt x="817325" y="87150"/>
                  <a:pt x="818081" y="81829"/>
                  <a:pt x="818081" y="74854"/>
                </a:cubicBezTo>
                <a:lnTo>
                  <a:pt x="818081" y="31080"/>
                </a:lnTo>
                <a:lnTo>
                  <a:pt x="831929" y="31080"/>
                </a:lnTo>
                <a:lnTo>
                  <a:pt x="831929" y="112781"/>
                </a:lnTo>
                <a:lnTo>
                  <a:pt x="819543" y="112781"/>
                </a:lnTo>
                <a:close/>
                <a:moveTo>
                  <a:pt x="909292" y="86471"/>
                </a:moveTo>
                <a:lnTo>
                  <a:pt x="923601" y="88240"/>
                </a:lnTo>
                <a:cubicBezTo>
                  <a:pt x="921345" y="96600"/>
                  <a:pt x="917165" y="103088"/>
                  <a:pt x="911061" y="107704"/>
                </a:cubicBezTo>
                <a:cubicBezTo>
                  <a:pt x="904958" y="112320"/>
                  <a:pt x="897163" y="114628"/>
                  <a:pt x="887674" y="114628"/>
                </a:cubicBezTo>
                <a:cubicBezTo>
                  <a:pt x="875724" y="114628"/>
                  <a:pt x="866249" y="110948"/>
                  <a:pt x="859248" y="103588"/>
                </a:cubicBezTo>
                <a:cubicBezTo>
                  <a:pt x="852248" y="96228"/>
                  <a:pt x="848747" y="85907"/>
                  <a:pt x="848747" y="72623"/>
                </a:cubicBezTo>
                <a:cubicBezTo>
                  <a:pt x="848747" y="58878"/>
                  <a:pt x="852286" y="48210"/>
                  <a:pt x="859364" y="40620"/>
                </a:cubicBezTo>
                <a:cubicBezTo>
                  <a:pt x="866441" y="33029"/>
                  <a:pt x="875622" y="29234"/>
                  <a:pt x="886905" y="29234"/>
                </a:cubicBezTo>
                <a:cubicBezTo>
                  <a:pt x="897829" y="29234"/>
                  <a:pt x="906753" y="32947"/>
                  <a:pt x="913677" y="40372"/>
                </a:cubicBezTo>
                <a:cubicBezTo>
                  <a:pt x="920601" y="47796"/>
                  <a:pt x="924063" y="58241"/>
                  <a:pt x="924063" y="71707"/>
                </a:cubicBezTo>
                <a:cubicBezTo>
                  <a:pt x="924063" y="72526"/>
                  <a:pt x="924037" y="73755"/>
                  <a:pt x="923986" y="75393"/>
                </a:cubicBezTo>
                <a:lnTo>
                  <a:pt x="863056" y="75393"/>
                </a:lnTo>
                <a:cubicBezTo>
                  <a:pt x="863569" y="84342"/>
                  <a:pt x="866108" y="91196"/>
                  <a:pt x="870673" y="95953"/>
                </a:cubicBezTo>
                <a:cubicBezTo>
                  <a:pt x="875237" y="100709"/>
                  <a:pt x="880930" y="103088"/>
                  <a:pt x="887751" y="103088"/>
                </a:cubicBezTo>
                <a:cubicBezTo>
                  <a:pt x="892829" y="103088"/>
                  <a:pt x="897163" y="101767"/>
                  <a:pt x="900753" y="99126"/>
                </a:cubicBezTo>
                <a:cubicBezTo>
                  <a:pt x="904343" y="96483"/>
                  <a:pt x="907189" y="92265"/>
                  <a:pt x="909292" y="86471"/>
                </a:cubicBezTo>
                <a:moveTo>
                  <a:pt x="863826" y="63853"/>
                </a:moveTo>
                <a:lnTo>
                  <a:pt x="909446" y="63853"/>
                </a:lnTo>
                <a:cubicBezTo>
                  <a:pt x="908830" y="57093"/>
                  <a:pt x="907087" y="52022"/>
                  <a:pt x="904215" y="48642"/>
                </a:cubicBezTo>
                <a:cubicBezTo>
                  <a:pt x="899804" y="43396"/>
                  <a:pt x="894085" y="40774"/>
                  <a:pt x="887059" y="40774"/>
                </a:cubicBezTo>
                <a:cubicBezTo>
                  <a:pt x="880699" y="40774"/>
                  <a:pt x="875353" y="42868"/>
                  <a:pt x="871019" y="47056"/>
                </a:cubicBezTo>
                <a:cubicBezTo>
                  <a:pt x="866685" y="51242"/>
                  <a:pt x="864287" y="56841"/>
                  <a:pt x="863826" y="63853"/>
                </a:cubicBezTo>
                <a:close/>
                <a:moveTo>
                  <a:pt x="1014272" y="100549"/>
                </a:moveTo>
                <a:lnTo>
                  <a:pt x="1016272" y="112781"/>
                </a:lnTo>
                <a:cubicBezTo>
                  <a:pt x="1012374" y="113499"/>
                  <a:pt x="1008886" y="113858"/>
                  <a:pt x="1005809" y="113858"/>
                </a:cubicBezTo>
                <a:cubicBezTo>
                  <a:pt x="1000783" y="113858"/>
                  <a:pt x="996885" y="113063"/>
                  <a:pt x="994116" y="111473"/>
                </a:cubicBezTo>
                <a:cubicBezTo>
                  <a:pt x="991346" y="109884"/>
                  <a:pt x="989397" y="107794"/>
                  <a:pt x="988269" y="105204"/>
                </a:cubicBezTo>
                <a:cubicBezTo>
                  <a:pt x="987141" y="102614"/>
                  <a:pt x="986576" y="97164"/>
                  <a:pt x="986576" y="88856"/>
                </a:cubicBezTo>
                <a:lnTo>
                  <a:pt x="986576" y="41851"/>
                </a:lnTo>
                <a:lnTo>
                  <a:pt x="976421" y="41851"/>
                </a:lnTo>
                <a:lnTo>
                  <a:pt x="976421" y="31080"/>
                </a:lnTo>
                <a:lnTo>
                  <a:pt x="986576" y="31080"/>
                </a:lnTo>
                <a:lnTo>
                  <a:pt x="986576" y="10792"/>
                </a:lnTo>
                <a:lnTo>
                  <a:pt x="1000347" y="2462"/>
                </a:lnTo>
                <a:lnTo>
                  <a:pt x="1000347" y="31080"/>
                </a:lnTo>
                <a:lnTo>
                  <a:pt x="1014272" y="31080"/>
                </a:lnTo>
                <a:lnTo>
                  <a:pt x="1014272" y="41851"/>
                </a:lnTo>
                <a:lnTo>
                  <a:pt x="1000347" y="41851"/>
                </a:lnTo>
                <a:lnTo>
                  <a:pt x="1000347" y="89625"/>
                </a:lnTo>
                <a:cubicBezTo>
                  <a:pt x="1000347" y="93574"/>
                  <a:pt x="1000591" y="96113"/>
                  <a:pt x="1001078" y="97241"/>
                </a:cubicBezTo>
                <a:cubicBezTo>
                  <a:pt x="1001565" y="98369"/>
                  <a:pt x="1002360" y="99267"/>
                  <a:pt x="1003463" y="99934"/>
                </a:cubicBezTo>
                <a:cubicBezTo>
                  <a:pt x="1004565" y="100600"/>
                  <a:pt x="1006143" y="100934"/>
                  <a:pt x="1008194" y="100934"/>
                </a:cubicBezTo>
                <a:cubicBezTo>
                  <a:pt x="1009733" y="100934"/>
                  <a:pt x="1011759" y="100806"/>
                  <a:pt x="1014272" y="100549"/>
                </a:cubicBezTo>
                <a:close/>
                <a:moveTo>
                  <a:pt x="1022192" y="71931"/>
                </a:moveTo>
                <a:cubicBezTo>
                  <a:pt x="1022192" y="56801"/>
                  <a:pt x="1026398" y="45595"/>
                  <a:pt x="1034809" y="38312"/>
                </a:cubicBezTo>
                <a:cubicBezTo>
                  <a:pt x="1041835" y="32260"/>
                  <a:pt x="1050400" y="29234"/>
                  <a:pt x="1060504" y="29234"/>
                </a:cubicBezTo>
                <a:cubicBezTo>
                  <a:pt x="1071736" y="29234"/>
                  <a:pt x="1080916" y="32914"/>
                  <a:pt x="1088045" y="40274"/>
                </a:cubicBezTo>
                <a:cubicBezTo>
                  <a:pt x="1095174" y="47633"/>
                  <a:pt x="1098739" y="57801"/>
                  <a:pt x="1098739" y="70777"/>
                </a:cubicBezTo>
                <a:cubicBezTo>
                  <a:pt x="1098739" y="81291"/>
                  <a:pt x="1097162" y="89561"/>
                  <a:pt x="1094007" y="95587"/>
                </a:cubicBezTo>
                <a:cubicBezTo>
                  <a:pt x="1090853" y="101613"/>
                  <a:pt x="1086263" y="106293"/>
                  <a:pt x="1080237" y="109627"/>
                </a:cubicBezTo>
                <a:cubicBezTo>
                  <a:pt x="1074210" y="112961"/>
                  <a:pt x="1067633" y="114628"/>
                  <a:pt x="1060504" y="114628"/>
                </a:cubicBezTo>
                <a:cubicBezTo>
                  <a:pt x="1049067" y="114628"/>
                  <a:pt x="1039822" y="110961"/>
                  <a:pt x="1032770" y="103626"/>
                </a:cubicBezTo>
                <a:cubicBezTo>
                  <a:pt x="1025718" y="96292"/>
                  <a:pt x="1022192" y="85727"/>
                  <a:pt x="1022192" y="71931"/>
                </a:cubicBezTo>
                <a:moveTo>
                  <a:pt x="1036424" y="71892"/>
                </a:moveTo>
                <a:cubicBezTo>
                  <a:pt x="1036424" y="82316"/>
                  <a:pt x="1038707" y="90122"/>
                  <a:pt x="1043271" y="95308"/>
                </a:cubicBezTo>
                <a:cubicBezTo>
                  <a:pt x="1047836" y="100495"/>
                  <a:pt x="1053580" y="103088"/>
                  <a:pt x="1060504" y="103088"/>
                </a:cubicBezTo>
                <a:cubicBezTo>
                  <a:pt x="1067376" y="103088"/>
                  <a:pt x="1073095" y="100482"/>
                  <a:pt x="1077660" y="95270"/>
                </a:cubicBezTo>
                <a:cubicBezTo>
                  <a:pt x="1082224" y="90058"/>
                  <a:pt x="1084506" y="82112"/>
                  <a:pt x="1084506" y="71433"/>
                </a:cubicBezTo>
                <a:cubicBezTo>
                  <a:pt x="1084506" y="61366"/>
                  <a:pt x="1082211" y="53740"/>
                  <a:pt x="1077621" y="48553"/>
                </a:cubicBezTo>
                <a:cubicBezTo>
                  <a:pt x="1073031" y="43367"/>
                  <a:pt x="1067325" y="40774"/>
                  <a:pt x="1060504" y="40774"/>
                </a:cubicBezTo>
                <a:cubicBezTo>
                  <a:pt x="1053580" y="40774"/>
                  <a:pt x="1047836" y="43354"/>
                  <a:pt x="1043271" y="48515"/>
                </a:cubicBezTo>
                <a:cubicBezTo>
                  <a:pt x="1038707" y="53676"/>
                  <a:pt x="1036424" y="61468"/>
                  <a:pt x="1036424" y="71892"/>
                </a:cubicBezTo>
                <a:close/>
                <a:moveTo>
                  <a:pt x="1211334" y="82778"/>
                </a:moveTo>
                <a:lnTo>
                  <a:pt x="1224951" y="84547"/>
                </a:lnTo>
                <a:cubicBezTo>
                  <a:pt x="1223464" y="93957"/>
                  <a:pt x="1219656" y="101323"/>
                  <a:pt x="1213527" y="106646"/>
                </a:cubicBezTo>
                <a:cubicBezTo>
                  <a:pt x="1207398" y="111967"/>
                  <a:pt x="1199871" y="114628"/>
                  <a:pt x="1190947" y="114628"/>
                </a:cubicBezTo>
                <a:cubicBezTo>
                  <a:pt x="1179767" y="114628"/>
                  <a:pt x="1170779" y="110973"/>
                  <a:pt x="1163983" y="103665"/>
                </a:cubicBezTo>
                <a:cubicBezTo>
                  <a:pt x="1157187" y="96356"/>
                  <a:pt x="1153790" y="85881"/>
                  <a:pt x="1153790" y="72238"/>
                </a:cubicBezTo>
                <a:cubicBezTo>
                  <a:pt x="1153790" y="63417"/>
                  <a:pt x="1155251" y="55698"/>
                  <a:pt x="1158175" y="49082"/>
                </a:cubicBezTo>
                <a:cubicBezTo>
                  <a:pt x="1161098" y="42466"/>
                  <a:pt x="1165547" y="37504"/>
                  <a:pt x="1171522" y="34196"/>
                </a:cubicBezTo>
                <a:cubicBezTo>
                  <a:pt x="1177497" y="30888"/>
                  <a:pt x="1183998" y="29234"/>
                  <a:pt x="1191024" y="29234"/>
                </a:cubicBezTo>
                <a:cubicBezTo>
                  <a:pt x="1199897" y="29234"/>
                  <a:pt x="1207154" y="31485"/>
                  <a:pt x="1212796" y="35987"/>
                </a:cubicBezTo>
                <a:cubicBezTo>
                  <a:pt x="1218438" y="40487"/>
                  <a:pt x="1222053" y="46878"/>
                  <a:pt x="1223643" y="55160"/>
                </a:cubicBezTo>
                <a:lnTo>
                  <a:pt x="1210180" y="57237"/>
                </a:lnTo>
                <a:cubicBezTo>
                  <a:pt x="1208898" y="51775"/>
                  <a:pt x="1206629" y="47665"/>
                  <a:pt x="1203372" y="44909"/>
                </a:cubicBezTo>
                <a:cubicBezTo>
                  <a:pt x="1200115" y="42152"/>
                  <a:pt x="1196179" y="40774"/>
                  <a:pt x="1191563" y="40774"/>
                </a:cubicBezTo>
                <a:cubicBezTo>
                  <a:pt x="1184588" y="40774"/>
                  <a:pt x="1178920" y="43262"/>
                  <a:pt x="1174561" y="48238"/>
                </a:cubicBezTo>
                <a:cubicBezTo>
                  <a:pt x="1170202" y="53213"/>
                  <a:pt x="1168022" y="61085"/>
                  <a:pt x="1168022" y="71854"/>
                </a:cubicBezTo>
                <a:cubicBezTo>
                  <a:pt x="1168022" y="82776"/>
                  <a:pt x="1170125" y="90713"/>
                  <a:pt x="1174330" y="95664"/>
                </a:cubicBezTo>
                <a:cubicBezTo>
                  <a:pt x="1178536" y="100613"/>
                  <a:pt x="1184024" y="103088"/>
                  <a:pt x="1190794" y="103088"/>
                </a:cubicBezTo>
                <a:cubicBezTo>
                  <a:pt x="1196230" y="103088"/>
                  <a:pt x="1200769" y="101428"/>
                  <a:pt x="1204410" y="98107"/>
                </a:cubicBezTo>
                <a:cubicBezTo>
                  <a:pt x="1208052" y="94786"/>
                  <a:pt x="1210360" y="89676"/>
                  <a:pt x="1211334" y="82778"/>
                </a:cubicBezTo>
                <a:close/>
                <a:moveTo>
                  <a:pt x="1289738" y="102694"/>
                </a:moveTo>
                <a:cubicBezTo>
                  <a:pt x="1284610" y="107056"/>
                  <a:pt x="1279673" y="110136"/>
                  <a:pt x="1274929" y="111933"/>
                </a:cubicBezTo>
                <a:cubicBezTo>
                  <a:pt x="1270185" y="113729"/>
                  <a:pt x="1265095" y="114628"/>
                  <a:pt x="1259658" y="114628"/>
                </a:cubicBezTo>
                <a:cubicBezTo>
                  <a:pt x="1250683" y="114628"/>
                  <a:pt x="1243785" y="112433"/>
                  <a:pt x="1238964" y="108045"/>
                </a:cubicBezTo>
                <a:cubicBezTo>
                  <a:pt x="1234143" y="103657"/>
                  <a:pt x="1231732" y="98050"/>
                  <a:pt x="1231732" y="91224"/>
                </a:cubicBezTo>
                <a:cubicBezTo>
                  <a:pt x="1231732" y="87222"/>
                  <a:pt x="1232642" y="83566"/>
                  <a:pt x="1234463" y="80256"/>
                </a:cubicBezTo>
                <a:cubicBezTo>
                  <a:pt x="1236284" y="76945"/>
                  <a:pt x="1238669" y="74288"/>
                  <a:pt x="1241618" y="72287"/>
                </a:cubicBezTo>
                <a:cubicBezTo>
                  <a:pt x="1244567" y="70285"/>
                  <a:pt x="1247888" y="68771"/>
                  <a:pt x="1251580" y="67745"/>
                </a:cubicBezTo>
                <a:cubicBezTo>
                  <a:pt x="1254299" y="67026"/>
                  <a:pt x="1258402" y="66332"/>
                  <a:pt x="1263889" y="65666"/>
                </a:cubicBezTo>
                <a:cubicBezTo>
                  <a:pt x="1275070" y="64342"/>
                  <a:pt x="1283302" y="62763"/>
                  <a:pt x="1288584" y="60930"/>
                </a:cubicBezTo>
                <a:cubicBezTo>
                  <a:pt x="1288636" y="59040"/>
                  <a:pt x="1288661" y="57840"/>
                  <a:pt x="1288661" y="57328"/>
                </a:cubicBezTo>
                <a:cubicBezTo>
                  <a:pt x="1288661" y="51707"/>
                  <a:pt x="1287353" y="47748"/>
                  <a:pt x="1284738" y="45450"/>
                </a:cubicBezTo>
                <a:cubicBezTo>
                  <a:pt x="1281199" y="42332"/>
                  <a:pt x="1275942" y="40774"/>
                  <a:pt x="1268967" y="40774"/>
                </a:cubicBezTo>
                <a:cubicBezTo>
                  <a:pt x="1262453" y="40774"/>
                  <a:pt x="1257645" y="41915"/>
                  <a:pt x="1254542" y="44197"/>
                </a:cubicBezTo>
                <a:cubicBezTo>
                  <a:pt x="1251439" y="46479"/>
                  <a:pt x="1249144" y="50518"/>
                  <a:pt x="1247657" y="56314"/>
                </a:cubicBezTo>
                <a:lnTo>
                  <a:pt x="1234117" y="54467"/>
                </a:lnTo>
                <a:cubicBezTo>
                  <a:pt x="1235348" y="48654"/>
                  <a:pt x="1237374" y="43960"/>
                  <a:pt x="1240195" y="40384"/>
                </a:cubicBezTo>
                <a:cubicBezTo>
                  <a:pt x="1243015" y="36808"/>
                  <a:pt x="1247093" y="34057"/>
                  <a:pt x="1252427" y="32128"/>
                </a:cubicBezTo>
                <a:cubicBezTo>
                  <a:pt x="1257761" y="30199"/>
                  <a:pt x="1263941" y="29234"/>
                  <a:pt x="1270967" y="29234"/>
                </a:cubicBezTo>
                <a:cubicBezTo>
                  <a:pt x="1277942" y="29234"/>
                  <a:pt x="1283609" y="30054"/>
                  <a:pt x="1287969" y="31696"/>
                </a:cubicBezTo>
                <a:cubicBezTo>
                  <a:pt x="1292328" y="33337"/>
                  <a:pt x="1295534" y="35401"/>
                  <a:pt x="1297585" y="37889"/>
                </a:cubicBezTo>
                <a:cubicBezTo>
                  <a:pt x="1299637" y="40376"/>
                  <a:pt x="1301073" y="43517"/>
                  <a:pt x="1301893" y="47313"/>
                </a:cubicBezTo>
                <a:cubicBezTo>
                  <a:pt x="1302355" y="49672"/>
                  <a:pt x="1302586" y="53929"/>
                  <a:pt x="1302586" y="60083"/>
                </a:cubicBezTo>
                <a:lnTo>
                  <a:pt x="1302586" y="78547"/>
                </a:lnTo>
                <a:cubicBezTo>
                  <a:pt x="1302586" y="91420"/>
                  <a:pt x="1302881" y="99562"/>
                  <a:pt x="1303471" y="102973"/>
                </a:cubicBezTo>
                <a:cubicBezTo>
                  <a:pt x="1304060" y="106383"/>
                  <a:pt x="1305227" y="109653"/>
                  <a:pt x="1306971" y="112781"/>
                </a:cubicBezTo>
                <a:lnTo>
                  <a:pt x="1292508" y="112781"/>
                </a:lnTo>
                <a:cubicBezTo>
                  <a:pt x="1291072" y="109906"/>
                  <a:pt x="1290149" y="106543"/>
                  <a:pt x="1289738" y="102694"/>
                </a:cubicBezTo>
                <a:moveTo>
                  <a:pt x="1288584" y="71700"/>
                </a:moveTo>
                <a:cubicBezTo>
                  <a:pt x="1283558" y="73769"/>
                  <a:pt x="1276019" y="75527"/>
                  <a:pt x="1265967" y="76975"/>
                </a:cubicBezTo>
                <a:cubicBezTo>
                  <a:pt x="1260274" y="77798"/>
                  <a:pt x="1256248" y="78726"/>
                  <a:pt x="1253888" y="79756"/>
                </a:cubicBezTo>
                <a:cubicBezTo>
                  <a:pt x="1251529" y="80785"/>
                  <a:pt x="1249708" y="82292"/>
                  <a:pt x="1248426" y="84276"/>
                </a:cubicBezTo>
                <a:cubicBezTo>
                  <a:pt x="1247144" y="86258"/>
                  <a:pt x="1246503" y="88460"/>
                  <a:pt x="1246503" y="90880"/>
                </a:cubicBezTo>
                <a:cubicBezTo>
                  <a:pt x="1246503" y="94587"/>
                  <a:pt x="1247900" y="97677"/>
                  <a:pt x="1250696" y="100150"/>
                </a:cubicBezTo>
                <a:cubicBezTo>
                  <a:pt x="1253491" y="102622"/>
                  <a:pt x="1257581" y="103857"/>
                  <a:pt x="1262966" y="103857"/>
                </a:cubicBezTo>
                <a:cubicBezTo>
                  <a:pt x="1268300" y="103857"/>
                  <a:pt x="1273044" y="102685"/>
                  <a:pt x="1277198" y="100340"/>
                </a:cubicBezTo>
                <a:cubicBezTo>
                  <a:pt x="1281353" y="97995"/>
                  <a:pt x="1284404" y="94787"/>
                  <a:pt x="1286353" y="90716"/>
                </a:cubicBezTo>
                <a:cubicBezTo>
                  <a:pt x="1287841" y="87572"/>
                  <a:pt x="1288584" y="82934"/>
                  <a:pt x="1288584" y="76801"/>
                </a:cubicBezTo>
                <a:lnTo>
                  <a:pt x="1288584" y="71700"/>
                </a:lnTo>
                <a:close/>
                <a:moveTo>
                  <a:pt x="1377103" y="82778"/>
                </a:moveTo>
                <a:lnTo>
                  <a:pt x="1390720" y="84547"/>
                </a:lnTo>
                <a:cubicBezTo>
                  <a:pt x="1389232" y="93957"/>
                  <a:pt x="1385424" y="101323"/>
                  <a:pt x="1379295" y="106646"/>
                </a:cubicBezTo>
                <a:cubicBezTo>
                  <a:pt x="1373167" y="111967"/>
                  <a:pt x="1365640" y="114628"/>
                  <a:pt x="1356716" y="114628"/>
                </a:cubicBezTo>
                <a:cubicBezTo>
                  <a:pt x="1345535" y="114628"/>
                  <a:pt x="1336547" y="110973"/>
                  <a:pt x="1329752" y="103665"/>
                </a:cubicBezTo>
                <a:cubicBezTo>
                  <a:pt x="1322956" y="96356"/>
                  <a:pt x="1319558" y="85881"/>
                  <a:pt x="1319558" y="72238"/>
                </a:cubicBezTo>
                <a:cubicBezTo>
                  <a:pt x="1319558" y="63417"/>
                  <a:pt x="1321020" y="55698"/>
                  <a:pt x="1323943" y="49082"/>
                </a:cubicBezTo>
                <a:cubicBezTo>
                  <a:pt x="1326867" y="42466"/>
                  <a:pt x="1331316" y="37504"/>
                  <a:pt x="1337291" y="34196"/>
                </a:cubicBezTo>
                <a:cubicBezTo>
                  <a:pt x="1343266" y="30888"/>
                  <a:pt x="1349767" y="29234"/>
                  <a:pt x="1356793" y="29234"/>
                </a:cubicBezTo>
                <a:cubicBezTo>
                  <a:pt x="1365666" y="29234"/>
                  <a:pt x="1372923" y="31485"/>
                  <a:pt x="1378565" y="35987"/>
                </a:cubicBezTo>
                <a:cubicBezTo>
                  <a:pt x="1384206" y="40487"/>
                  <a:pt x="1387822" y="46878"/>
                  <a:pt x="1389412" y="55160"/>
                </a:cubicBezTo>
                <a:lnTo>
                  <a:pt x="1375949" y="57237"/>
                </a:lnTo>
                <a:cubicBezTo>
                  <a:pt x="1374667" y="51775"/>
                  <a:pt x="1372397" y="47665"/>
                  <a:pt x="1369141" y="44909"/>
                </a:cubicBezTo>
                <a:cubicBezTo>
                  <a:pt x="1365884" y="42152"/>
                  <a:pt x="1361947" y="40774"/>
                  <a:pt x="1357332" y="40774"/>
                </a:cubicBezTo>
                <a:cubicBezTo>
                  <a:pt x="1350356" y="40774"/>
                  <a:pt x="1344689" y="43262"/>
                  <a:pt x="1340330" y="48238"/>
                </a:cubicBezTo>
                <a:cubicBezTo>
                  <a:pt x="1335970" y="53213"/>
                  <a:pt x="1333791" y="61085"/>
                  <a:pt x="1333791" y="71854"/>
                </a:cubicBezTo>
                <a:cubicBezTo>
                  <a:pt x="1333791" y="82776"/>
                  <a:pt x="1335893" y="90713"/>
                  <a:pt x="1340099" y="95664"/>
                </a:cubicBezTo>
                <a:cubicBezTo>
                  <a:pt x="1344305" y="100613"/>
                  <a:pt x="1349792" y="103088"/>
                  <a:pt x="1356562" y="103088"/>
                </a:cubicBezTo>
                <a:cubicBezTo>
                  <a:pt x="1361999" y="103088"/>
                  <a:pt x="1366538" y="101428"/>
                  <a:pt x="1370179" y="98107"/>
                </a:cubicBezTo>
                <a:cubicBezTo>
                  <a:pt x="1373821" y="94786"/>
                  <a:pt x="1376128" y="89676"/>
                  <a:pt x="1377103" y="82778"/>
                </a:cubicBezTo>
                <a:close/>
                <a:moveTo>
                  <a:pt x="1402194" y="112781"/>
                </a:moveTo>
                <a:lnTo>
                  <a:pt x="1402194" y="0"/>
                </a:lnTo>
                <a:lnTo>
                  <a:pt x="1416041" y="0"/>
                </a:lnTo>
                <a:lnTo>
                  <a:pt x="1416041" y="40466"/>
                </a:lnTo>
                <a:cubicBezTo>
                  <a:pt x="1422503" y="32978"/>
                  <a:pt x="1430658" y="29234"/>
                  <a:pt x="1440505" y="29234"/>
                </a:cubicBezTo>
                <a:cubicBezTo>
                  <a:pt x="1446557" y="29234"/>
                  <a:pt x="1451814" y="30426"/>
                  <a:pt x="1456276" y="32811"/>
                </a:cubicBezTo>
                <a:cubicBezTo>
                  <a:pt x="1460738" y="35196"/>
                  <a:pt x="1463931" y="38491"/>
                  <a:pt x="1465854" y="42697"/>
                </a:cubicBezTo>
                <a:cubicBezTo>
                  <a:pt x="1467778" y="46902"/>
                  <a:pt x="1468739" y="53006"/>
                  <a:pt x="1468739" y="61007"/>
                </a:cubicBezTo>
                <a:lnTo>
                  <a:pt x="1468739" y="112781"/>
                </a:lnTo>
                <a:lnTo>
                  <a:pt x="1454892" y="112781"/>
                </a:lnTo>
                <a:lnTo>
                  <a:pt x="1454892" y="61007"/>
                </a:lnTo>
                <a:cubicBezTo>
                  <a:pt x="1454892" y="54083"/>
                  <a:pt x="1453391" y="49044"/>
                  <a:pt x="1450391" y="45890"/>
                </a:cubicBezTo>
                <a:cubicBezTo>
                  <a:pt x="1447391" y="42735"/>
                  <a:pt x="1443147" y="41158"/>
                  <a:pt x="1437659" y="41158"/>
                </a:cubicBezTo>
                <a:cubicBezTo>
                  <a:pt x="1433556" y="41158"/>
                  <a:pt x="1429697" y="42222"/>
                  <a:pt x="1426081" y="44351"/>
                </a:cubicBezTo>
                <a:cubicBezTo>
                  <a:pt x="1422465" y="46479"/>
                  <a:pt x="1419888" y="49364"/>
                  <a:pt x="1418349" y="53006"/>
                </a:cubicBezTo>
                <a:cubicBezTo>
                  <a:pt x="1416811" y="56647"/>
                  <a:pt x="1416041" y="61673"/>
                  <a:pt x="1416041" y="68084"/>
                </a:cubicBezTo>
                <a:lnTo>
                  <a:pt x="1416041" y="112781"/>
                </a:lnTo>
                <a:lnTo>
                  <a:pt x="1402194" y="112781"/>
                </a:lnTo>
                <a:close/>
                <a:moveTo>
                  <a:pt x="1545487" y="86471"/>
                </a:moveTo>
                <a:lnTo>
                  <a:pt x="1559797" y="88240"/>
                </a:lnTo>
                <a:cubicBezTo>
                  <a:pt x="1557540" y="96600"/>
                  <a:pt x="1553360" y="103088"/>
                  <a:pt x="1547257" y="107704"/>
                </a:cubicBezTo>
                <a:cubicBezTo>
                  <a:pt x="1541154" y="112320"/>
                  <a:pt x="1533358" y="114628"/>
                  <a:pt x="1523870" y="114628"/>
                </a:cubicBezTo>
                <a:cubicBezTo>
                  <a:pt x="1511920" y="114628"/>
                  <a:pt x="1502444" y="110948"/>
                  <a:pt x="1495443" y="103588"/>
                </a:cubicBezTo>
                <a:cubicBezTo>
                  <a:pt x="1488443" y="96228"/>
                  <a:pt x="1484942" y="85907"/>
                  <a:pt x="1484942" y="72623"/>
                </a:cubicBezTo>
                <a:cubicBezTo>
                  <a:pt x="1484942" y="58878"/>
                  <a:pt x="1488481" y="48210"/>
                  <a:pt x="1495559" y="40620"/>
                </a:cubicBezTo>
                <a:cubicBezTo>
                  <a:pt x="1502637" y="33029"/>
                  <a:pt x="1511817" y="29234"/>
                  <a:pt x="1523100" y="29234"/>
                </a:cubicBezTo>
                <a:cubicBezTo>
                  <a:pt x="1534025" y="29234"/>
                  <a:pt x="1542949" y="32947"/>
                  <a:pt x="1549872" y="40372"/>
                </a:cubicBezTo>
                <a:cubicBezTo>
                  <a:pt x="1556796" y="47796"/>
                  <a:pt x="1560258" y="58241"/>
                  <a:pt x="1560258" y="71707"/>
                </a:cubicBezTo>
                <a:cubicBezTo>
                  <a:pt x="1560258" y="72526"/>
                  <a:pt x="1560232" y="73755"/>
                  <a:pt x="1560181" y="75393"/>
                </a:cubicBezTo>
                <a:lnTo>
                  <a:pt x="1499252" y="75393"/>
                </a:lnTo>
                <a:cubicBezTo>
                  <a:pt x="1499764" y="84342"/>
                  <a:pt x="1502303" y="91196"/>
                  <a:pt x="1506868" y="95953"/>
                </a:cubicBezTo>
                <a:cubicBezTo>
                  <a:pt x="1511432" y="100709"/>
                  <a:pt x="1517125" y="103088"/>
                  <a:pt x="1523947" y="103088"/>
                </a:cubicBezTo>
                <a:cubicBezTo>
                  <a:pt x="1529024" y="103088"/>
                  <a:pt x="1533358" y="101767"/>
                  <a:pt x="1536948" y="99126"/>
                </a:cubicBezTo>
                <a:cubicBezTo>
                  <a:pt x="1540538" y="96483"/>
                  <a:pt x="1543385" y="92265"/>
                  <a:pt x="1545487" y="86471"/>
                </a:cubicBezTo>
                <a:moveTo>
                  <a:pt x="1500021" y="63853"/>
                </a:moveTo>
                <a:lnTo>
                  <a:pt x="1545641" y="63853"/>
                </a:lnTo>
                <a:cubicBezTo>
                  <a:pt x="1545026" y="57093"/>
                  <a:pt x="1543282" y="52022"/>
                  <a:pt x="1540410" y="48642"/>
                </a:cubicBezTo>
                <a:cubicBezTo>
                  <a:pt x="1535999" y="43396"/>
                  <a:pt x="1530281" y="40774"/>
                  <a:pt x="1523254" y="40774"/>
                </a:cubicBezTo>
                <a:cubicBezTo>
                  <a:pt x="1516895" y="40774"/>
                  <a:pt x="1511548" y="42868"/>
                  <a:pt x="1507214" y="47056"/>
                </a:cubicBezTo>
                <a:cubicBezTo>
                  <a:pt x="1502880" y="51242"/>
                  <a:pt x="1500482" y="56841"/>
                  <a:pt x="1500021" y="6385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A61CB-6779-4E4A-AAF3-1FE3FA90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088" y="2484806"/>
            <a:ext cx="89605" cy="464198"/>
          </a:xfrm>
          <a:custGeom xmlns:a="http://schemas.openxmlformats.org/drawingml/2006/main">
            <a:pathLst>
              <a:path w="89605" h="464198">
                <a:moveTo>
                  <a:pt x="52270" y="0"/>
                </a:moveTo>
                <a:lnTo>
                  <a:pt x="37335" y="0"/>
                </a:lnTo>
                <a:lnTo>
                  <a:pt x="37335" y="374593"/>
                </a:lnTo>
                <a:lnTo>
                  <a:pt x="0" y="374593"/>
                </a:lnTo>
                <a:lnTo>
                  <a:pt x="44802" y="464198"/>
                </a:lnTo>
                <a:lnTo>
                  <a:pt x="89605" y="374593"/>
                </a:lnTo>
                <a:lnTo>
                  <a:pt x="52270" y="374593"/>
                </a:lnTo>
                <a:lnTo>
                  <a:pt x="52270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154814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2026-09-05T14:35:25.3060000Z</dcterms:created>
  <dcterms:modified xsi:type="dcterms:W3CDTF">2026-09-05T14:35:25.3060000Z</dcterms:modified>
</coreProperties>
</file>